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041" r:id="rId2"/>
    <p:sldId id="2145706245" r:id="rId3"/>
    <p:sldId id="214570624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0"/>
    <a:srgbClr val="AC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E22D0-CE7B-497F-8B46-4151CB273AF9}" v="21" dt="2026-11-01T14:38:28.3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1695" autoAdjust="0"/>
  </p:normalViewPr>
  <p:slideViewPr>
    <p:cSldViewPr snapToGrid="0">
      <p:cViewPr varScale="1">
        <p:scale>
          <a:sx n="74" d="100"/>
          <a:sy n="74" d="100"/>
        </p:scale>
        <p:origin x="72" y="36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undo custSel addSld delSld modSld">
      <pc:chgData name="Graf Thomas, SCS-INI-NET-VNC-E2E" userId="487bc3e3-9ce7-4cdd-b7b4-8899ea88d289" providerId="ADAL" clId="{ADEEF08A-D719-4B50-A383-4105EDA2C206}" dt="2026-11-01T14:39:54.096" v="493" actId="20577"/>
      <pc:docMkLst>
        <pc:docMk/>
      </pc:docMkLst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0" sldId="256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0" sldId="257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0" sldId="258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0" sldId="272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3616314567" sldId="274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3462681431" sldId="276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2655069398" sldId="277"/>
        </pc:sldMkLst>
      </pc:sldChg>
      <pc:sldChg chg="modSp mod">
        <pc:chgData name="Graf Thomas, SCS-INI-NET-VNC-E2E" userId="487bc3e3-9ce7-4cdd-b7b4-8899ea88d289" providerId="ADAL" clId="{ADEEF08A-D719-4B50-A383-4105EDA2C206}" dt="2026-11-01T14:39:54.096" v="493" actId="20577"/>
        <pc:sldMkLst>
          <pc:docMk/>
          <pc:sldMk cId="3578665336" sldId="1041"/>
        </pc:sldMkLst>
        <pc:spChg chg="mod">
          <ac:chgData name="Graf Thomas, SCS-INI-NET-VNC-E2E" userId="487bc3e3-9ce7-4cdd-b7b4-8899ea88d289" providerId="ADAL" clId="{ADEEF08A-D719-4B50-A383-4105EDA2C206}" dt="2026-11-01T14:39:54.096" v="493" actId="20577"/>
          <ac:spMkLst>
            <pc:docMk/>
            <pc:sldMk cId="3578665336" sldId="1041"/>
            <ac:spMk id="6" creationId="{6CAA0765-1318-4A03-8F91-D3ECC43D8FA7}"/>
          </ac:spMkLst>
        </pc:spChg>
      </pc:sldChg>
      <pc:sldChg chg="add del">
        <pc:chgData name="Graf Thomas, SCS-INI-NET-VNC-E2E" userId="487bc3e3-9ce7-4cdd-b7b4-8899ea88d289" providerId="ADAL" clId="{ADEEF08A-D719-4B50-A383-4105EDA2C206}" dt="2026-11-01T14:39:23.661" v="477" actId="47"/>
        <pc:sldMkLst>
          <pc:docMk/>
          <pc:sldMk cId="2750719351" sldId="2145706243"/>
        </pc:sldMkLst>
      </pc:sldChg>
      <pc:sldChg chg="modSp mod">
        <pc:chgData name="Graf Thomas, SCS-INI-NET-VNC-E2E" userId="487bc3e3-9ce7-4cdd-b7b4-8899ea88d289" providerId="ADAL" clId="{ADEEF08A-D719-4B50-A383-4105EDA2C206}" dt="2026-11-01T14:32:04.098" v="344" actId="108"/>
        <pc:sldMkLst>
          <pc:docMk/>
          <pc:sldMk cId="3739912885" sldId="2145706245"/>
        </pc:sldMkLst>
        <pc:graphicFrameChg chg="mod modGraphic">
          <ac:chgData name="Graf Thomas, SCS-INI-NET-VNC-E2E" userId="487bc3e3-9ce7-4cdd-b7b4-8899ea88d289" providerId="ADAL" clId="{ADEEF08A-D719-4B50-A383-4105EDA2C206}" dt="2026-11-01T14:32:04.098" v="344" actId="108"/>
          <ac:graphicFrameMkLst>
            <pc:docMk/>
            <pc:sldMk cId="3739912885" sldId="2145706245"/>
            <ac:graphicFrameMk id="6" creationId="{86837E2C-7DD9-62B8-E009-509CDFF94BF9}"/>
          </ac:graphicFrameMkLst>
        </pc:graphicFrameChg>
      </pc:sldChg>
      <pc:sldChg chg="modSp mod">
        <pc:chgData name="Graf Thomas, SCS-INI-NET-VNC-E2E" userId="487bc3e3-9ce7-4cdd-b7b4-8899ea88d289" providerId="ADAL" clId="{ADEEF08A-D719-4B50-A383-4105EDA2C206}" dt="2026-11-01T14:39:00.537" v="476" actId="20577"/>
        <pc:sldMkLst>
          <pc:docMk/>
          <pc:sldMk cId="2881421618" sldId="2145706246"/>
        </pc:sldMkLst>
        <pc:graphicFrameChg chg="mod modGraphic">
          <ac:chgData name="Graf Thomas, SCS-INI-NET-VNC-E2E" userId="487bc3e3-9ce7-4cdd-b7b4-8899ea88d289" providerId="ADAL" clId="{ADEEF08A-D719-4B50-A383-4105EDA2C206}" dt="2026-11-01T14:39:00.537" v="476" actId="20577"/>
          <ac:graphicFrameMkLst>
            <pc:docMk/>
            <pc:sldMk cId="2881421618" sldId="2145706246"/>
            <ac:graphicFrameMk id="6" creationId="{4E7CEF41-5DBF-BE8C-3E2D-7F5D56B757D3}"/>
          </ac:graphicFrameMkLst>
        </pc:graphicFrameChg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1952313376" sldId="2145706268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2993795036" sldId="2145706269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3853061195" sldId="2145706270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2190926149" sldId="2145706271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2755856533" sldId="2145706277"/>
        </pc:sldMkLst>
      </pc:sldChg>
      <pc:sldChg chg="add del">
        <pc:chgData name="Graf Thomas, SCS-INI-NET-VNC-E2E" userId="487bc3e3-9ce7-4cdd-b7b4-8899ea88d289" providerId="ADAL" clId="{ADEEF08A-D719-4B50-A383-4105EDA2C206}" dt="2026-11-01T14:39:23.661" v="477" actId="47"/>
        <pc:sldMkLst>
          <pc:docMk/>
          <pc:sldMk cId="1488938283" sldId="2145706280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978591108" sldId="2145706281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1975838871" sldId="2145706282"/>
        </pc:sldMkLst>
      </pc:sldChg>
      <pc:sldChg chg="add del">
        <pc:chgData name="Graf Thomas, SCS-INI-NET-VNC-E2E" userId="487bc3e3-9ce7-4cdd-b7b4-8899ea88d289" providerId="ADAL" clId="{ADEEF08A-D719-4B50-A383-4105EDA2C206}" dt="2026-11-01T14:39:27.360" v="478" actId="47"/>
        <pc:sldMkLst>
          <pc:docMk/>
          <pc:sldMk cId="1797023749" sldId="2145706285"/>
        </pc:sldMkLst>
      </pc:sldChg>
      <pc:sldMasterChg chg="addSldLayout delSldLayout">
        <pc:chgData name="Graf Thomas, SCS-INI-NET-VNC-E2E" userId="487bc3e3-9ce7-4cdd-b7b4-8899ea88d289" providerId="ADAL" clId="{ADEEF08A-D719-4B50-A383-4105EDA2C206}" dt="2026-11-01T14:39:27.360" v="478" actId="47"/>
        <pc:sldMasterMkLst>
          <pc:docMk/>
          <pc:sldMasterMk cId="1575956613" sldId="2147483648"/>
        </pc:sldMasterMkLst>
        <pc:sldLayoutChg chg="add del">
          <pc:chgData name="Graf Thomas, SCS-INI-NET-VNC-E2E" userId="487bc3e3-9ce7-4cdd-b7b4-8899ea88d289" providerId="ADAL" clId="{ADEEF08A-D719-4B50-A383-4105EDA2C206}" dt="2026-11-01T14:39:27.360" v="478" actId="47"/>
          <pc:sldLayoutMkLst>
            <pc:docMk/>
            <pc:sldMasterMk cId="1575956613" sldId="2147483648"/>
            <pc:sldLayoutMk cId="182734208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053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01.11.2026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mop-message-broker-telemetry-message" TargetMode="External"/><Relationship Id="rId3" Type="http://schemas.openxmlformats.org/officeDocument/2006/relationships/hyperlink" Target="https://datatracker.ietf.org/doc/draft-ietf-netconf-notif-envelope/" TargetMode="External"/><Relationship Id="rId7" Type="http://schemas.openxmlformats.org/officeDocument/2006/relationships/hyperlink" Target="https://datatracker.ietf.org/doc/html/draft-ietf-nmop-yang-message-broker-integr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draft-ietf-netconf-yp-transport-capabilities/" TargetMode="External"/><Relationship Id="rId5" Type="http://schemas.openxmlformats.org/officeDocument/2006/relationships/hyperlink" Target="https://datatracker.ietf.org/doc/html/draft-ietf-netconf-yang-notifications-versioning" TargetMode="External"/><Relationship Id="rId4" Type="http://schemas.openxmlformats.org/officeDocument/2006/relationships/hyperlink" Target="https://datatracker.ietf.org/doc/html/rfc1003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984" TargetMode="External"/><Relationship Id="rId2" Type="http://schemas.openxmlformats.org/officeDocument/2006/relationships/hyperlink" Target="https://datatracker.ietf.org/doc/html/draft-ietf-netconf-udp-not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tracker.ietf.org/doc/html/draft-netana-netmod-yang-anydata-validation" TargetMode="External"/><Relationship Id="rId4" Type="http://schemas.openxmlformats.org/officeDocument/2006/relationships/hyperlink" Target="https://datatracker.ietf.org/doc/html/draft-ietf-netconf-distributed-noti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C26208B2-0D10-4C23-B2DE-372A62E98644}"/>
              </a:ext>
            </a:extLst>
          </p:cNvPr>
          <p:cNvSpPr txBox="1">
            <a:spLocks/>
          </p:cNvSpPr>
          <p:nvPr/>
        </p:nvSpPr>
        <p:spPr>
          <a:xfrm>
            <a:off x="606830" y="1365772"/>
            <a:ext cx="11395314" cy="32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/>
              <a:t>An Architecture for YANG-Push to Message Broker </a:t>
            </a:r>
            <a:r>
              <a:rPr lang="en-US" sz="3400" b="1" dirty="0">
                <a:solidFill>
                  <a:srgbClr val="FF0000"/>
                </a:solidFill>
              </a:rPr>
              <a:t>Integration</a:t>
            </a:r>
            <a:br>
              <a:rPr lang="en-US" sz="3600" b="1" dirty="0"/>
            </a:br>
            <a:r>
              <a:rPr lang="en-US" sz="2800" dirty="0"/>
              <a:t>draft-ietf-nmop-yang-message-broker-integration-13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Motivation and architecture of a native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YANG-Push notifications and YANG Schema integration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	into Message Broker and YANG Schema Registry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3057C-339A-4254-8994-8EB77B8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2200" smtClean="0"/>
              <a:t>1</a:t>
            </a:fld>
            <a:endParaRPr lang="de-CH" sz="2200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6CAA0765-1318-4A03-8F91-D3ECC43D8FA7}"/>
              </a:ext>
            </a:extLst>
          </p:cNvPr>
          <p:cNvSpPr txBox="1">
            <a:spLocks/>
          </p:cNvSpPr>
          <p:nvPr/>
        </p:nvSpPr>
        <p:spPr>
          <a:xfrm>
            <a:off x="838200" y="5658415"/>
            <a:ext cx="11163943" cy="70322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  <a:defRPr sz="1782"/>
            </a:pPr>
            <a:r>
              <a:rPr lang="de-CH" sz="1400" b="1" dirty="0">
                <a:latin typeface="+mj-lt"/>
              </a:rPr>
              <a:t>thomas.graf@swisscom.com</a:t>
            </a:r>
            <a:br>
              <a:rPr lang="de-CH" sz="1400" b="1" dirty="0">
                <a:latin typeface="+mj-lt"/>
              </a:rPr>
            </a:br>
            <a:r>
              <a:rPr lang="de-CH" sz="1400" dirty="0">
                <a:latin typeface="+mj-lt"/>
              </a:rPr>
              <a:t>ahmed.elhassany@swisscom.com</a:t>
            </a:r>
          </a:p>
          <a:p>
            <a:pPr marL="0" indent="0" algn="r">
              <a:spcBef>
                <a:spcPts val="300"/>
              </a:spcBef>
              <a:buNone/>
              <a:defRPr sz="1782"/>
            </a:pPr>
            <a:endParaRPr lang="de-CH" sz="14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1400" dirty="0">
                <a:latin typeface="+mj-lt"/>
              </a:rPr>
              <a:t>1. </a:t>
            </a:r>
            <a:r>
              <a:rPr lang="de-CH" sz="1400">
                <a:latin typeface="+mj-lt"/>
              </a:rPr>
              <a:t>November </a:t>
            </a:r>
            <a:r>
              <a:rPr lang="de-CH" sz="1400" dirty="0">
                <a:latin typeface="+mj-lt"/>
                <a:ea typeface="+mj-ea"/>
                <a:cs typeface="+mj-cs"/>
              </a:rPr>
              <a:t>2026</a:t>
            </a:r>
            <a:endParaRPr lang="de-CH" sz="1400" dirty="0">
              <a:latin typeface="+mj-lt"/>
            </a:endParaRPr>
          </a:p>
          <a:p>
            <a:pPr algn="r"/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357866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90EF-8FB5-5112-4E13-96584E18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3DE5-D7A4-3591-E3FF-650F7775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An Architecture for YANG-Push to Message Broker Integration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Normative References, State and Reviewers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2350B8A-B723-6442-A68D-9157CC58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2</a:t>
            </a:fld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837E2C-7DD9-62B8-E009-509CDFF94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927429"/>
              </p:ext>
            </p:extLst>
          </p:nvPr>
        </p:nvGraphicFramePr>
        <p:xfrm>
          <a:off x="919479" y="1601042"/>
          <a:ext cx="10583257" cy="5186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76083">
                  <a:extLst>
                    <a:ext uri="{9D8B030D-6E8A-4147-A177-3AD203B41FA5}">
                      <a16:colId xmlns:a16="http://schemas.microsoft.com/office/drawing/2014/main" val="862637982"/>
                    </a:ext>
                  </a:extLst>
                </a:gridCol>
                <a:gridCol w="3649409">
                  <a:extLst>
                    <a:ext uri="{9D8B030D-6E8A-4147-A177-3AD203B41FA5}">
                      <a16:colId xmlns:a16="http://schemas.microsoft.com/office/drawing/2014/main" val="3802101120"/>
                    </a:ext>
                  </a:extLst>
                </a:gridCol>
                <a:gridCol w="1787202">
                  <a:extLst>
                    <a:ext uri="{9D8B030D-6E8A-4147-A177-3AD203B41FA5}">
                      <a16:colId xmlns:a16="http://schemas.microsoft.com/office/drawing/2014/main" val="2584922424"/>
                    </a:ext>
                  </a:extLst>
                </a:gridCol>
                <a:gridCol w="3470563">
                  <a:extLst>
                    <a:ext uri="{9D8B030D-6E8A-4147-A177-3AD203B41FA5}">
                      <a16:colId xmlns:a16="http://schemas.microsoft.com/office/drawing/2014/main" val="3508605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162611"/>
                  </a:ext>
                </a:extLst>
              </a:tr>
              <a:tr h="471598">
                <a:tc>
                  <a:txBody>
                    <a:bodyPr/>
                    <a:lstStyle/>
                    <a:p>
                      <a:r>
                        <a:rPr lang="de-CH" sz="1000" dirty="0"/>
                        <a:t>NETCONF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3"/>
                        </a:rPr>
                        <a:t>draft-ietf-netconf-notif-envelope-07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Changed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action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holders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to Mahesh Jethanandani (IESG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state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changed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OPSDIR Early review by Joe Clarke</a:t>
                      </a:r>
                    </a:p>
                    <a:p>
                      <a:r>
                        <a:rPr lang="en-US" sz="1000" dirty="0"/>
                        <a:t>YANGDOCTORS Early review (of -02) by Jürgen Schönwälder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YANGDOCTORS Early review (of -05) by </a:t>
                      </a:r>
                      <a:r>
                        <a:rPr lang="de-CH" sz="1000" dirty="0"/>
                        <a:t>Ebben Aries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Shepherd and YANGDOCTORS review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addressed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in -06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AD review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addressed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in -07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6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NETCONF</a:t>
                      </a:r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4"/>
                        </a:rPr>
                        <a:t>RFC 10035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Published as RFC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OPSDIR Early review (of -08 and -14) by Sheng Jiang, Xiao Min</a:t>
                      </a:r>
                    </a:p>
                    <a:p>
                      <a:r>
                        <a:rPr lang="en-US" sz="1000" dirty="0"/>
                        <a:t>YANGDOCTORS Early review (of -07 and -13) by Andy Bierman</a:t>
                      </a:r>
                    </a:p>
                    <a:p>
                      <a:r>
                        <a:rPr lang="de-CH" sz="1000" dirty="0"/>
                        <a:t>SECDIR review (of -14 and -15) </a:t>
                      </a:r>
                      <a:r>
                        <a:rPr lang="de-CH" sz="1000" dirty="0" err="1"/>
                        <a:t>by</a:t>
                      </a:r>
                      <a:r>
                        <a:rPr lang="de-CH" sz="1000" dirty="0"/>
                        <a:t> Rich Salz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6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NETCONF</a:t>
                      </a:r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5"/>
                        </a:rPr>
                        <a:t>draft-ietf-netconf-yang-notifications-versioning-19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Changed action holders to Mahesh Jethanandani (IESG state changed)</a:t>
                      </a:r>
                      <a:endParaRPr lang="de-CH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YANGDOCTORS Early review (of -09) by Robert Wills</a:t>
                      </a:r>
                    </a:p>
                    <a:p>
                      <a:r>
                        <a:rPr lang="en-US" sz="1000" dirty="0"/>
                        <a:t>OPSDIR review (of -10) by Gabriele Galimberti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YANGDOCTORS review (of -17) by Robert Wills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GENART review (of -16) by Christer Holmberg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SECDIR review (of -16) by Dave Thaler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All reviews addressed in -19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5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NETCONF</a:t>
                      </a:r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6"/>
                        </a:rPr>
                        <a:t>draft-ietf-netconf-yp-transport-capabilities-06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Submitted to IESG for Publication 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OPSDIR IETF Last Call review by Xiao Min</a:t>
                      </a:r>
                    </a:p>
                    <a:p>
                      <a:r>
                        <a:rPr lang="en-US" sz="1000" dirty="0"/>
                        <a:t>TSVART IETF Last Call review by Tommy Pauly</a:t>
                      </a:r>
                    </a:p>
                    <a:p>
                      <a:r>
                        <a:rPr lang="en-US" sz="1000" dirty="0"/>
                        <a:t>YANGDOCTORS IETF Last Call review by Jan Lindblad</a:t>
                      </a:r>
                    </a:p>
                    <a:p>
                      <a:r>
                        <a:rPr lang="en-US" sz="1000" dirty="0"/>
                        <a:t>OPSDIR Early review (of -03) by Xiao Min</a:t>
                      </a:r>
                    </a:p>
                    <a:p>
                      <a:r>
                        <a:rPr lang="en-US" sz="1000" dirty="0"/>
                        <a:t>YANGDOCTORS Early review (of -01) by Jan Lindblad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TSVART IETF Last Call review by David Black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SECDIR IETF Last Call review by Christian Huitema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GENART IETF Last Call review by Sue Hares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9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000" dirty="0"/>
                        <a:t>NMOP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linkClick r:id="rId7"/>
                        </a:rPr>
                        <a:t>draft-ietf-nmop-yang-message-broker-integration-13</a:t>
                      </a:r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WG Document (request for working group last call at IETF 124)</a:t>
                      </a:r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0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000" dirty="0"/>
                        <a:t>NMOP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8"/>
                        </a:rPr>
                        <a:t>draft-ietf-nmop-message-broker-telemetry-message-05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WG Document (request for working group last call at IETF 125)</a:t>
                      </a:r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YANGDOCTORS Early review (of -02) by Martin Björklund</a:t>
                      </a:r>
                      <a:endParaRPr lang="de-C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7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91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B363-D8A8-5600-4493-8EBF33E9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38BF-943B-E87B-35FF-EC15CB8E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An Architecture for YANG-Push to Message Broker Integration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Informative References, State and Reviewers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B59FCFE-20E3-BD78-B5F4-C48AB55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3</a:t>
            </a:fld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7CEF41-5DBF-BE8C-3E2D-7F5D56B75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53690"/>
              </p:ext>
            </p:extLst>
          </p:nvPr>
        </p:nvGraphicFramePr>
        <p:xfrm>
          <a:off x="919480" y="1601359"/>
          <a:ext cx="10927079" cy="3784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53468">
                  <a:extLst>
                    <a:ext uri="{9D8B030D-6E8A-4147-A177-3AD203B41FA5}">
                      <a16:colId xmlns:a16="http://schemas.microsoft.com/office/drawing/2014/main" val="862637982"/>
                    </a:ext>
                  </a:extLst>
                </a:gridCol>
                <a:gridCol w="3725470">
                  <a:extLst>
                    <a:ext uri="{9D8B030D-6E8A-4147-A177-3AD203B41FA5}">
                      <a16:colId xmlns:a16="http://schemas.microsoft.com/office/drawing/2014/main" val="3802101120"/>
                    </a:ext>
                  </a:extLst>
                </a:gridCol>
                <a:gridCol w="1893954">
                  <a:extLst>
                    <a:ext uri="{9D8B030D-6E8A-4147-A177-3AD203B41FA5}">
                      <a16:colId xmlns:a16="http://schemas.microsoft.com/office/drawing/2014/main" val="2584922424"/>
                    </a:ext>
                  </a:extLst>
                </a:gridCol>
                <a:gridCol w="3554187">
                  <a:extLst>
                    <a:ext uri="{9D8B030D-6E8A-4147-A177-3AD203B41FA5}">
                      <a16:colId xmlns:a16="http://schemas.microsoft.com/office/drawing/2014/main" val="3508605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Document</a:t>
                      </a:r>
                      <a:r>
                        <a:rPr lang="de-CH" dirty="0"/>
                        <a:t>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16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000" dirty="0"/>
                        <a:t>NETCONF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2"/>
                        </a:rPr>
                        <a:t>draft-ietf-netconf-udp-notif-26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IESG state changed to AD Evaluation::Revised I-D Needed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OPSDIR Early review (of -21) by Tina Tsou</a:t>
                      </a:r>
                    </a:p>
                    <a:p>
                      <a:r>
                        <a:rPr lang="en-US" sz="1000" dirty="0"/>
                        <a:t>YANGDOCTORS Early review (of -20) by Jürgen Schönwälder</a:t>
                      </a:r>
                    </a:p>
                    <a:p>
                      <a:r>
                        <a:rPr lang="en-US" sz="1000" dirty="0"/>
                        <a:t>TSVART Early review (of -11) by Michael </a:t>
                      </a:r>
                      <a:r>
                        <a:rPr lang="en-US" sz="1000" dirty="0" err="1"/>
                        <a:t>Tüxen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TSVART Early Review due 2025-10-23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6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NETCONF</a:t>
                      </a:r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linkClick r:id="rId3"/>
                        </a:rPr>
                        <a:t>RFC 9984</a:t>
                      </a:r>
                      <a:endParaRPr lang="de-CH" sz="1000" dirty="0"/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Published as RFC</a:t>
                      </a:r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OPSDIR Early review (of -07) by Ran Chen</a:t>
                      </a:r>
                    </a:p>
                    <a:p>
                      <a:r>
                        <a:rPr lang="en-US" sz="1000" dirty="0"/>
                        <a:t>TSVART Early review (of -06) by Joerg Ott </a:t>
                      </a:r>
                    </a:p>
                    <a:p>
                      <a:r>
                        <a:rPr lang="en-US" sz="1000" dirty="0"/>
                        <a:t>YANGDOCTORS Early review (of -06) by Jürgen Schönwälder</a:t>
                      </a:r>
                    </a:p>
                    <a:p>
                      <a:r>
                        <a:rPr lang="en-US" sz="1000" dirty="0"/>
                        <a:t>GENART review (of -09) by Elwin Davies</a:t>
                      </a:r>
                    </a:p>
                    <a:p>
                      <a:r>
                        <a:rPr lang="en-US" sz="1000" dirty="0"/>
                        <a:t>DNSDIR review (of -09) by Peter Van Dijk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6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NETCONF</a:t>
                      </a:r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4"/>
                        </a:rPr>
                        <a:t>draft-ietf-netconf-distributed-notif-24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Changed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action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holders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to Mahesh Jethanandani (IESG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state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changed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SECDIR IETF Last Call review (of -21) by Daniel Migault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SECDIR IETF Last Call review (of -19) by Daniel Migault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OPSDIR IETF Last Call review (of -19) by Yingzhen Qu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INTDIR IETF Last Call review (of -18) by Florian Obser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TSVART IETF Last Call review (of -18) by Magnus Westerlund</a:t>
                      </a:r>
                    </a:p>
                    <a:p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GENART IETF Last Call review (of -18) by Joel Halpern Almost</a:t>
                      </a:r>
                    </a:p>
                    <a:p>
                      <a:r>
                        <a:rPr lang="en-US" sz="1000" dirty="0"/>
                        <a:t>OPSDIR Early review (of -14) by Jürgen Schönwälder</a:t>
                      </a:r>
                    </a:p>
                    <a:p>
                      <a:r>
                        <a:rPr lang="en-US" sz="1000" dirty="0"/>
                        <a:t>YANGDOCTORS Early review (of -13 and -17) by Martin Björklund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5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NETMOD</a:t>
                      </a:r>
                    </a:p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  <a:hlinkClick r:id="rId5"/>
                        </a:rPr>
                        <a:t>draft-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  <a:hlinkClick r:id="rId5"/>
                        </a:rPr>
                        <a:t>netana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  <a:hlinkClick r:id="rId5"/>
                        </a:rPr>
                        <a:t>-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  <a:hlinkClick r:id="rId5"/>
                        </a:rPr>
                        <a:t>netmod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  <a:hlinkClick r:id="rId5"/>
                        </a:rPr>
                        <a:t>-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  <a:hlinkClick r:id="rId5"/>
                        </a:rPr>
                        <a:t>yang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  <a:hlinkClick r:id="rId5"/>
                        </a:rPr>
                        <a:t>-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  <a:hlinkClick r:id="rId5"/>
                        </a:rPr>
                        <a:t>anydata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  <a:hlinkClick r:id="rId5"/>
                        </a:rPr>
                        <a:t>-validation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New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document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version</a:t>
                      </a:r>
                      <a:r>
                        <a:rPr lang="de-CH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de-CH" sz="1000" dirty="0" err="1">
                          <a:highlight>
                            <a:srgbClr val="FFFF00"/>
                          </a:highlight>
                        </a:rPr>
                        <a:t>published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Reviews from Rob Wilton addressed and James Cumings review will be addressed with a proposal.</a:t>
                      </a:r>
                      <a:endParaRPr lang="de-CH" sz="1000" dirty="0">
                        <a:highlight>
                          <a:srgbClr val="FFFF00"/>
                        </a:highlight>
                      </a:endParaRPr>
                    </a:p>
                    <a:p>
                      <a:endParaRPr lang="de-C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9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421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641</Words>
  <Application>Microsoft Office PowerPoint</Application>
  <PresentationFormat>Widescreen</PresentationFormat>
  <Paragraphs>93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An Architecture for YANG-Push to Message Broker Integration Normative References, State and Reviewers</vt:lpstr>
      <vt:lpstr>An Architecture for YANG-Push to Message Broker Integration Informative References, State and Reviewers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Graf Thomas, SCS-INI-NET-VNC-E2E</cp:lastModifiedBy>
  <cp:revision>264</cp:revision>
  <dcterms:created xsi:type="dcterms:W3CDTF">2019-11-29T14:22:02Z</dcterms:created>
  <dcterms:modified xsi:type="dcterms:W3CDTF">2026-11-01T14:39:55Z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2023-03-20T10:46:29Z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