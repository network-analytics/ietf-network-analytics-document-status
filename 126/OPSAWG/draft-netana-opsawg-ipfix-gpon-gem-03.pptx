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
  </p:notesMasterIdLst>
  <p:sldIdLst>
    <p:sldId id="1041" r:id="rId2"/>
    <p:sldId id="1053" r:id="rId3"/>
    <p:sldId id="1058" r:id="rId4"/>
    <p:sldId id="1060" r:id="rId5"/>
    <p:sldId id="1055" r:id="rId6"/>
    <p:sldId id="1059" r:id="rId7"/>
    <p:sldId id="1054" r:id="rId8"/>
    <p:sldId id="1057" r:id="rId9"/>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98E01DB-B94E-4BFC-AEFE-025977D6D0E1}" v="5" dt="2026-07-14T14:09:35.48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025" autoAdjust="0"/>
    <p:restoredTop sz="94660"/>
  </p:normalViewPr>
  <p:slideViewPr>
    <p:cSldViewPr snapToGrid="0">
      <p:cViewPr varScale="1">
        <p:scale>
          <a:sx n="95" d="100"/>
          <a:sy n="95" d="100"/>
        </p:scale>
        <p:origin x="115"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6"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5" Type="http://schemas.microsoft.com/office/2016/11/relationships/changesInfo" Target="changesInfos/changesInfo1.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f Thomas, INI-NET-DCF" userId="487bc3e3-9ce7-4cdd-b7b4-8899ea88d289" providerId="ADAL" clId="{D2D88D83-EF10-408A-A9AE-EEA2F4BC3522}"/>
    <pc:docChg chg="custSel modSld">
      <pc:chgData name="Graf Thomas, INI-NET-DCF" userId="487bc3e3-9ce7-4cdd-b7b4-8899ea88d289" providerId="ADAL" clId="{D2D88D83-EF10-408A-A9AE-EEA2F4BC3522}" dt="2020-06-13T11:16:48.674" v="47" actId="478"/>
      <pc:docMkLst>
        <pc:docMk/>
      </pc:docMkLst>
      <pc:sldChg chg="modSp">
        <pc:chgData name="Graf Thomas, INI-NET-DCF" userId="487bc3e3-9ce7-4cdd-b7b4-8899ea88d289" providerId="ADAL" clId="{D2D88D83-EF10-408A-A9AE-EEA2F4BC3522}" dt="2020-06-13T11:08:48.535" v="11" actId="20577"/>
        <pc:sldMkLst>
          <pc:docMk/>
          <pc:sldMk cId="3578665336" sldId="1041"/>
        </pc:sldMkLst>
      </pc:sldChg>
      <pc:sldChg chg="addSp delSp modSp">
        <pc:chgData name="Graf Thomas, INI-NET-DCF" userId="487bc3e3-9ce7-4cdd-b7b4-8899ea88d289" providerId="ADAL" clId="{D2D88D83-EF10-408A-A9AE-EEA2F4BC3522}" dt="2020-06-13T11:16:48.674" v="47" actId="478"/>
        <pc:sldMkLst>
          <pc:docMk/>
          <pc:sldMk cId="4005888238" sldId="1046"/>
        </pc:sldMkLst>
      </pc:sldChg>
      <pc:sldChg chg="modSp">
        <pc:chgData name="Graf Thomas, INI-NET-DCF" userId="487bc3e3-9ce7-4cdd-b7b4-8899ea88d289" providerId="ADAL" clId="{D2D88D83-EF10-408A-A9AE-EEA2F4BC3522}" dt="2020-06-13T11:09:36.597" v="24" actId="20577"/>
        <pc:sldMkLst>
          <pc:docMk/>
          <pc:sldMk cId="3529422000" sldId="1048"/>
        </pc:sldMkLst>
      </pc:sldChg>
    </pc:docChg>
  </pc:docChgLst>
  <pc:docChgLst>
    <pc:chgData name="Graf Thomas, INI-NET-DCF" userId="487bc3e3-9ce7-4cdd-b7b4-8899ea88d289" providerId="ADAL" clId="{36E6DFBC-EB3C-4D3C-97F7-C6A855FFE787}"/>
    <pc:docChg chg="modSld">
      <pc:chgData name="Graf Thomas, INI-NET-DCF" userId="487bc3e3-9ce7-4cdd-b7b4-8899ea88d289" providerId="ADAL" clId="{36E6DFBC-EB3C-4D3C-97F7-C6A855FFE787}" dt="2020-07-27T12:02:41.304" v="1" actId="20577"/>
      <pc:docMkLst>
        <pc:docMk/>
      </pc:docMkLst>
      <pc:sldChg chg="modSp">
        <pc:chgData name="Graf Thomas, INI-NET-DCF" userId="487bc3e3-9ce7-4cdd-b7b4-8899ea88d289" providerId="ADAL" clId="{36E6DFBC-EB3C-4D3C-97F7-C6A855FFE787}" dt="2020-07-27T12:02:41.304" v="1" actId="20577"/>
        <pc:sldMkLst>
          <pc:docMk/>
          <pc:sldMk cId="3529422000" sldId="1048"/>
        </pc:sldMkLst>
      </pc:sldChg>
    </pc:docChg>
  </pc:docChgLst>
  <pc:docChgLst>
    <pc:chgData name="Graf Thomas, INI-NET-TCZ-ZH1" userId="487bc3e3-9ce7-4cdd-b7b4-8899ea88d289" providerId="ADAL" clId="{5AD3FCCF-5AAE-4D6D-9322-2161447788A3}"/>
    <pc:docChg chg="undo custSel addSld delSld modSld sldOrd">
      <pc:chgData name="Graf Thomas, INI-NET-TCZ-ZH1" userId="487bc3e3-9ce7-4cdd-b7b4-8899ea88d289" providerId="ADAL" clId="{5AD3FCCF-5AAE-4D6D-9322-2161447788A3}" dt="2020-11-17T05:27:12.922" v="1116" actId="20577"/>
      <pc:docMkLst>
        <pc:docMk/>
      </pc:docMkLst>
      <pc:sldChg chg="modSp mod">
        <pc:chgData name="Graf Thomas, INI-NET-TCZ-ZH1" userId="487bc3e3-9ce7-4cdd-b7b4-8899ea88d289" providerId="ADAL" clId="{5AD3FCCF-5AAE-4D6D-9322-2161447788A3}" dt="2020-11-17T05:07:46.740" v="799" actId="20577"/>
        <pc:sldMkLst>
          <pc:docMk/>
          <pc:sldMk cId="2681954568" sldId="1035"/>
        </pc:sldMkLst>
      </pc:sldChg>
      <pc:sldChg chg="modSp mod">
        <pc:chgData name="Graf Thomas, INI-NET-TCZ-ZH1" userId="487bc3e3-9ce7-4cdd-b7b4-8899ea88d289" providerId="ADAL" clId="{5AD3FCCF-5AAE-4D6D-9322-2161447788A3}" dt="2020-11-17T04:39:38.951" v="13" actId="20577"/>
        <pc:sldMkLst>
          <pc:docMk/>
          <pc:sldMk cId="3578665336" sldId="1041"/>
        </pc:sldMkLst>
      </pc:sldChg>
      <pc:sldChg chg="addSp delSp modSp mod">
        <pc:chgData name="Graf Thomas, INI-NET-TCZ-ZH1" userId="487bc3e3-9ce7-4cdd-b7b4-8899ea88d289" providerId="ADAL" clId="{5AD3FCCF-5AAE-4D6D-9322-2161447788A3}" dt="2020-11-17T05:05:40.736" v="782" actId="167"/>
        <pc:sldMkLst>
          <pc:docMk/>
          <pc:sldMk cId="2462566068" sldId="1045"/>
        </pc:sldMkLst>
      </pc:sldChg>
      <pc:sldChg chg="ord">
        <pc:chgData name="Graf Thomas, INI-NET-TCZ-ZH1" userId="487bc3e3-9ce7-4cdd-b7b4-8899ea88d289" providerId="ADAL" clId="{5AD3FCCF-5AAE-4D6D-9322-2161447788A3}" dt="2020-11-17T05:01:19.534" v="640"/>
        <pc:sldMkLst>
          <pc:docMk/>
          <pc:sldMk cId="4005888238" sldId="1046"/>
        </pc:sldMkLst>
      </pc:sldChg>
      <pc:sldChg chg="ord">
        <pc:chgData name="Graf Thomas, INI-NET-TCZ-ZH1" userId="487bc3e3-9ce7-4cdd-b7b4-8899ea88d289" providerId="ADAL" clId="{5AD3FCCF-5AAE-4D6D-9322-2161447788A3}" dt="2020-11-17T04:39:53.654" v="15"/>
        <pc:sldMkLst>
          <pc:docMk/>
          <pc:sldMk cId="863121141" sldId="1047"/>
        </pc:sldMkLst>
      </pc:sldChg>
      <pc:sldChg chg="modSp add del mod">
        <pc:chgData name="Graf Thomas, INI-NET-TCZ-ZH1" userId="487bc3e3-9ce7-4cdd-b7b4-8899ea88d289" providerId="ADAL" clId="{5AD3FCCF-5AAE-4D6D-9322-2161447788A3}" dt="2020-11-17T05:08:55.057" v="810" actId="47"/>
        <pc:sldMkLst>
          <pc:docMk/>
          <pc:sldMk cId="3529422000" sldId="1048"/>
        </pc:sldMkLst>
      </pc:sldChg>
      <pc:sldChg chg="modSp add del mod">
        <pc:chgData name="Graf Thomas, INI-NET-TCZ-ZH1" userId="487bc3e3-9ce7-4cdd-b7b4-8899ea88d289" providerId="ADAL" clId="{5AD3FCCF-5AAE-4D6D-9322-2161447788A3}" dt="2020-11-17T04:53:05.176" v="255" actId="47"/>
        <pc:sldMkLst>
          <pc:docMk/>
          <pc:sldMk cId="2881282069" sldId="1049"/>
        </pc:sldMkLst>
      </pc:sldChg>
      <pc:sldChg chg="addSp delSp modSp add mod">
        <pc:chgData name="Graf Thomas, INI-NET-TCZ-ZH1" userId="487bc3e3-9ce7-4cdd-b7b4-8899ea88d289" providerId="ADAL" clId="{5AD3FCCF-5AAE-4D6D-9322-2161447788A3}" dt="2020-11-17T05:05:35.536" v="781" actId="478"/>
        <pc:sldMkLst>
          <pc:docMk/>
          <pc:sldMk cId="3456004546" sldId="1049"/>
        </pc:sldMkLst>
      </pc:sldChg>
      <pc:sldChg chg="addSp delSp modSp add mod">
        <pc:chgData name="Graf Thomas, INI-NET-TCZ-ZH1" userId="487bc3e3-9ce7-4cdd-b7b4-8899ea88d289" providerId="ADAL" clId="{5AD3FCCF-5AAE-4D6D-9322-2161447788A3}" dt="2020-11-17T05:27:12.922" v="1116" actId="20577"/>
        <pc:sldMkLst>
          <pc:docMk/>
          <pc:sldMk cId="2789190820" sldId="1050"/>
        </pc:sldMkLst>
      </pc:sldChg>
      <pc:sldChg chg="modSp add mod">
        <pc:chgData name="Graf Thomas, INI-NET-TCZ-ZH1" userId="487bc3e3-9ce7-4cdd-b7b4-8899ea88d289" providerId="ADAL" clId="{5AD3FCCF-5AAE-4D6D-9322-2161447788A3}" dt="2020-11-17T05:24:17.413" v="1023" actId="255"/>
        <pc:sldMkLst>
          <pc:docMk/>
          <pc:sldMk cId="2966122851" sldId="1051"/>
        </pc:sldMkLst>
      </pc:sldChg>
    </pc:docChg>
  </pc:docChgLst>
  <pc:docChgLst>
    <pc:chgData name="Graf Thomas, SCS-INI-NET-VNC-E2E" userId="487bc3e3-9ce7-4cdd-b7b4-8899ea88d289" providerId="ADAL" clId="{ADEEF08A-D719-4B50-A383-4105EDA2C206}"/>
    <pc:docChg chg="undo custSel addSld modSld sldOrd">
      <pc:chgData name="Graf Thomas, SCS-INI-NET-VNC-E2E" userId="487bc3e3-9ce7-4cdd-b7b4-8899ea88d289" providerId="ADAL" clId="{ADEEF08A-D719-4B50-A383-4105EDA2C206}" dt="2026-07-14T14:11:46.358" v="556" actId="20577"/>
      <pc:docMkLst>
        <pc:docMk/>
      </pc:docMkLst>
      <pc:sldChg chg="modSp mod">
        <pc:chgData name="Graf Thomas, SCS-INI-NET-VNC-E2E" userId="487bc3e3-9ce7-4cdd-b7b4-8899ea88d289" providerId="ADAL" clId="{ADEEF08A-D719-4B50-A383-4105EDA2C206}" dt="2026-07-14T13:55:18.764" v="2" actId="20577"/>
        <pc:sldMkLst>
          <pc:docMk/>
          <pc:sldMk cId="3578665336" sldId="1041"/>
        </pc:sldMkLst>
        <pc:spChg chg="mod">
          <ac:chgData name="Graf Thomas, SCS-INI-NET-VNC-E2E" userId="487bc3e3-9ce7-4cdd-b7b4-8899ea88d289" providerId="ADAL" clId="{ADEEF08A-D719-4B50-A383-4105EDA2C206}" dt="2026-07-14T13:55:18.764" v="2" actId="20577"/>
          <ac:spMkLst>
            <pc:docMk/>
            <pc:sldMk cId="3578665336" sldId="1041"/>
            <ac:spMk id="7" creationId="{5317E9BA-6AEC-4D14-B133-97378590FE3C}"/>
          </ac:spMkLst>
        </pc:spChg>
      </pc:sldChg>
      <pc:sldChg chg="addSp delSp modSp mod">
        <pc:chgData name="Graf Thomas, SCS-INI-NET-VNC-E2E" userId="487bc3e3-9ce7-4cdd-b7b4-8899ea88d289" providerId="ADAL" clId="{ADEEF08A-D719-4B50-A383-4105EDA2C206}" dt="2026-07-14T14:07:01.787" v="215" actId="1076"/>
        <pc:sldMkLst>
          <pc:docMk/>
          <pc:sldMk cId="2070211887" sldId="1055"/>
        </pc:sldMkLst>
        <pc:spChg chg="mod">
          <ac:chgData name="Graf Thomas, SCS-INI-NET-VNC-E2E" userId="487bc3e3-9ce7-4cdd-b7b4-8899ea88d289" providerId="ADAL" clId="{ADEEF08A-D719-4B50-A383-4105EDA2C206}" dt="2026-07-14T14:06:07.382" v="206" actId="13926"/>
          <ac:spMkLst>
            <pc:docMk/>
            <pc:sldMk cId="2070211887" sldId="1055"/>
            <ac:spMk id="3" creationId="{29C0DFD4-432D-4B0C-93DF-790441DCF5B9}"/>
          </ac:spMkLst>
        </pc:spChg>
        <pc:picChg chg="add mod">
          <ac:chgData name="Graf Thomas, SCS-INI-NET-VNC-E2E" userId="487bc3e3-9ce7-4cdd-b7b4-8899ea88d289" providerId="ADAL" clId="{ADEEF08A-D719-4B50-A383-4105EDA2C206}" dt="2026-07-14T14:07:01.787" v="215" actId="1076"/>
          <ac:picMkLst>
            <pc:docMk/>
            <pc:sldMk cId="2070211887" sldId="1055"/>
            <ac:picMk id="5" creationId="{CFA67E44-4CB2-413F-A406-1B459ECD3EB5}"/>
          </ac:picMkLst>
        </pc:picChg>
        <pc:picChg chg="del">
          <ac:chgData name="Graf Thomas, SCS-INI-NET-VNC-E2E" userId="487bc3e3-9ce7-4cdd-b7b4-8899ea88d289" providerId="ADAL" clId="{ADEEF08A-D719-4B50-A383-4105EDA2C206}" dt="2026-07-14T14:06:50.717" v="211" actId="478"/>
          <ac:picMkLst>
            <pc:docMk/>
            <pc:sldMk cId="2070211887" sldId="1055"/>
            <ac:picMk id="6" creationId="{7DD11D29-6C67-2369-716A-6CD94AED5E39}"/>
          </ac:picMkLst>
        </pc:picChg>
      </pc:sldChg>
      <pc:sldChg chg="modSp mod">
        <pc:chgData name="Graf Thomas, SCS-INI-NET-VNC-E2E" userId="487bc3e3-9ce7-4cdd-b7b4-8899ea88d289" providerId="ADAL" clId="{ADEEF08A-D719-4B50-A383-4105EDA2C206}" dt="2026-07-14T14:11:46.358" v="556" actId="20577"/>
        <pc:sldMkLst>
          <pc:docMk/>
          <pc:sldMk cId="696618838" sldId="1057"/>
        </pc:sldMkLst>
        <pc:spChg chg="mod">
          <ac:chgData name="Graf Thomas, SCS-INI-NET-VNC-E2E" userId="487bc3e3-9ce7-4cdd-b7b4-8899ea88d289" providerId="ADAL" clId="{ADEEF08A-D719-4B50-A383-4105EDA2C206}" dt="2026-07-14T14:11:46.358" v="556" actId="20577"/>
          <ac:spMkLst>
            <pc:docMk/>
            <pc:sldMk cId="696618838" sldId="1057"/>
            <ac:spMk id="3" creationId="{29C0DFD4-432D-4B0C-93DF-790441DCF5B9}"/>
          </ac:spMkLst>
        </pc:spChg>
        <pc:spChg chg="mod">
          <ac:chgData name="Graf Thomas, SCS-INI-NET-VNC-E2E" userId="487bc3e3-9ce7-4cdd-b7b4-8899ea88d289" providerId="ADAL" clId="{ADEEF08A-D719-4B50-A383-4105EDA2C206}" dt="2026-07-14T14:11:22.552" v="550" actId="20577"/>
          <ac:spMkLst>
            <pc:docMk/>
            <pc:sldMk cId="696618838" sldId="1057"/>
            <ac:spMk id="4" creationId="{6AA3D941-D070-4BAA-AE3C-0C1557C02C74}"/>
          </ac:spMkLst>
        </pc:spChg>
      </pc:sldChg>
      <pc:sldChg chg="modSp mod">
        <pc:chgData name="Graf Thomas, SCS-INI-NET-VNC-E2E" userId="487bc3e3-9ce7-4cdd-b7b4-8899ea88d289" providerId="ADAL" clId="{ADEEF08A-D719-4B50-A383-4105EDA2C206}" dt="2026-07-14T13:59:53.393" v="22" actId="20577"/>
        <pc:sldMkLst>
          <pc:docMk/>
          <pc:sldMk cId="1587469533" sldId="1058"/>
        </pc:sldMkLst>
        <pc:spChg chg="mod">
          <ac:chgData name="Graf Thomas, SCS-INI-NET-VNC-E2E" userId="487bc3e3-9ce7-4cdd-b7b4-8899ea88d289" providerId="ADAL" clId="{ADEEF08A-D719-4B50-A383-4105EDA2C206}" dt="2026-07-14T13:58:58.418" v="7" actId="20577"/>
          <ac:spMkLst>
            <pc:docMk/>
            <pc:sldMk cId="1587469533" sldId="1058"/>
            <ac:spMk id="2" creationId="{FF20F271-6F0D-4AC0-BB1D-F5C338165C13}"/>
          </ac:spMkLst>
        </pc:spChg>
        <pc:spChg chg="mod">
          <ac:chgData name="Graf Thomas, SCS-INI-NET-VNC-E2E" userId="487bc3e3-9ce7-4cdd-b7b4-8899ea88d289" providerId="ADAL" clId="{ADEEF08A-D719-4B50-A383-4105EDA2C206}" dt="2026-07-14T13:59:53.393" v="22" actId="20577"/>
          <ac:spMkLst>
            <pc:docMk/>
            <pc:sldMk cId="1587469533" sldId="1058"/>
            <ac:spMk id="3" creationId="{29C0DFD4-432D-4B0C-93DF-790441DCF5B9}"/>
          </ac:spMkLst>
        </pc:spChg>
      </pc:sldChg>
      <pc:sldChg chg="ord">
        <pc:chgData name="Graf Thomas, SCS-INI-NET-VNC-E2E" userId="487bc3e3-9ce7-4cdd-b7b4-8899ea88d289" providerId="ADAL" clId="{ADEEF08A-D719-4B50-A383-4105EDA2C206}" dt="2026-07-14T14:02:51.196" v="42" actId="20578"/>
        <pc:sldMkLst>
          <pc:docMk/>
          <pc:sldMk cId="3900353875" sldId="1059"/>
        </pc:sldMkLst>
      </pc:sldChg>
      <pc:sldChg chg="modSp add mod">
        <pc:chgData name="Graf Thomas, SCS-INI-NET-VNC-E2E" userId="487bc3e3-9ce7-4cdd-b7b4-8899ea88d289" providerId="ADAL" clId="{ADEEF08A-D719-4B50-A383-4105EDA2C206}" dt="2026-07-14T14:05:15.319" v="201" actId="20577"/>
        <pc:sldMkLst>
          <pc:docMk/>
          <pc:sldMk cId="1810681546" sldId="1060"/>
        </pc:sldMkLst>
        <pc:spChg chg="mod">
          <ac:chgData name="Graf Thomas, SCS-INI-NET-VNC-E2E" userId="487bc3e3-9ce7-4cdd-b7b4-8899ea88d289" providerId="ADAL" clId="{ADEEF08A-D719-4B50-A383-4105EDA2C206}" dt="2026-07-14T13:59:44.267" v="18" actId="14100"/>
          <ac:spMkLst>
            <pc:docMk/>
            <pc:sldMk cId="1810681546" sldId="1060"/>
            <ac:spMk id="2" creationId="{8C79E7AC-6D71-6374-8E36-8D5230ACA119}"/>
          </ac:spMkLst>
        </pc:spChg>
        <pc:spChg chg="mod">
          <ac:chgData name="Graf Thomas, SCS-INI-NET-VNC-E2E" userId="487bc3e3-9ce7-4cdd-b7b4-8899ea88d289" providerId="ADAL" clId="{ADEEF08A-D719-4B50-A383-4105EDA2C206}" dt="2026-07-14T14:05:15.319" v="201" actId="20577"/>
          <ac:spMkLst>
            <pc:docMk/>
            <pc:sldMk cId="1810681546" sldId="1060"/>
            <ac:spMk id="3" creationId="{02877EBB-5419-E883-56B6-E5C383C7C499}"/>
          </ac:spMkLst>
        </pc:spChg>
        <pc:spChg chg="mod">
          <ac:chgData name="Graf Thomas, SCS-INI-NET-VNC-E2E" userId="487bc3e3-9ce7-4cdd-b7b4-8899ea88d289" providerId="ADAL" clId="{ADEEF08A-D719-4B50-A383-4105EDA2C206}" dt="2026-07-14T14:02:39.710" v="35" actId="14100"/>
          <ac:spMkLst>
            <pc:docMk/>
            <pc:sldMk cId="1810681546" sldId="1060"/>
            <ac:spMk id="10" creationId="{F79625C5-7E9E-9B00-E855-0ACFC32BBFBB}"/>
          </ac:spMkLst>
        </pc:spChg>
        <pc:picChg chg="mod">
          <ac:chgData name="Graf Thomas, SCS-INI-NET-VNC-E2E" userId="487bc3e3-9ce7-4cdd-b7b4-8899ea88d289" providerId="ADAL" clId="{ADEEF08A-D719-4B50-A383-4105EDA2C206}" dt="2026-07-14T14:02:29.547" v="32" actId="14826"/>
          <ac:picMkLst>
            <pc:docMk/>
            <pc:sldMk cId="1810681546" sldId="1060"/>
            <ac:picMk id="5" creationId="{CDF0842F-B0F8-C47E-9924-4E1CC1A5ED64}"/>
          </ac:picMkLst>
        </pc:picChg>
        <pc:cxnChg chg="mod">
          <ac:chgData name="Graf Thomas, SCS-INI-NET-VNC-E2E" userId="487bc3e3-9ce7-4cdd-b7b4-8899ea88d289" providerId="ADAL" clId="{ADEEF08A-D719-4B50-A383-4105EDA2C206}" dt="2026-07-14T14:04:23.144" v="100" actId="14100"/>
          <ac:cxnSpMkLst>
            <pc:docMk/>
            <pc:sldMk cId="1810681546" sldId="1060"/>
            <ac:cxnSpMk id="12" creationId="{6F46F9A0-D876-9A8B-ECB5-124A98C3E8C9}"/>
          </ac:cxnSpMkLst>
        </pc:cxnChg>
      </pc:sldChg>
    </pc:docChg>
  </pc:docChgLst>
  <pc:docChgLst>
    <pc:chgData name="Graf Thomas, INI-NET-VNC-E2E" userId="487bc3e3-9ce7-4cdd-b7b4-8899ea88d289" providerId="ADAL" clId="{C3CC97D0-28B4-4235-8780-4D920056BCD7}"/>
    <pc:docChg chg="undo redo custSel addSld delSld modSld sldOrd">
      <pc:chgData name="Graf Thomas, INI-NET-VNC-E2E" userId="487bc3e3-9ce7-4cdd-b7b4-8899ea88d289" providerId="ADAL" clId="{C3CC97D0-28B4-4235-8780-4D920056BCD7}" dt="2025-04-08T14:32:24.506" v="2502" actId="33524"/>
      <pc:docMkLst>
        <pc:docMk/>
      </pc:docMkLst>
      <pc:sldChg chg="modSp mod">
        <pc:chgData name="Graf Thomas, INI-NET-VNC-E2E" userId="487bc3e3-9ce7-4cdd-b7b4-8899ea88d289" providerId="ADAL" clId="{C3CC97D0-28B4-4235-8780-4D920056BCD7}" dt="2025-04-08T08:44:14.676" v="2124" actId="113"/>
        <pc:sldMkLst>
          <pc:docMk/>
          <pc:sldMk cId="3578665336" sldId="1041"/>
        </pc:sldMkLst>
      </pc:sldChg>
      <pc:sldChg chg="del">
        <pc:chgData name="Graf Thomas, INI-NET-VNC-E2E" userId="487bc3e3-9ce7-4cdd-b7b4-8899ea88d289" providerId="ADAL" clId="{C3CC97D0-28B4-4235-8780-4D920056BCD7}" dt="2025-04-08T08:40:44.535" v="2058" actId="47"/>
        <pc:sldMkLst>
          <pc:docMk/>
          <pc:sldMk cId="2789190820" sldId="1050"/>
        </pc:sldMkLst>
      </pc:sldChg>
      <pc:sldChg chg="addSp delSp modSp mod">
        <pc:chgData name="Graf Thomas, INI-NET-VNC-E2E" userId="487bc3e3-9ce7-4cdd-b7b4-8899ea88d289" providerId="ADAL" clId="{C3CC97D0-28B4-4235-8780-4D920056BCD7}" dt="2025-04-08T08:43:21.223" v="2116" actId="20577"/>
        <pc:sldMkLst>
          <pc:docMk/>
          <pc:sldMk cId="728278235" sldId="1053"/>
        </pc:sldMkLst>
      </pc:sldChg>
      <pc:sldChg chg="addSp delSp modSp mod">
        <pc:chgData name="Graf Thomas, INI-NET-VNC-E2E" userId="487bc3e3-9ce7-4cdd-b7b4-8899ea88d289" providerId="ADAL" clId="{C3CC97D0-28B4-4235-8780-4D920056BCD7}" dt="2025-04-08T08:43:54.124" v="2122" actId="207"/>
        <pc:sldMkLst>
          <pc:docMk/>
          <pc:sldMk cId="3255145719" sldId="1054"/>
        </pc:sldMkLst>
      </pc:sldChg>
      <pc:sldChg chg="addSp delSp modSp mod ord">
        <pc:chgData name="Graf Thomas, INI-NET-VNC-E2E" userId="487bc3e3-9ce7-4cdd-b7b4-8899ea88d289" providerId="ADAL" clId="{C3CC97D0-28B4-4235-8780-4D920056BCD7}" dt="2025-04-08T08:36:53.355" v="1643" actId="20577"/>
        <pc:sldMkLst>
          <pc:docMk/>
          <pc:sldMk cId="2070211887" sldId="1055"/>
        </pc:sldMkLst>
      </pc:sldChg>
      <pc:sldChg chg="addSp modSp mod">
        <pc:chgData name="Graf Thomas, INI-NET-VNC-E2E" userId="487bc3e3-9ce7-4cdd-b7b4-8899ea88d289" providerId="ADAL" clId="{C3CC97D0-28B4-4235-8780-4D920056BCD7}" dt="2025-04-08T08:42:50.943" v="2106" actId="14100"/>
        <pc:sldMkLst>
          <pc:docMk/>
          <pc:sldMk cId="696618838" sldId="1057"/>
        </pc:sldMkLst>
      </pc:sldChg>
      <pc:sldChg chg="addSp delSp modSp add mod">
        <pc:chgData name="Graf Thomas, INI-NET-VNC-E2E" userId="487bc3e3-9ce7-4cdd-b7b4-8899ea88d289" providerId="ADAL" clId="{C3CC97D0-28B4-4235-8780-4D920056BCD7}" dt="2025-04-08T14:32:24.506" v="2502" actId="33524"/>
        <pc:sldMkLst>
          <pc:docMk/>
          <pc:sldMk cId="1587469533" sldId="1058"/>
        </pc:sldMkLst>
      </pc:sldChg>
      <pc:sldChg chg="add del">
        <pc:chgData name="Graf Thomas, INI-NET-VNC-E2E" userId="487bc3e3-9ce7-4cdd-b7b4-8899ea88d289" providerId="ADAL" clId="{C3CC97D0-28B4-4235-8780-4D920056BCD7}" dt="2025-04-08T07:23:02.326" v="413" actId="47"/>
        <pc:sldMkLst>
          <pc:docMk/>
          <pc:sldMk cId="3516297288" sldId="1058"/>
        </pc:sldMkLst>
      </pc:sldChg>
      <pc:sldChg chg="addSp delSp modSp add mod ord">
        <pc:chgData name="Graf Thomas, INI-NET-VNC-E2E" userId="487bc3e3-9ce7-4cdd-b7b4-8899ea88d289" providerId="ADAL" clId="{C3CC97D0-28B4-4235-8780-4D920056BCD7}" dt="2025-04-08T14:06:12.916" v="2319"/>
        <pc:sldMkLst>
          <pc:docMk/>
          <pc:sldMk cId="3900353875" sldId="1059"/>
        </pc:sldMkLst>
      </pc:sldChg>
    </pc:docChg>
  </pc:docChgLst>
  <pc:docChgLst>
    <pc:chgData name="Graf Thomas, INI-NET-DCF" userId="487bc3e3-9ce7-4cdd-b7b4-8899ea88d289" providerId="ADAL" clId="{61A825A2-3D20-4F1E-8A91-A2606F04E19D}"/>
    <pc:docChg chg="custSel modSld">
      <pc:chgData name="Graf Thomas, INI-NET-DCF" userId="487bc3e3-9ce7-4cdd-b7b4-8899ea88d289" providerId="ADAL" clId="{61A825A2-3D20-4F1E-8A91-A2606F04E19D}" dt="2020-04-02T10:48:14.020" v="112" actId="478"/>
      <pc:docMkLst>
        <pc:docMk/>
      </pc:docMkLst>
      <pc:sldChg chg="addSp delSp modSp">
        <pc:chgData name="Graf Thomas, INI-NET-DCF" userId="487bc3e3-9ce7-4cdd-b7b4-8899ea88d289" providerId="ADAL" clId="{61A825A2-3D20-4F1E-8A91-A2606F04E19D}" dt="2020-04-02T10:40:39.233" v="32"/>
        <pc:sldMkLst>
          <pc:docMk/>
          <pc:sldMk cId="2681954568" sldId="1035"/>
        </pc:sldMkLst>
      </pc:sldChg>
      <pc:sldChg chg="modSp">
        <pc:chgData name="Graf Thomas, INI-NET-DCF" userId="487bc3e3-9ce7-4cdd-b7b4-8899ea88d289" providerId="ADAL" clId="{61A825A2-3D20-4F1E-8A91-A2606F04E19D}" dt="2020-04-02T10:47:11.901" v="105" actId="20577"/>
        <pc:sldMkLst>
          <pc:docMk/>
          <pc:sldMk cId="3578665336" sldId="1041"/>
        </pc:sldMkLst>
      </pc:sldChg>
      <pc:sldChg chg="addSp modSp">
        <pc:chgData name="Graf Thomas, INI-NET-DCF" userId="487bc3e3-9ce7-4cdd-b7b4-8899ea88d289" providerId="ADAL" clId="{61A825A2-3D20-4F1E-8A91-A2606F04E19D}" dt="2020-04-02T10:41:04.608" v="56" actId="1035"/>
        <pc:sldMkLst>
          <pc:docMk/>
          <pc:sldMk cId="2462566068" sldId="1045"/>
        </pc:sldMkLst>
      </pc:sldChg>
      <pc:sldChg chg="addSp delSp modSp">
        <pc:chgData name="Graf Thomas, INI-NET-DCF" userId="487bc3e3-9ce7-4cdd-b7b4-8899ea88d289" providerId="ADAL" clId="{61A825A2-3D20-4F1E-8A91-A2606F04E19D}" dt="2020-04-02T10:48:14.020" v="112" actId="478"/>
        <pc:sldMkLst>
          <pc:docMk/>
          <pc:sldMk cId="4005888238" sldId="1046"/>
        </pc:sldMkLst>
      </pc:sldChg>
      <pc:sldChg chg="addSp modSp">
        <pc:chgData name="Graf Thomas, INI-NET-DCF" userId="487bc3e3-9ce7-4cdd-b7b4-8899ea88d289" providerId="ADAL" clId="{61A825A2-3D20-4F1E-8A91-A2606F04E19D}" dt="2020-04-02T10:41:16.025" v="57" actId="1076"/>
        <pc:sldMkLst>
          <pc:docMk/>
          <pc:sldMk cId="863121141" sldId="1047"/>
        </pc:sldMkLst>
      </pc:sldChg>
      <pc:sldChg chg="addSp modSp">
        <pc:chgData name="Graf Thomas, INI-NET-DCF" userId="487bc3e3-9ce7-4cdd-b7b4-8899ea88d289" providerId="ADAL" clId="{61A825A2-3D20-4F1E-8A91-A2606F04E19D}" dt="2020-04-02T10:47:21.625" v="111" actId="20577"/>
        <pc:sldMkLst>
          <pc:docMk/>
          <pc:sldMk cId="3529422000" sldId="1048"/>
        </pc:sldMkLst>
      </pc:sldChg>
    </pc:docChg>
  </pc:docChgLst>
  <pc:docChgLst>
    <pc:chgData name="Graf Thomas, SCS-INI-NET-VNC-E2E" userId="487bc3e3-9ce7-4cdd-b7b4-8899ea88d289" providerId="ADAL" clId="{B9FDC7BA-635E-42B2-933A-168D1F27EC4D}"/>
    <pc:docChg chg="undo custSel modSld sldOrd">
      <pc:chgData name="Graf Thomas, SCS-INI-NET-VNC-E2E" userId="487bc3e3-9ce7-4cdd-b7b4-8899ea88d289" providerId="ADAL" clId="{B9FDC7BA-635E-42B2-933A-168D1F27EC4D}" dt="2025-07-04T14:03:26.654" v="612" actId="20577"/>
      <pc:docMkLst>
        <pc:docMk/>
      </pc:docMkLst>
      <pc:sldChg chg="modSp mod">
        <pc:chgData name="Graf Thomas, SCS-INI-NET-VNC-E2E" userId="487bc3e3-9ce7-4cdd-b7b4-8899ea88d289" providerId="ADAL" clId="{B9FDC7BA-635E-42B2-933A-168D1F27EC4D}" dt="2025-07-04T13:30:45.479" v="4" actId="20577"/>
        <pc:sldMkLst>
          <pc:docMk/>
          <pc:sldMk cId="3578665336" sldId="1041"/>
        </pc:sldMkLst>
      </pc:sldChg>
      <pc:sldChg chg="modSp mod">
        <pc:chgData name="Graf Thomas, SCS-INI-NET-VNC-E2E" userId="487bc3e3-9ce7-4cdd-b7b4-8899ea88d289" providerId="ADAL" clId="{B9FDC7BA-635E-42B2-933A-168D1F27EC4D}" dt="2025-07-04T14:00:47.989" v="457" actId="948"/>
        <pc:sldMkLst>
          <pc:docMk/>
          <pc:sldMk cId="2070211887" sldId="1055"/>
        </pc:sldMkLst>
      </pc:sldChg>
      <pc:sldChg chg="modSp mod">
        <pc:chgData name="Graf Thomas, SCS-INI-NET-VNC-E2E" userId="487bc3e3-9ce7-4cdd-b7b4-8899ea88d289" providerId="ADAL" clId="{B9FDC7BA-635E-42B2-933A-168D1F27EC4D}" dt="2025-07-04T14:03:26.654" v="612" actId="20577"/>
        <pc:sldMkLst>
          <pc:docMk/>
          <pc:sldMk cId="696618838" sldId="1057"/>
        </pc:sldMkLst>
      </pc:sldChg>
      <pc:sldChg chg="addSp delSp modSp mod ord">
        <pc:chgData name="Graf Thomas, SCS-INI-NET-VNC-E2E" userId="487bc3e3-9ce7-4cdd-b7b4-8899ea88d289" providerId="ADAL" clId="{B9FDC7BA-635E-42B2-933A-168D1F27EC4D}" dt="2025-07-04T13:59:18.560" v="437" actId="108"/>
        <pc:sldMkLst>
          <pc:docMk/>
          <pc:sldMk cId="3900353875" sldId="1059"/>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5E705E9-673F-4AC4-B29E-A7B26F3B8523}" type="datetimeFigureOut">
              <a:rPr lang="de-CH" smtClean="0"/>
              <a:t>14.07.2026</a:t>
            </a:fld>
            <a:endParaRPr lang="de-CH"/>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CH"/>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BC52A0-2F3F-497F-8536-39D60282E9C2}" type="slidenum">
              <a:rPr lang="de-CH" smtClean="0"/>
              <a:t>‹#›</a:t>
            </a:fld>
            <a:endParaRPr lang="de-CH"/>
          </a:p>
        </p:txBody>
      </p:sp>
    </p:spTree>
    <p:extLst>
      <p:ext uri="{BB962C8B-B14F-4D97-AF65-F5344CB8AC3E}">
        <p14:creationId xmlns:p14="http://schemas.microsoft.com/office/powerpoint/2010/main" val="2316730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1E4512-1D3B-4B73-B042-476E6184E8F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de-CH"/>
          </a:p>
        </p:txBody>
      </p:sp>
      <p:sp>
        <p:nvSpPr>
          <p:cNvPr id="3" name="Subtitle 2">
            <a:extLst>
              <a:ext uri="{FF2B5EF4-FFF2-40B4-BE49-F238E27FC236}">
                <a16:creationId xmlns:a16="http://schemas.microsoft.com/office/drawing/2014/main" id="{14168D7F-8149-41A1-BACA-3AE93B5EBA3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de-CH"/>
          </a:p>
        </p:txBody>
      </p:sp>
      <p:sp>
        <p:nvSpPr>
          <p:cNvPr id="4" name="Date Placeholder 3">
            <a:extLst>
              <a:ext uri="{FF2B5EF4-FFF2-40B4-BE49-F238E27FC236}">
                <a16:creationId xmlns:a16="http://schemas.microsoft.com/office/drawing/2014/main" id="{2F31F274-2081-4043-A760-EBE78731B51B}"/>
              </a:ext>
            </a:extLst>
          </p:cNvPr>
          <p:cNvSpPr>
            <a:spLocks noGrp="1"/>
          </p:cNvSpPr>
          <p:nvPr>
            <p:ph type="dt" sz="half" idx="10"/>
          </p:nvPr>
        </p:nvSpPr>
        <p:spPr/>
        <p:txBody>
          <a:bodyPr/>
          <a:lstStyle/>
          <a:p>
            <a:fld id="{9E9B238C-2335-4007-98C9-471C02CC43B6}" type="datetimeFigureOut">
              <a:rPr lang="de-CH" smtClean="0"/>
              <a:t>14.07.2026</a:t>
            </a:fld>
            <a:endParaRPr lang="de-CH"/>
          </a:p>
        </p:txBody>
      </p:sp>
      <p:sp>
        <p:nvSpPr>
          <p:cNvPr id="5" name="Footer Placeholder 4">
            <a:extLst>
              <a:ext uri="{FF2B5EF4-FFF2-40B4-BE49-F238E27FC236}">
                <a16:creationId xmlns:a16="http://schemas.microsoft.com/office/drawing/2014/main" id="{06F4A492-DE76-49D9-B2D6-119D939A6403}"/>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8F859CCC-4F98-451F-BD3B-E72AFDCA696C}"/>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17858223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8BBDF6-FBD2-40AF-9486-BB4A908B2A31}"/>
              </a:ext>
            </a:extLst>
          </p:cNvPr>
          <p:cNvSpPr>
            <a:spLocks noGrp="1"/>
          </p:cNvSpPr>
          <p:nvPr>
            <p:ph type="title"/>
          </p:nvPr>
        </p:nvSpPr>
        <p:spPr/>
        <p:txBody>
          <a:bodyPr/>
          <a:lstStyle/>
          <a:p>
            <a:r>
              <a:rPr lang="en-US"/>
              <a:t>Click to edit Master title style</a:t>
            </a:r>
            <a:endParaRPr lang="de-CH"/>
          </a:p>
        </p:txBody>
      </p:sp>
      <p:sp>
        <p:nvSpPr>
          <p:cNvPr id="3" name="Content Placeholder 2">
            <a:extLst>
              <a:ext uri="{FF2B5EF4-FFF2-40B4-BE49-F238E27FC236}">
                <a16:creationId xmlns:a16="http://schemas.microsoft.com/office/drawing/2014/main" id="{6FAC614F-9AF2-40AF-A811-367A6AFA5EA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8E787B81-7873-4625-90C6-65B7D39F68FA}"/>
              </a:ext>
            </a:extLst>
          </p:cNvPr>
          <p:cNvSpPr>
            <a:spLocks noGrp="1"/>
          </p:cNvSpPr>
          <p:nvPr>
            <p:ph type="dt" sz="half" idx="10"/>
          </p:nvPr>
        </p:nvSpPr>
        <p:spPr/>
        <p:txBody>
          <a:bodyPr/>
          <a:lstStyle/>
          <a:p>
            <a:fld id="{9E9B238C-2335-4007-98C9-471C02CC43B6}" type="datetimeFigureOut">
              <a:rPr lang="de-CH" smtClean="0"/>
              <a:t>14.07.2026</a:t>
            </a:fld>
            <a:endParaRPr lang="de-CH"/>
          </a:p>
        </p:txBody>
      </p:sp>
      <p:sp>
        <p:nvSpPr>
          <p:cNvPr id="5" name="Footer Placeholder 4">
            <a:extLst>
              <a:ext uri="{FF2B5EF4-FFF2-40B4-BE49-F238E27FC236}">
                <a16:creationId xmlns:a16="http://schemas.microsoft.com/office/drawing/2014/main" id="{7D062558-7E3E-4F68-94CA-8F448DCC8E48}"/>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2A3E61FB-1357-46F5-903C-1994E98B264D}"/>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1099387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5FD0C7-725B-4BFF-9522-83239C8F81B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de-CH"/>
          </a:p>
        </p:txBody>
      </p:sp>
      <p:sp>
        <p:nvSpPr>
          <p:cNvPr id="3" name="Text Placeholder 2">
            <a:extLst>
              <a:ext uri="{FF2B5EF4-FFF2-40B4-BE49-F238E27FC236}">
                <a16:creationId xmlns:a16="http://schemas.microsoft.com/office/drawing/2014/main" id="{C97E1048-3DC5-4B9C-899F-DED6314AE26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5B5DBFD-FBBF-4914-87A2-F3A61F56DED9}"/>
              </a:ext>
            </a:extLst>
          </p:cNvPr>
          <p:cNvSpPr>
            <a:spLocks noGrp="1"/>
          </p:cNvSpPr>
          <p:nvPr>
            <p:ph type="dt" sz="half" idx="10"/>
          </p:nvPr>
        </p:nvSpPr>
        <p:spPr/>
        <p:txBody>
          <a:bodyPr/>
          <a:lstStyle/>
          <a:p>
            <a:fld id="{9E9B238C-2335-4007-98C9-471C02CC43B6}" type="datetimeFigureOut">
              <a:rPr lang="de-CH" smtClean="0"/>
              <a:t>14.07.2026</a:t>
            </a:fld>
            <a:endParaRPr lang="de-CH"/>
          </a:p>
        </p:txBody>
      </p:sp>
      <p:sp>
        <p:nvSpPr>
          <p:cNvPr id="5" name="Footer Placeholder 4">
            <a:extLst>
              <a:ext uri="{FF2B5EF4-FFF2-40B4-BE49-F238E27FC236}">
                <a16:creationId xmlns:a16="http://schemas.microsoft.com/office/drawing/2014/main" id="{EB7571A4-73D2-444B-9013-7EFE083B18DF}"/>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C7CCFB92-7142-4854-ACC6-4129F01E7055}"/>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39037209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36279-2318-4AD6-A5F8-75FAC2F47DDA}"/>
              </a:ext>
            </a:extLst>
          </p:cNvPr>
          <p:cNvSpPr>
            <a:spLocks noGrp="1"/>
          </p:cNvSpPr>
          <p:nvPr>
            <p:ph type="title"/>
          </p:nvPr>
        </p:nvSpPr>
        <p:spPr/>
        <p:txBody>
          <a:bodyPr/>
          <a:lstStyle/>
          <a:p>
            <a:r>
              <a:rPr lang="en-US"/>
              <a:t>Click to edit Master title style</a:t>
            </a:r>
            <a:endParaRPr lang="de-CH"/>
          </a:p>
        </p:txBody>
      </p:sp>
      <p:sp>
        <p:nvSpPr>
          <p:cNvPr id="3" name="Content Placeholder 2">
            <a:extLst>
              <a:ext uri="{FF2B5EF4-FFF2-40B4-BE49-F238E27FC236}">
                <a16:creationId xmlns:a16="http://schemas.microsoft.com/office/drawing/2014/main" id="{7AD0583D-F808-46BC-A112-FEA6430F472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Content Placeholder 3">
            <a:extLst>
              <a:ext uri="{FF2B5EF4-FFF2-40B4-BE49-F238E27FC236}">
                <a16:creationId xmlns:a16="http://schemas.microsoft.com/office/drawing/2014/main" id="{4FE9A202-30E0-43D7-8764-65A6F84FDDA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5" name="Date Placeholder 4">
            <a:extLst>
              <a:ext uri="{FF2B5EF4-FFF2-40B4-BE49-F238E27FC236}">
                <a16:creationId xmlns:a16="http://schemas.microsoft.com/office/drawing/2014/main" id="{32791E6B-307F-487A-ACE7-95C6B653CB57}"/>
              </a:ext>
            </a:extLst>
          </p:cNvPr>
          <p:cNvSpPr>
            <a:spLocks noGrp="1"/>
          </p:cNvSpPr>
          <p:nvPr>
            <p:ph type="dt" sz="half" idx="10"/>
          </p:nvPr>
        </p:nvSpPr>
        <p:spPr/>
        <p:txBody>
          <a:bodyPr/>
          <a:lstStyle/>
          <a:p>
            <a:fld id="{9E9B238C-2335-4007-98C9-471C02CC43B6}" type="datetimeFigureOut">
              <a:rPr lang="de-CH" smtClean="0"/>
              <a:t>14.07.2026</a:t>
            </a:fld>
            <a:endParaRPr lang="de-CH"/>
          </a:p>
        </p:txBody>
      </p:sp>
      <p:sp>
        <p:nvSpPr>
          <p:cNvPr id="6" name="Footer Placeholder 5">
            <a:extLst>
              <a:ext uri="{FF2B5EF4-FFF2-40B4-BE49-F238E27FC236}">
                <a16:creationId xmlns:a16="http://schemas.microsoft.com/office/drawing/2014/main" id="{2621F60B-CB79-4100-B5DF-1E9EA55C1EE4}"/>
              </a:ext>
            </a:extLst>
          </p:cNvPr>
          <p:cNvSpPr>
            <a:spLocks noGrp="1"/>
          </p:cNvSpPr>
          <p:nvPr>
            <p:ph type="ftr" sz="quarter" idx="11"/>
          </p:nvPr>
        </p:nvSpPr>
        <p:spPr/>
        <p:txBody>
          <a:bodyPr/>
          <a:lstStyle/>
          <a:p>
            <a:endParaRPr lang="de-CH"/>
          </a:p>
        </p:txBody>
      </p:sp>
      <p:sp>
        <p:nvSpPr>
          <p:cNvPr id="7" name="Slide Number Placeholder 6">
            <a:extLst>
              <a:ext uri="{FF2B5EF4-FFF2-40B4-BE49-F238E27FC236}">
                <a16:creationId xmlns:a16="http://schemas.microsoft.com/office/drawing/2014/main" id="{8193C06A-1F3A-41DA-8ED0-F1B0534320A5}"/>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787353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837BF-12E0-4609-8885-BA3B61207024}"/>
              </a:ext>
            </a:extLst>
          </p:cNvPr>
          <p:cNvSpPr>
            <a:spLocks noGrp="1"/>
          </p:cNvSpPr>
          <p:nvPr>
            <p:ph type="title"/>
          </p:nvPr>
        </p:nvSpPr>
        <p:spPr>
          <a:xfrm>
            <a:off x="839788" y="365125"/>
            <a:ext cx="10515600" cy="1325563"/>
          </a:xfrm>
        </p:spPr>
        <p:txBody>
          <a:bodyPr/>
          <a:lstStyle/>
          <a:p>
            <a:r>
              <a:rPr lang="en-US"/>
              <a:t>Click to edit Master title style</a:t>
            </a:r>
            <a:endParaRPr lang="de-CH"/>
          </a:p>
        </p:txBody>
      </p:sp>
      <p:sp>
        <p:nvSpPr>
          <p:cNvPr id="3" name="Text Placeholder 2">
            <a:extLst>
              <a:ext uri="{FF2B5EF4-FFF2-40B4-BE49-F238E27FC236}">
                <a16:creationId xmlns:a16="http://schemas.microsoft.com/office/drawing/2014/main" id="{41D6F202-5F12-4652-B24C-DE18E1A337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9BF7499-BB9D-474C-80E4-FBDD9AF94F7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5" name="Text Placeholder 4">
            <a:extLst>
              <a:ext uri="{FF2B5EF4-FFF2-40B4-BE49-F238E27FC236}">
                <a16:creationId xmlns:a16="http://schemas.microsoft.com/office/drawing/2014/main" id="{1FE8ABCD-03D9-487D-A401-5C46542B96B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290E7B8-775C-4651-8505-06EEF69C7C7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7" name="Date Placeholder 6">
            <a:extLst>
              <a:ext uri="{FF2B5EF4-FFF2-40B4-BE49-F238E27FC236}">
                <a16:creationId xmlns:a16="http://schemas.microsoft.com/office/drawing/2014/main" id="{5EE55546-7C7E-4AE1-B224-70E058A04CB8}"/>
              </a:ext>
            </a:extLst>
          </p:cNvPr>
          <p:cNvSpPr>
            <a:spLocks noGrp="1"/>
          </p:cNvSpPr>
          <p:nvPr>
            <p:ph type="dt" sz="half" idx="10"/>
          </p:nvPr>
        </p:nvSpPr>
        <p:spPr/>
        <p:txBody>
          <a:bodyPr/>
          <a:lstStyle/>
          <a:p>
            <a:fld id="{9E9B238C-2335-4007-98C9-471C02CC43B6}" type="datetimeFigureOut">
              <a:rPr lang="de-CH" smtClean="0"/>
              <a:t>14.07.2026</a:t>
            </a:fld>
            <a:endParaRPr lang="de-CH"/>
          </a:p>
        </p:txBody>
      </p:sp>
      <p:sp>
        <p:nvSpPr>
          <p:cNvPr id="8" name="Footer Placeholder 7">
            <a:extLst>
              <a:ext uri="{FF2B5EF4-FFF2-40B4-BE49-F238E27FC236}">
                <a16:creationId xmlns:a16="http://schemas.microsoft.com/office/drawing/2014/main" id="{0A87DA8F-0A89-45FF-A3CC-8973287CFF46}"/>
              </a:ext>
            </a:extLst>
          </p:cNvPr>
          <p:cNvSpPr>
            <a:spLocks noGrp="1"/>
          </p:cNvSpPr>
          <p:nvPr>
            <p:ph type="ftr" sz="quarter" idx="11"/>
          </p:nvPr>
        </p:nvSpPr>
        <p:spPr/>
        <p:txBody>
          <a:bodyPr/>
          <a:lstStyle/>
          <a:p>
            <a:endParaRPr lang="de-CH"/>
          </a:p>
        </p:txBody>
      </p:sp>
      <p:sp>
        <p:nvSpPr>
          <p:cNvPr id="9" name="Slide Number Placeholder 8">
            <a:extLst>
              <a:ext uri="{FF2B5EF4-FFF2-40B4-BE49-F238E27FC236}">
                <a16:creationId xmlns:a16="http://schemas.microsoft.com/office/drawing/2014/main" id="{D52A632D-9625-4B76-A006-24C009E135AD}"/>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8000530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2A4D9-592C-47DB-A38B-6773D38A3113}"/>
              </a:ext>
            </a:extLst>
          </p:cNvPr>
          <p:cNvSpPr>
            <a:spLocks noGrp="1"/>
          </p:cNvSpPr>
          <p:nvPr>
            <p:ph type="title"/>
          </p:nvPr>
        </p:nvSpPr>
        <p:spPr/>
        <p:txBody>
          <a:bodyPr/>
          <a:lstStyle/>
          <a:p>
            <a:r>
              <a:rPr lang="en-US"/>
              <a:t>Click to edit Master title style</a:t>
            </a:r>
            <a:endParaRPr lang="de-CH"/>
          </a:p>
        </p:txBody>
      </p:sp>
      <p:sp>
        <p:nvSpPr>
          <p:cNvPr id="3" name="Date Placeholder 2">
            <a:extLst>
              <a:ext uri="{FF2B5EF4-FFF2-40B4-BE49-F238E27FC236}">
                <a16:creationId xmlns:a16="http://schemas.microsoft.com/office/drawing/2014/main" id="{30F8F040-BDDF-4877-8526-169F2DA14C15}"/>
              </a:ext>
            </a:extLst>
          </p:cNvPr>
          <p:cNvSpPr>
            <a:spLocks noGrp="1"/>
          </p:cNvSpPr>
          <p:nvPr>
            <p:ph type="dt" sz="half" idx="10"/>
          </p:nvPr>
        </p:nvSpPr>
        <p:spPr/>
        <p:txBody>
          <a:bodyPr/>
          <a:lstStyle/>
          <a:p>
            <a:fld id="{9E9B238C-2335-4007-98C9-471C02CC43B6}" type="datetimeFigureOut">
              <a:rPr lang="de-CH" smtClean="0"/>
              <a:t>14.07.2026</a:t>
            </a:fld>
            <a:endParaRPr lang="de-CH"/>
          </a:p>
        </p:txBody>
      </p:sp>
      <p:sp>
        <p:nvSpPr>
          <p:cNvPr id="4" name="Footer Placeholder 3">
            <a:extLst>
              <a:ext uri="{FF2B5EF4-FFF2-40B4-BE49-F238E27FC236}">
                <a16:creationId xmlns:a16="http://schemas.microsoft.com/office/drawing/2014/main" id="{7E90B3BB-C496-4AF5-8EB6-7559F47A6841}"/>
              </a:ext>
            </a:extLst>
          </p:cNvPr>
          <p:cNvSpPr>
            <a:spLocks noGrp="1"/>
          </p:cNvSpPr>
          <p:nvPr>
            <p:ph type="ftr" sz="quarter" idx="11"/>
          </p:nvPr>
        </p:nvSpPr>
        <p:spPr/>
        <p:txBody>
          <a:bodyPr/>
          <a:lstStyle/>
          <a:p>
            <a:endParaRPr lang="de-CH"/>
          </a:p>
        </p:txBody>
      </p:sp>
      <p:sp>
        <p:nvSpPr>
          <p:cNvPr id="5" name="Slide Number Placeholder 4">
            <a:extLst>
              <a:ext uri="{FF2B5EF4-FFF2-40B4-BE49-F238E27FC236}">
                <a16:creationId xmlns:a16="http://schemas.microsoft.com/office/drawing/2014/main" id="{87FE77DB-3A65-40BB-95CE-131D701F68B3}"/>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27493433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086202C-9526-41D5-A80B-2DF289677874}"/>
              </a:ext>
            </a:extLst>
          </p:cNvPr>
          <p:cNvSpPr>
            <a:spLocks noGrp="1"/>
          </p:cNvSpPr>
          <p:nvPr>
            <p:ph type="dt" sz="half" idx="10"/>
          </p:nvPr>
        </p:nvSpPr>
        <p:spPr/>
        <p:txBody>
          <a:bodyPr/>
          <a:lstStyle/>
          <a:p>
            <a:fld id="{9E9B238C-2335-4007-98C9-471C02CC43B6}" type="datetimeFigureOut">
              <a:rPr lang="de-CH" smtClean="0"/>
              <a:t>14.07.2026</a:t>
            </a:fld>
            <a:endParaRPr lang="de-CH"/>
          </a:p>
        </p:txBody>
      </p:sp>
      <p:sp>
        <p:nvSpPr>
          <p:cNvPr id="3" name="Footer Placeholder 2">
            <a:extLst>
              <a:ext uri="{FF2B5EF4-FFF2-40B4-BE49-F238E27FC236}">
                <a16:creationId xmlns:a16="http://schemas.microsoft.com/office/drawing/2014/main" id="{1E3DB588-08C7-4A6C-AB92-AA66E93DA399}"/>
              </a:ext>
            </a:extLst>
          </p:cNvPr>
          <p:cNvSpPr>
            <a:spLocks noGrp="1"/>
          </p:cNvSpPr>
          <p:nvPr>
            <p:ph type="ftr" sz="quarter" idx="11"/>
          </p:nvPr>
        </p:nvSpPr>
        <p:spPr/>
        <p:txBody>
          <a:bodyPr/>
          <a:lstStyle/>
          <a:p>
            <a:endParaRPr lang="de-CH"/>
          </a:p>
        </p:txBody>
      </p:sp>
      <p:sp>
        <p:nvSpPr>
          <p:cNvPr id="4" name="Slide Number Placeholder 3">
            <a:extLst>
              <a:ext uri="{FF2B5EF4-FFF2-40B4-BE49-F238E27FC236}">
                <a16:creationId xmlns:a16="http://schemas.microsoft.com/office/drawing/2014/main" id="{726035E7-88C8-4D96-B785-776340A7BD1B}"/>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4581127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BC2E0B-BAAE-488E-8A9B-5E2F972818B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CH"/>
          </a:p>
        </p:txBody>
      </p:sp>
      <p:sp>
        <p:nvSpPr>
          <p:cNvPr id="3" name="Content Placeholder 2">
            <a:extLst>
              <a:ext uri="{FF2B5EF4-FFF2-40B4-BE49-F238E27FC236}">
                <a16:creationId xmlns:a16="http://schemas.microsoft.com/office/drawing/2014/main" id="{308C22BD-ADB1-4F08-B9D6-E993F811FC6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Text Placeholder 3">
            <a:extLst>
              <a:ext uri="{FF2B5EF4-FFF2-40B4-BE49-F238E27FC236}">
                <a16:creationId xmlns:a16="http://schemas.microsoft.com/office/drawing/2014/main" id="{CB329BCF-9547-4664-BC89-023CF460CDD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4B46FE1-476B-4893-8CD9-264AC97F89A0}"/>
              </a:ext>
            </a:extLst>
          </p:cNvPr>
          <p:cNvSpPr>
            <a:spLocks noGrp="1"/>
          </p:cNvSpPr>
          <p:nvPr>
            <p:ph type="dt" sz="half" idx="10"/>
          </p:nvPr>
        </p:nvSpPr>
        <p:spPr/>
        <p:txBody>
          <a:bodyPr/>
          <a:lstStyle/>
          <a:p>
            <a:fld id="{9E9B238C-2335-4007-98C9-471C02CC43B6}" type="datetimeFigureOut">
              <a:rPr lang="de-CH" smtClean="0"/>
              <a:t>14.07.2026</a:t>
            </a:fld>
            <a:endParaRPr lang="de-CH"/>
          </a:p>
        </p:txBody>
      </p:sp>
      <p:sp>
        <p:nvSpPr>
          <p:cNvPr id="6" name="Footer Placeholder 5">
            <a:extLst>
              <a:ext uri="{FF2B5EF4-FFF2-40B4-BE49-F238E27FC236}">
                <a16:creationId xmlns:a16="http://schemas.microsoft.com/office/drawing/2014/main" id="{7235B88A-2D78-46C2-BBA5-A7E4B6C778E0}"/>
              </a:ext>
            </a:extLst>
          </p:cNvPr>
          <p:cNvSpPr>
            <a:spLocks noGrp="1"/>
          </p:cNvSpPr>
          <p:nvPr>
            <p:ph type="ftr" sz="quarter" idx="11"/>
          </p:nvPr>
        </p:nvSpPr>
        <p:spPr/>
        <p:txBody>
          <a:bodyPr/>
          <a:lstStyle/>
          <a:p>
            <a:endParaRPr lang="de-CH"/>
          </a:p>
        </p:txBody>
      </p:sp>
      <p:sp>
        <p:nvSpPr>
          <p:cNvPr id="7" name="Slide Number Placeholder 6">
            <a:extLst>
              <a:ext uri="{FF2B5EF4-FFF2-40B4-BE49-F238E27FC236}">
                <a16:creationId xmlns:a16="http://schemas.microsoft.com/office/drawing/2014/main" id="{1CFBCD13-0D0A-4531-9C78-280B19232CD6}"/>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18489552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382F91-0DE7-463A-B320-CFD88985B9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CH"/>
          </a:p>
        </p:txBody>
      </p:sp>
      <p:sp>
        <p:nvSpPr>
          <p:cNvPr id="3" name="Picture Placeholder 2">
            <a:extLst>
              <a:ext uri="{FF2B5EF4-FFF2-40B4-BE49-F238E27FC236}">
                <a16:creationId xmlns:a16="http://schemas.microsoft.com/office/drawing/2014/main" id="{DA8FAE06-08B0-40A8-8F3E-C20E2667A7C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CH"/>
          </a:p>
        </p:txBody>
      </p:sp>
      <p:sp>
        <p:nvSpPr>
          <p:cNvPr id="4" name="Text Placeholder 3">
            <a:extLst>
              <a:ext uri="{FF2B5EF4-FFF2-40B4-BE49-F238E27FC236}">
                <a16:creationId xmlns:a16="http://schemas.microsoft.com/office/drawing/2014/main" id="{F52DC7CF-A958-437D-97CD-D3E81DB9235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C2DCF7-E5CF-40ED-9C23-5F54FB7C501D}"/>
              </a:ext>
            </a:extLst>
          </p:cNvPr>
          <p:cNvSpPr>
            <a:spLocks noGrp="1"/>
          </p:cNvSpPr>
          <p:nvPr>
            <p:ph type="dt" sz="half" idx="10"/>
          </p:nvPr>
        </p:nvSpPr>
        <p:spPr/>
        <p:txBody>
          <a:bodyPr/>
          <a:lstStyle/>
          <a:p>
            <a:fld id="{9E9B238C-2335-4007-98C9-471C02CC43B6}" type="datetimeFigureOut">
              <a:rPr lang="de-CH" smtClean="0"/>
              <a:t>14.07.2026</a:t>
            </a:fld>
            <a:endParaRPr lang="de-CH"/>
          </a:p>
        </p:txBody>
      </p:sp>
      <p:sp>
        <p:nvSpPr>
          <p:cNvPr id="6" name="Footer Placeholder 5">
            <a:extLst>
              <a:ext uri="{FF2B5EF4-FFF2-40B4-BE49-F238E27FC236}">
                <a16:creationId xmlns:a16="http://schemas.microsoft.com/office/drawing/2014/main" id="{46B598A1-F516-4BF3-A1DB-EFB3FD805F93}"/>
              </a:ext>
            </a:extLst>
          </p:cNvPr>
          <p:cNvSpPr>
            <a:spLocks noGrp="1"/>
          </p:cNvSpPr>
          <p:nvPr>
            <p:ph type="ftr" sz="quarter" idx="11"/>
          </p:nvPr>
        </p:nvSpPr>
        <p:spPr/>
        <p:txBody>
          <a:bodyPr/>
          <a:lstStyle/>
          <a:p>
            <a:endParaRPr lang="de-CH"/>
          </a:p>
        </p:txBody>
      </p:sp>
      <p:sp>
        <p:nvSpPr>
          <p:cNvPr id="7" name="Slide Number Placeholder 6">
            <a:extLst>
              <a:ext uri="{FF2B5EF4-FFF2-40B4-BE49-F238E27FC236}">
                <a16:creationId xmlns:a16="http://schemas.microsoft.com/office/drawing/2014/main" id="{24DCE8FE-0171-448F-8772-43B1E4122EF1}"/>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5402618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D7D866-2D41-48BC-9DC3-7FEE77BA7CD7}"/>
              </a:ext>
            </a:extLst>
          </p:cNvPr>
          <p:cNvSpPr>
            <a:spLocks noGrp="1"/>
          </p:cNvSpPr>
          <p:nvPr>
            <p:ph type="title"/>
          </p:nvPr>
        </p:nvSpPr>
        <p:spPr/>
        <p:txBody>
          <a:bodyPr/>
          <a:lstStyle/>
          <a:p>
            <a:r>
              <a:rPr lang="en-US"/>
              <a:t>Click to edit Master title style</a:t>
            </a:r>
            <a:endParaRPr lang="de-CH"/>
          </a:p>
        </p:txBody>
      </p:sp>
      <p:sp>
        <p:nvSpPr>
          <p:cNvPr id="3" name="Vertical Text Placeholder 2">
            <a:extLst>
              <a:ext uri="{FF2B5EF4-FFF2-40B4-BE49-F238E27FC236}">
                <a16:creationId xmlns:a16="http://schemas.microsoft.com/office/drawing/2014/main" id="{07477519-4E02-40D8-8B6A-3A512977D4F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56831AF6-5DD6-4C3B-B500-F46F75D54246}"/>
              </a:ext>
            </a:extLst>
          </p:cNvPr>
          <p:cNvSpPr>
            <a:spLocks noGrp="1"/>
          </p:cNvSpPr>
          <p:nvPr>
            <p:ph type="dt" sz="half" idx="10"/>
          </p:nvPr>
        </p:nvSpPr>
        <p:spPr/>
        <p:txBody>
          <a:bodyPr/>
          <a:lstStyle/>
          <a:p>
            <a:fld id="{9E9B238C-2335-4007-98C9-471C02CC43B6}" type="datetimeFigureOut">
              <a:rPr lang="de-CH" smtClean="0"/>
              <a:t>14.07.2026</a:t>
            </a:fld>
            <a:endParaRPr lang="de-CH"/>
          </a:p>
        </p:txBody>
      </p:sp>
      <p:sp>
        <p:nvSpPr>
          <p:cNvPr id="5" name="Footer Placeholder 4">
            <a:extLst>
              <a:ext uri="{FF2B5EF4-FFF2-40B4-BE49-F238E27FC236}">
                <a16:creationId xmlns:a16="http://schemas.microsoft.com/office/drawing/2014/main" id="{A75992F3-29F5-4955-B2D5-391EC52DB763}"/>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DBDB107A-54F3-441F-911A-3CD57FDE6E72}"/>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941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4349AB2-2AB2-43A7-8656-1622691F72C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de-CH"/>
          </a:p>
        </p:txBody>
      </p:sp>
      <p:sp>
        <p:nvSpPr>
          <p:cNvPr id="3" name="Vertical Text Placeholder 2">
            <a:extLst>
              <a:ext uri="{FF2B5EF4-FFF2-40B4-BE49-F238E27FC236}">
                <a16:creationId xmlns:a16="http://schemas.microsoft.com/office/drawing/2014/main" id="{0E3361E9-F971-441C-8CE6-36B5044224C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18CF5765-AAA1-4EBA-9889-B58751F154F4}"/>
              </a:ext>
            </a:extLst>
          </p:cNvPr>
          <p:cNvSpPr>
            <a:spLocks noGrp="1"/>
          </p:cNvSpPr>
          <p:nvPr>
            <p:ph type="dt" sz="half" idx="10"/>
          </p:nvPr>
        </p:nvSpPr>
        <p:spPr/>
        <p:txBody>
          <a:bodyPr/>
          <a:lstStyle/>
          <a:p>
            <a:fld id="{9E9B238C-2335-4007-98C9-471C02CC43B6}" type="datetimeFigureOut">
              <a:rPr lang="de-CH" smtClean="0"/>
              <a:t>14.07.2026</a:t>
            </a:fld>
            <a:endParaRPr lang="de-CH"/>
          </a:p>
        </p:txBody>
      </p:sp>
      <p:sp>
        <p:nvSpPr>
          <p:cNvPr id="5" name="Footer Placeholder 4">
            <a:extLst>
              <a:ext uri="{FF2B5EF4-FFF2-40B4-BE49-F238E27FC236}">
                <a16:creationId xmlns:a16="http://schemas.microsoft.com/office/drawing/2014/main" id="{71F360DF-246C-4E18-B36B-0922733683DC}"/>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F8C95E4A-A865-4DAD-8AEC-EE7D584D640C}"/>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27559124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CCDFDE9-18F4-48C4-A401-3E984B3925D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de-CH"/>
          </a:p>
        </p:txBody>
      </p:sp>
      <p:sp>
        <p:nvSpPr>
          <p:cNvPr id="3" name="Text Placeholder 2">
            <a:extLst>
              <a:ext uri="{FF2B5EF4-FFF2-40B4-BE49-F238E27FC236}">
                <a16:creationId xmlns:a16="http://schemas.microsoft.com/office/drawing/2014/main" id="{E517C9F2-47EC-46EF-9DAA-721B9E5EF3D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B3B2DCEB-FFB0-4E16-B62A-C5FBA3476AB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E9B238C-2335-4007-98C9-471C02CC43B6}" type="datetimeFigureOut">
              <a:rPr lang="de-CH" smtClean="0"/>
              <a:t>14.07.2026</a:t>
            </a:fld>
            <a:endParaRPr lang="de-CH"/>
          </a:p>
        </p:txBody>
      </p:sp>
      <p:sp>
        <p:nvSpPr>
          <p:cNvPr id="5" name="Footer Placeholder 4">
            <a:extLst>
              <a:ext uri="{FF2B5EF4-FFF2-40B4-BE49-F238E27FC236}">
                <a16:creationId xmlns:a16="http://schemas.microsoft.com/office/drawing/2014/main" id="{028C72CA-B967-43BF-81A8-8AE258386D3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de-CH"/>
          </a:p>
        </p:txBody>
      </p:sp>
      <p:sp>
        <p:nvSpPr>
          <p:cNvPr id="6" name="Slide Number Placeholder 5">
            <a:extLst>
              <a:ext uri="{FF2B5EF4-FFF2-40B4-BE49-F238E27FC236}">
                <a16:creationId xmlns:a16="http://schemas.microsoft.com/office/drawing/2014/main" id="{EDD67793-ADCE-4178-B0C6-9992EC74B27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C4AC485-25DE-431E-B345-9C0A15BB7F8A}" type="slidenum">
              <a:rPr lang="de-CH" smtClean="0"/>
              <a:t>‹#›</a:t>
            </a:fld>
            <a:endParaRPr lang="de-CH"/>
          </a:p>
        </p:txBody>
      </p:sp>
    </p:spTree>
    <p:extLst>
      <p:ext uri="{BB962C8B-B14F-4D97-AF65-F5344CB8AC3E}">
        <p14:creationId xmlns:p14="http://schemas.microsoft.com/office/powerpoint/2010/main" val="157595661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hyperlink" Target="https://www.itu.int/rec/T-REC-G.984.1" TargetMode="External"/><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www.itu.int/rec/T-REC-G.984.3" TargetMode="External"/><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hyperlink" Target="https://datatracker.ietf.org/doc/html/rfc7015" TargetMode="External"/><Relationship Id="rId5" Type="http://schemas.openxmlformats.org/officeDocument/2006/relationships/hyperlink" Target="https://datatracker.ietf.org/doc/html/rfc7012" TargetMode="External"/><Relationship Id="rId4" Type="http://schemas.openxmlformats.org/officeDocument/2006/relationships/hyperlink" Target="https://datatracker.ietf.org/doc/html/rfc7011" TargetMode="External"/></Relationships>
</file>

<file path=ppt/slides/_rels/slide4.xml.rels><?xml version="1.0" encoding="UTF-8" standalone="yes"?>
<Relationships xmlns="http://schemas.openxmlformats.org/package/2006/relationships"><Relationship Id="rId3" Type="http://schemas.openxmlformats.org/officeDocument/2006/relationships/hyperlink" Target="https://www.itu.int/rec/T-REC-G.9804.2" TargetMode="External"/><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hyperlink" Target="https://datatracker.ietf.org/doc/html/rfc7015" TargetMode="External"/><Relationship Id="rId5" Type="http://schemas.openxmlformats.org/officeDocument/2006/relationships/hyperlink" Target="https://datatracker.ietf.org/doc/html/rfc7012" TargetMode="External"/><Relationship Id="rId4" Type="http://schemas.openxmlformats.org/officeDocument/2006/relationships/hyperlink" Target="https://datatracker.ietf.org/doc/html/rfc7011"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www.iana.org/assignments/ipfix/ipfix.xhtml" TargetMode="External"/><Relationship Id="rId2" Type="http://schemas.openxmlformats.org/officeDocument/2006/relationships/hyperlink" Target="https://www.itu.int/rec/T-REC-G.984.3" TargetMode="Externa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1">
            <a:extLst>
              <a:ext uri="{FF2B5EF4-FFF2-40B4-BE49-F238E27FC236}">
                <a16:creationId xmlns:a16="http://schemas.microsoft.com/office/drawing/2014/main" id="{C26208B2-0D10-4C23-B2DE-372A62E98644}"/>
              </a:ext>
            </a:extLst>
          </p:cNvPr>
          <p:cNvSpPr txBox="1">
            <a:spLocks/>
          </p:cNvSpPr>
          <p:nvPr/>
        </p:nvSpPr>
        <p:spPr>
          <a:xfrm>
            <a:off x="1596270" y="1365772"/>
            <a:ext cx="10010513" cy="323900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b="1" dirty="0"/>
              <a:t>Export of Gigabit Passive Optical Network Encapsulation Mode in IPFIX</a:t>
            </a:r>
            <a:br>
              <a:rPr lang="en-US" sz="3600" b="1" dirty="0"/>
            </a:br>
            <a:r>
              <a:rPr lang="en-US" sz="2800" dirty="0"/>
              <a:t>draft-</a:t>
            </a:r>
            <a:r>
              <a:rPr lang="en-US" sz="2800" dirty="0" err="1"/>
              <a:t>netana</a:t>
            </a:r>
            <a:r>
              <a:rPr lang="en-US" sz="2800" dirty="0"/>
              <a:t>-opsawg-</a:t>
            </a:r>
            <a:r>
              <a:rPr lang="en-US" sz="2800" dirty="0" err="1"/>
              <a:t>ipfix</a:t>
            </a:r>
            <a:r>
              <a:rPr lang="en-US" sz="2800" dirty="0"/>
              <a:t>-</a:t>
            </a:r>
            <a:r>
              <a:rPr lang="en-US" sz="2800" dirty="0" err="1"/>
              <a:t>gpon</a:t>
            </a:r>
            <a:r>
              <a:rPr lang="en-US" sz="2800" dirty="0"/>
              <a:t>-gem</a:t>
            </a:r>
          </a:p>
          <a:p>
            <a:endParaRPr lang="en-US" sz="2200" b="1" dirty="0"/>
          </a:p>
          <a:p>
            <a:r>
              <a:rPr lang="en-US" sz="2800" dirty="0">
                <a:solidFill>
                  <a:schemeClr val="bg2">
                    <a:lumMod val="75000"/>
                  </a:schemeClr>
                </a:solidFill>
              </a:rPr>
              <a:t>Enabling </a:t>
            </a:r>
            <a:r>
              <a:rPr lang="en-US" sz="2800" b="1" dirty="0">
                <a:solidFill>
                  <a:srgbClr val="FF0000"/>
                </a:solidFill>
              </a:rPr>
              <a:t>data plane visibility </a:t>
            </a:r>
            <a:r>
              <a:rPr lang="en-US" sz="2800" dirty="0">
                <a:solidFill>
                  <a:schemeClr val="bg2">
                    <a:lumMod val="75000"/>
                  </a:schemeClr>
                </a:solidFill>
              </a:rPr>
              <a:t>in passive optical transport</a:t>
            </a:r>
          </a:p>
          <a:p>
            <a:r>
              <a:rPr lang="en-US" sz="2800" dirty="0">
                <a:solidFill>
                  <a:schemeClr val="bg2">
                    <a:lumMod val="75000"/>
                  </a:schemeClr>
                </a:solidFill>
              </a:rPr>
              <a:t>	of the optical distribution network in broadband access</a:t>
            </a:r>
          </a:p>
        </p:txBody>
      </p:sp>
      <p:sp>
        <p:nvSpPr>
          <p:cNvPr id="2" name="Slide Number Placeholder 1">
            <a:extLst>
              <a:ext uri="{FF2B5EF4-FFF2-40B4-BE49-F238E27FC236}">
                <a16:creationId xmlns:a16="http://schemas.microsoft.com/office/drawing/2014/main" id="{AD23057C-339A-4254-8994-8EB77B8B4163}"/>
              </a:ext>
            </a:extLst>
          </p:cNvPr>
          <p:cNvSpPr>
            <a:spLocks noGrp="1"/>
          </p:cNvSpPr>
          <p:nvPr>
            <p:ph type="sldNum" sz="quarter" idx="12"/>
          </p:nvPr>
        </p:nvSpPr>
        <p:spPr>
          <a:xfrm>
            <a:off x="11587892" y="6361637"/>
            <a:ext cx="414251" cy="365125"/>
          </a:xfrm>
        </p:spPr>
        <p:txBody>
          <a:bodyPr/>
          <a:lstStyle/>
          <a:p>
            <a:fld id="{FC4AC485-25DE-431E-B345-9C0A15BB7F8A}" type="slidenum">
              <a:rPr lang="de-CH" sz="2200" smtClean="0"/>
              <a:t>1</a:t>
            </a:fld>
            <a:endParaRPr lang="de-CH" sz="2200" dirty="0"/>
          </a:p>
        </p:txBody>
      </p:sp>
      <p:sp>
        <p:nvSpPr>
          <p:cNvPr id="7" name="Subtitle 4">
            <a:extLst>
              <a:ext uri="{FF2B5EF4-FFF2-40B4-BE49-F238E27FC236}">
                <a16:creationId xmlns:a16="http://schemas.microsoft.com/office/drawing/2014/main" id="{5317E9BA-6AEC-4D14-B133-97378590FE3C}"/>
              </a:ext>
            </a:extLst>
          </p:cNvPr>
          <p:cNvSpPr txBox="1">
            <a:spLocks/>
          </p:cNvSpPr>
          <p:nvPr/>
        </p:nvSpPr>
        <p:spPr>
          <a:xfrm>
            <a:off x="838200" y="5311833"/>
            <a:ext cx="11163943" cy="1049803"/>
          </a:xfrm>
          <a:prstGeom prst="rect">
            <a:avLst/>
          </a:prstGeom>
        </p:spPr>
        <p:txBody>
          <a:bodyPr vert="horz" lIns="91440" tIns="45720" rIns="91440" bIns="45720" rtlCol="0">
            <a:normAutofit fontScale="4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spcBef>
                <a:spcPts val="300"/>
              </a:spcBef>
              <a:buNone/>
            </a:pPr>
            <a:r>
              <a:rPr lang="de-CH" sz="3800" b="1" dirty="0">
                <a:latin typeface="+mj-lt"/>
              </a:rPr>
              <a:t>thomas.graf@swisscom.com</a:t>
            </a:r>
          </a:p>
          <a:p>
            <a:pPr marL="0" indent="0" algn="r">
              <a:spcBef>
                <a:spcPts val="300"/>
              </a:spcBef>
              <a:buNone/>
            </a:pPr>
            <a:r>
              <a:rPr lang="de-CH" sz="3800" dirty="0">
                <a:latin typeface="+mj-lt"/>
              </a:rPr>
              <a:t>zhenghaomian@huawei.com</a:t>
            </a:r>
          </a:p>
          <a:p>
            <a:pPr marL="0" indent="0" algn="r">
              <a:spcBef>
                <a:spcPts val="300"/>
              </a:spcBef>
              <a:buNone/>
            </a:pPr>
            <a:endParaRPr lang="de-CH" sz="3800" dirty="0">
              <a:latin typeface="+mj-lt"/>
            </a:endParaRPr>
          </a:p>
          <a:p>
            <a:pPr marL="0" indent="0" algn="r">
              <a:spcBef>
                <a:spcPts val="300"/>
              </a:spcBef>
              <a:buNone/>
            </a:pPr>
            <a:r>
              <a:rPr lang="de-CH" sz="3800" dirty="0">
                <a:latin typeface="+mj-lt"/>
              </a:rPr>
              <a:t>14. </a:t>
            </a:r>
            <a:r>
              <a:rPr lang="de-CH" sz="3800" dirty="0" err="1">
                <a:latin typeface="+mj-lt"/>
                <a:ea typeface="+mj-ea"/>
                <a:cs typeface="+mj-cs"/>
              </a:rPr>
              <a:t>July</a:t>
            </a:r>
            <a:r>
              <a:rPr lang="de-CH" sz="3800" dirty="0">
                <a:latin typeface="+mj-lt"/>
              </a:rPr>
              <a:t> 2026</a:t>
            </a:r>
          </a:p>
          <a:p>
            <a:pPr algn="r"/>
            <a:endParaRPr lang="de-CH" sz="2200" dirty="0"/>
          </a:p>
        </p:txBody>
      </p:sp>
    </p:spTree>
    <p:extLst>
      <p:ext uri="{BB962C8B-B14F-4D97-AF65-F5344CB8AC3E}">
        <p14:creationId xmlns:p14="http://schemas.microsoft.com/office/powerpoint/2010/main" val="35786653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1F3AD521-49A0-327F-29F1-8C342B15D819}"/>
              </a:ext>
            </a:extLst>
          </p:cNvPr>
          <p:cNvPicPr>
            <a:picLocks noChangeAspect="1"/>
          </p:cNvPicPr>
          <p:nvPr/>
        </p:nvPicPr>
        <p:blipFill>
          <a:blip r:embed="rId2"/>
          <a:stretch>
            <a:fillRect/>
          </a:stretch>
        </p:blipFill>
        <p:spPr>
          <a:xfrm>
            <a:off x="6268096" y="1558211"/>
            <a:ext cx="5611093" cy="4737393"/>
          </a:xfrm>
          <a:prstGeom prst="rect">
            <a:avLst/>
          </a:prstGeom>
        </p:spPr>
      </p:pic>
      <p:sp>
        <p:nvSpPr>
          <p:cNvPr id="2" name="Title 1">
            <a:extLst>
              <a:ext uri="{FF2B5EF4-FFF2-40B4-BE49-F238E27FC236}">
                <a16:creationId xmlns:a16="http://schemas.microsoft.com/office/drawing/2014/main" id="{FF20F271-6F0D-4AC0-BB1D-F5C338165C13}"/>
              </a:ext>
            </a:extLst>
          </p:cNvPr>
          <p:cNvSpPr>
            <a:spLocks noGrp="1"/>
          </p:cNvSpPr>
          <p:nvPr>
            <p:ph type="title"/>
          </p:nvPr>
        </p:nvSpPr>
        <p:spPr/>
        <p:txBody>
          <a:bodyPr>
            <a:normAutofit/>
          </a:bodyPr>
          <a:lstStyle/>
          <a:p>
            <a:r>
              <a:rPr lang="en-US" sz="3600" b="1" dirty="0"/>
              <a:t>Export of GPON Encapsulation Mode in IPFIX</a:t>
            </a:r>
            <a:br>
              <a:rPr lang="en-US" dirty="0"/>
            </a:br>
            <a:r>
              <a:rPr lang="en-US" sz="3600" dirty="0">
                <a:solidFill>
                  <a:schemeClr val="bg2">
                    <a:lumMod val="75000"/>
                  </a:schemeClr>
                </a:solidFill>
              </a:rPr>
              <a:t>ITU-T G.984.1 defines the General characteristics</a:t>
            </a:r>
          </a:p>
        </p:txBody>
      </p:sp>
      <p:sp>
        <p:nvSpPr>
          <p:cNvPr id="3" name="Content Placeholder 2">
            <a:extLst>
              <a:ext uri="{FF2B5EF4-FFF2-40B4-BE49-F238E27FC236}">
                <a16:creationId xmlns:a16="http://schemas.microsoft.com/office/drawing/2014/main" id="{29C0DFD4-432D-4B0C-93DF-790441DCF5B9}"/>
              </a:ext>
            </a:extLst>
          </p:cNvPr>
          <p:cNvSpPr>
            <a:spLocks noGrp="1"/>
          </p:cNvSpPr>
          <p:nvPr>
            <p:ph idx="1"/>
          </p:nvPr>
        </p:nvSpPr>
        <p:spPr>
          <a:xfrm>
            <a:off x="838200" y="1825625"/>
            <a:ext cx="4591639" cy="4351338"/>
          </a:xfrm>
        </p:spPr>
        <p:txBody>
          <a:bodyPr>
            <a:noAutofit/>
          </a:bodyPr>
          <a:lstStyle/>
          <a:p>
            <a:r>
              <a:rPr lang="en-US" sz="1700" dirty="0">
                <a:hlinkClick r:id="rId3"/>
              </a:rPr>
              <a:t>ITU-T G.984.1 </a:t>
            </a:r>
            <a:r>
              <a:rPr lang="en-US" sz="1700" dirty="0"/>
              <a:t>defines the General characteristics of GPON.</a:t>
            </a:r>
          </a:p>
          <a:p>
            <a:r>
              <a:rPr lang="en-US" sz="1700" dirty="0"/>
              <a:t>Figure 2 in Section 5.2 shows the Reference Configuration.</a:t>
            </a:r>
          </a:p>
          <a:p>
            <a:r>
              <a:rPr lang="en-US" sz="1700" dirty="0">
                <a:solidFill>
                  <a:srgbClr val="FF0000"/>
                </a:solidFill>
              </a:rPr>
              <a:t>Red marked </a:t>
            </a:r>
            <a:r>
              <a:rPr lang="en-US" sz="1700" dirty="0"/>
              <a:t>highlights the Optical Distribution Network (ODN) where GPON Encapsulation Mode (GEM) is used between ONU/ONT and OLT.</a:t>
            </a:r>
          </a:p>
        </p:txBody>
      </p:sp>
      <p:sp>
        <p:nvSpPr>
          <p:cNvPr id="16" name="Slide Number Placeholder 1">
            <a:extLst>
              <a:ext uri="{FF2B5EF4-FFF2-40B4-BE49-F238E27FC236}">
                <a16:creationId xmlns:a16="http://schemas.microsoft.com/office/drawing/2014/main" id="{4D0044F8-1C12-4A59-883A-7B56B9370029}"/>
              </a:ext>
            </a:extLst>
          </p:cNvPr>
          <p:cNvSpPr>
            <a:spLocks noGrp="1"/>
          </p:cNvSpPr>
          <p:nvPr>
            <p:ph type="sldNum" sz="quarter" idx="12"/>
          </p:nvPr>
        </p:nvSpPr>
        <p:spPr>
          <a:xfrm>
            <a:off x="11607800" y="6362700"/>
            <a:ext cx="414338" cy="365125"/>
          </a:xfrm>
        </p:spPr>
        <p:txBody>
          <a:bodyPr/>
          <a:lstStyle/>
          <a:p>
            <a:fld id="{FC4AC485-25DE-431E-B345-9C0A15BB7F8A}" type="slidenum">
              <a:rPr lang="en-US" sz="2200" smtClean="0"/>
              <a:t>2</a:t>
            </a:fld>
            <a:endParaRPr lang="en-US" sz="2200"/>
          </a:p>
        </p:txBody>
      </p:sp>
      <p:sp>
        <p:nvSpPr>
          <p:cNvPr id="10" name="Rectangle 9">
            <a:extLst>
              <a:ext uri="{FF2B5EF4-FFF2-40B4-BE49-F238E27FC236}">
                <a16:creationId xmlns:a16="http://schemas.microsoft.com/office/drawing/2014/main" id="{8F625ECD-D3E3-440D-B425-0B3432C16578}"/>
              </a:ext>
            </a:extLst>
          </p:cNvPr>
          <p:cNvSpPr/>
          <p:nvPr/>
        </p:nvSpPr>
        <p:spPr>
          <a:xfrm>
            <a:off x="7824156" y="2631061"/>
            <a:ext cx="2320507" cy="530526"/>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3927FFDC-F759-434D-B3B9-9F996178A9F5}"/>
              </a:ext>
            </a:extLst>
          </p:cNvPr>
          <p:cNvCxnSpPr>
            <a:cxnSpLocks/>
            <a:endCxn id="10" idx="1"/>
          </p:cNvCxnSpPr>
          <p:nvPr/>
        </p:nvCxnSpPr>
        <p:spPr>
          <a:xfrm flipV="1">
            <a:off x="5227608" y="2896324"/>
            <a:ext cx="2596548" cy="442099"/>
          </a:xfrm>
          <a:prstGeom prst="line">
            <a:avLst/>
          </a:prstGeom>
          <a:ln w="254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282782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A620D14-7A0F-B94B-87AD-2E98D67E3BDB}"/>
              </a:ext>
            </a:extLst>
          </p:cNvPr>
          <p:cNvPicPr>
            <a:picLocks noChangeAspect="1"/>
          </p:cNvPicPr>
          <p:nvPr/>
        </p:nvPicPr>
        <p:blipFill>
          <a:blip r:embed="rId2"/>
          <a:stretch>
            <a:fillRect/>
          </a:stretch>
        </p:blipFill>
        <p:spPr>
          <a:xfrm>
            <a:off x="5518065" y="1825625"/>
            <a:ext cx="6296904" cy="2381582"/>
          </a:xfrm>
          <a:prstGeom prst="rect">
            <a:avLst/>
          </a:prstGeom>
        </p:spPr>
      </p:pic>
      <p:sp>
        <p:nvSpPr>
          <p:cNvPr id="2" name="Title 1">
            <a:extLst>
              <a:ext uri="{FF2B5EF4-FFF2-40B4-BE49-F238E27FC236}">
                <a16:creationId xmlns:a16="http://schemas.microsoft.com/office/drawing/2014/main" id="{FF20F271-6F0D-4AC0-BB1D-F5C338165C13}"/>
              </a:ext>
            </a:extLst>
          </p:cNvPr>
          <p:cNvSpPr>
            <a:spLocks noGrp="1"/>
          </p:cNvSpPr>
          <p:nvPr>
            <p:ph type="title"/>
          </p:nvPr>
        </p:nvSpPr>
        <p:spPr/>
        <p:txBody>
          <a:bodyPr>
            <a:normAutofit fontScale="90000"/>
          </a:bodyPr>
          <a:lstStyle/>
          <a:p>
            <a:r>
              <a:rPr lang="en-US" sz="3600" b="1" dirty="0"/>
              <a:t>Export of GPON Encapsulation Mode in IPFIX</a:t>
            </a:r>
            <a:br>
              <a:rPr lang="en-US" dirty="0"/>
            </a:br>
            <a:r>
              <a:rPr lang="en-US" sz="3600" dirty="0">
                <a:solidFill>
                  <a:schemeClr val="bg2">
                    <a:lumMod val="75000"/>
                  </a:schemeClr>
                </a:solidFill>
              </a:rPr>
              <a:t>ITU-T G.984.3 defines the GEM transmission convergence layer</a:t>
            </a:r>
          </a:p>
        </p:txBody>
      </p:sp>
      <p:sp>
        <p:nvSpPr>
          <p:cNvPr id="3" name="Content Placeholder 2">
            <a:extLst>
              <a:ext uri="{FF2B5EF4-FFF2-40B4-BE49-F238E27FC236}">
                <a16:creationId xmlns:a16="http://schemas.microsoft.com/office/drawing/2014/main" id="{29C0DFD4-432D-4B0C-93DF-790441DCF5B9}"/>
              </a:ext>
            </a:extLst>
          </p:cNvPr>
          <p:cNvSpPr>
            <a:spLocks noGrp="1"/>
          </p:cNvSpPr>
          <p:nvPr>
            <p:ph idx="1"/>
          </p:nvPr>
        </p:nvSpPr>
        <p:spPr>
          <a:xfrm>
            <a:off x="838200" y="1825625"/>
            <a:ext cx="4591639" cy="4351338"/>
          </a:xfrm>
        </p:spPr>
        <p:txBody>
          <a:bodyPr>
            <a:noAutofit/>
          </a:bodyPr>
          <a:lstStyle/>
          <a:p>
            <a:r>
              <a:rPr lang="en-US" sz="1700" dirty="0">
                <a:hlinkClick r:id="rId3"/>
              </a:rPr>
              <a:t>ITU-T G.984.3 </a:t>
            </a:r>
            <a:r>
              <a:rPr lang="en-US" sz="1700" dirty="0"/>
              <a:t>defines the GEM transmission convergence layer.</a:t>
            </a:r>
          </a:p>
          <a:p>
            <a:r>
              <a:rPr lang="en-US" sz="1700" dirty="0"/>
              <a:t>Figure 8-11 in Section 8.3.1 shows the GEM header. </a:t>
            </a:r>
          </a:p>
          <a:p>
            <a:r>
              <a:rPr lang="en-US" sz="1700" dirty="0"/>
              <a:t>The GEM header contains the payload length indicator (PLI), Port-ID, payload type indicator (PTI) and a 13-bit header error control (HEC) field.</a:t>
            </a:r>
          </a:p>
          <a:p>
            <a:r>
              <a:rPr lang="en-US" sz="1700" dirty="0">
                <a:solidFill>
                  <a:srgbClr val="FF0000"/>
                </a:solidFill>
              </a:rPr>
              <a:t>Red marked </a:t>
            </a:r>
            <a:r>
              <a:rPr lang="en-US" sz="1700" dirty="0"/>
              <a:t>highlights the GEM Port-ID and PTI which is of interest to account frames and bytes in IPFIX [</a:t>
            </a:r>
            <a:r>
              <a:rPr lang="en-US" sz="1700" dirty="0">
                <a:hlinkClick r:id="rId4"/>
              </a:rPr>
              <a:t>RFC 7011</a:t>
            </a:r>
            <a:r>
              <a:rPr lang="en-US" sz="1700" dirty="0"/>
              <a:t>], [</a:t>
            </a:r>
            <a:r>
              <a:rPr lang="en-US" sz="1700" dirty="0">
                <a:hlinkClick r:id="rId5"/>
              </a:rPr>
              <a:t>RFC 7012</a:t>
            </a:r>
            <a:r>
              <a:rPr lang="en-US" sz="1700" dirty="0"/>
              <a:t>] and [</a:t>
            </a:r>
            <a:r>
              <a:rPr lang="en-US" sz="1700" dirty="0">
                <a:hlinkClick r:id="rId6"/>
              </a:rPr>
              <a:t>RFC 7015</a:t>
            </a:r>
            <a:r>
              <a:rPr lang="en-US" sz="1700" dirty="0"/>
              <a:t>].</a:t>
            </a:r>
          </a:p>
          <a:p>
            <a:r>
              <a:rPr lang="en-US" sz="1700" dirty="0"/>
              <a:t>Payload length indicator (PLI) and header error control (HEC) are for tracing and debugging purposes interesting but not relevant for accounting. Therefore, excluded from IPFIX. </a:t>
            </a:r>
          </a:p>
        </p:txBody>
      </p:sp>
      <p:sp>
        <p:nvSpPr>
          <p:cNvPr id="16" name="Slide Number Placeholder 1">
            <a:extLst>
              <a:ext uri="{FF2B5EF4-FFF2-40B4-BE49-F238E27FC236}">
                <a16:creationId xmlns:a16="http://schemas.microsoft.com/office/drawing/2014/main" id="{4D0044F8-1C12-4A59-883A-7B56B9370029}"/>
              </a:ext>
            </a:extLst>
          </p:cNvPr>
          <p:cNvSpPr>
            <a:spLocks noGrp="1"/>
          </p:cNvSpPr>
          <p:nvPr>
            <p:ph type="sldNum" sz="quarter" idx="12"/>
          </p:nvPr>
        </p:nvSpPr>
        <p:spPr>
          <a:xfrm>
            <a:off x="11607800" y="6362700"/>
            <a:ext cx="414338" cy="365125"/>
          </a:xfrm>
        </p:spPr>
        <p:txBody>
          <a:bodyPr/>
          <a:lstStyle/>
          <a:p>
            <a:fld id="{FC4AC485-25DE-431E-B345-9C0A15BB7F8A}" type="slidenum">
              <a:rPr lang="en-US" sz="2200" smtClean="0"/>
              <a:t>3</a:t>
            </a:fld>
            <a:endParaRPr lang="en-US" sz="2200"/>
          </a:p>
        </p:txBody>
      </p:sp>
      <p:sp>
        <p:nvSpPr>
          <p:cNvPr id="10" name="Rectangle 9">
            <a:extLst>
              <a:ext uri="{FF2B5EF4-FFF2-40B4-BE49-F238E27FC236}">
                <a16:creationId xmlns:a16="http://schemas.microsoft.com/office/drawing/2014/main" id="{8F625ECD-D3E3-440D-B425-0B3432C16578}"/>
              </a:ext>
            </a:extLst>
          </p:cNvPr>
          <p:cNvSpPr/>
          <p:nvPr/>
        </p:nvSpPr>
        <p:spPr>
          <a:xfrm>
            <a:off x="7228936" y="3077473"/>
            <a:ext cx="2268747" cy="530526"/>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3927FFDC-F759-434D-B3B9-9F996178A9F5}"/>
              </a:ext>
            </a:extLst>
          </p:cNvPr>
          <p:cNvCxnSpPr>
            <a:cxnSpLocks/>
            <a:endCxn id="10" idx="1"/>
          </p:cNvCxnSpPr>
          <p:nvPr/>
        </p:nvCxnSpPr>
        <p:spPr>
          <a:xfrm>
            <a:off x="5227608" y="3342736"/>
            <a:ext cx="2001328" cy="0"/>
          </a:xfrm>
          <a:prstGeom prst="line">
            <a:avLst/>
          </a:prstGeom>
          <a:ln w="254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874695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17E483-4444-B281-8D94-F61BA5875561}"/>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CDF0842F-B0F8-C47E-9924-4E1CC1A5ED64}"/>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5875940" y="1825625"/>
            <a:ext cx="5581154" cy="2381582"/>
          </a:xfrm>
          <a:prstGeom prst="rect">
            <a:avLst/>
          </a:prstGeom>
        </p:spPr>
      </p:pic>
      <p:sp>
        <p:nvSpPr>
          <p:cNvPr id="2" name="Title 1">
            <a:extLst>
              <a:ext uri="{FF2B5EF4-FFF2-40B4-BE49-F238E27FC236}">
                <a16:creationId xmlns:a16="http://schemas.microsoft.com/office/drawing/2014/main" id="{8C79E7AC-6D71-6374-8E36-8D5230ACA119}"/>
              </a:ext>
            </a:extLst>
          </p:cNvPr>
          <p:cNvSpPr>
            <a:spLocks noGrp="1"/>
          </p:cNvSpPr>
          <p:nvPr>
            <p:ph type="title"/>
          </p:nvPr>
        </p:nvSpPr>
        <p:spPr>
          <a:xfrm>
            <a:off x="838199" y="365125"/>
            <a:ext cx="10976769" cy="1325563"/>
          </a:xfrm>
        </p:spPr>
        <p:txBody>
          <a:bodyPr>
            <a:normAutofit fontScale="90000"/>
          </a:bodyPr>
          <a:lstStyle/>
          <a:p>
            <a:r>
              <a:rPr lang="en-US" sz="3600" b="1" dirty="0"/>
              <a:t>Export of GPON Encapsulation Mode in IPFIX</a:t>
            </a:r>
            <a:br>
              <a:rPr lang="en-US" dirty="0"/>
            </a:br>
            <a:r>
              <a:rPr lang="en-US" sz="3600" dirty="0">
                <a:solidFill>
                  <a:schemeClr val="bg2">
                    <a:lumMod val="75000"/>
                  </a:schemeClr>
                </a:solidFill>
              </a:rPr>
              <a:t>ITU-T G.9804.2 defines the </a:t>
            </a:r>
            <a:r>
              <a:rPr lang="de-CH" sz="3600" dirty="0">
                <a:solidFill>
                  <a:srgbClr val="FF0000"/>
                </a:solidFill>
              </a:rPr>
              <a:t>X</a:t>
            </a:r>
            <a:r>
              <a:rPr lang="de-CH" sz="3600" dirty="0">
                <a:solidFill>
                  <a:schemeClr val="bg2">
                    <a:lumMod val="75000"/>
                  </a:schemeClr>
                </a:solidFill>
              </a:rPr>
              <a:t>GEM </a:t>
            </a:r>
            <a:r>
              <a:rPr lang="en-US" sz="3600" dirty="0">
                <a:solidFill>
                  <a:schemeClr val="bg2">
                    <a:lumMod val="75000"/>
                  </a:schemeClr>
                </a:solidFill>
              </a:rPr>
              <a:t>transmission convergence layer</a:t>
            </a:r>
          </a:p>
        </p:txBody>
      </p:sp>
      <p:sp>
        <p:nvSpPr>
          <p:cNvPr id="3" name="Content Placeholder 2">
            <a:extLst>
              <a:ext uri="{FF2B5EF4-FFF2-40B4-BE49-F238E27FC236}">
                <a16:creationId xmlns:a16="http://schemas.microsoft.com/office/drawing/2014/main" id="{02877EBB-5419-E883-56B6-E5C383C7C499}"/>
              </a:ext>
            </a:extLst>
          </p:cNvPr>
          <p:cNvSpPr>
            <a:spLocks noGrp="1"/>
          </p:cNvSpPr>
          <p:nvPr>
            <p:ph idx="1"/>
          </p:nvPr>
        </p:nvSpPr>
        <p:spPr>
          <a:xfrm>
            <a:off x="838200" y="1825625"/>
            <a:ext cx="4591639" cy="4351338"/>
          </a:xfrm>
        </p:spPr>
        <p:txBody>
          <a:bodyPr>
            <a:noAutofit/>
          </a:bodyPr>
          <a:lstStyle/>
          <a:p>
            <a:r>
              <a:rPr lang="en-US" sz="1700" dirty="0">
                <a:hlinkClick r:id="rId3"/>
              </a:rPr>
              <a:t>ITU-T G.9804.2 </a:t>
            </a:r>
            <a:r>
              <a:rPr lang="en-US" sz="1700" dirty="0"/>
              <a:t>defines the XGEM transmission convergence layer.</a:t>
            </a:r>
          </a:p>
          <a:p>
            <a:r>
              <a:rPr lang="en-US" sz="1700" dirty="0"/>
              <a:t>Figure 8-11 in Section 9.1.2 shows the XGEM header. </a:t>
            </a:r>
          </a:p>
          <a:p>
            <a:r>
              <a:rPr lang="en-US" sz="1700" dirty="0"/>
              <a:t>The XGEM header contains the payload length indicator (PLI), Key index, Port-ID, Options, Last Fragment (LF) and Hybrid error correction (HEC).</a:t>
            </a:r>
          </a:p>
          <a:p>
            <a:r>
              <a:rPr lang="en-US" sz="1700" dirty="0">
                <a:solidFill>
                  <a:srgbClr val="FF0000"/>
                </a:solidFill>
              </a:rPr>
              <a:t>Red marked </a:t>
            </a:r>
            <a:r>
              <a:rPr lang="en-US" sz="1700" dirty="0"/>
              <a:t>highlights the GEM Port-ID which is of interest to account frames and bytes in IPFIX [</a:t>
            </a:r>
            <a:r>
              <a:rPr lang="en-US" sz="1700" dirty="0">
                <a:hlinkClick r:id="rId4"/>
              </a:rPr>
              <a:t>RFC 7011</a:t>
            </a:r>
            <a:r>
              <a:rPr lang="en-US" sz="1700" dirty="0"/>
              <a:t>], [</a:t>
            </a:r>
            <a:r>
              <a:rPr lang="en-US" sz="1700" dirty="0">
                <a:hlinkClick r:id="rId5"/>
              </a:rPr>
              <a:t>RFC 7012</a:t>
            </a:r>
            <a:r>
              <a:rPr lang="en-US" sz="1700" dirty="0"/>
              <a:t>] and [</a:t>
            </a:r>
            <a:r>
              <a:rPr lang="en-US" sz="1700" dirty="0">
                <a:hlinkClick r:id="rId6"/>
              </a:rPr>
              <a:t>RFC 7015</a:t>
            </a:r>
            <a:r>
              <a:rPr lang="en-US" sz="1700" dirty="0"/>
              <a:t>].</a:t>
            </a:r>
          </a:p>
          <a:p>
            <a:r>
              <a:rPr lang="en-US" sz="1700" dirty="0"/>
              <a:t>Payload length indicator (PLI), key index, options, last fragment and header error control (HEC) are for tracing and debugging purposes interesting but not relevant for accounting. Therefore, excluded from IPFIX. </a:t>
            </a:r>
          </a:p>
        </p:txBody>
      </p:sp>
      <p:sp>
        <p:nvSpPr>
          <p:cNvPr id="16" name="Slide Number Placeholder 1">
            <a:extLst>
              <a:ext uri="{FF2B5EF4-FFF2-40B4-BE49-F238E27FC236}">
                <a16:creationId xmlns:a16="http://schemas.microsoft.com/office/drawing/2014/main" id="{FE1BD4C0-16E0-CBA0-AF8D-38DC2EAB092D}"/>
              </a:ext>
            </a:extLst>
          </p:cNvPr>
          <p:cNvSpPr>
            <a:spLocks noGrp="1"/>
          </p:cNvSpPr>
          <p:nvPr>
            <p:ph type="sldNum" sz="quarter" idx="12"/>
          </p:nvPr>
        </p:nvSpPr>
        <p:spPr>
          <a:xfrm>
            <a:off x="11607800" y="6362700"/>
            <a:ext cx="414338" cy="365125"/>
          </a:xfrm>
        </p:spPr>
        <p:txBody>
          <a:bodyPr/>
          <a:lstStyle/>
          <a:p>
            <a:fld id="{FC4AC485-25DE-431E-B345-9C0A15BB7F8A}" type="slidenum">
              <a:rPr lang="en-US" sz="2200" smtClean="0"/>
              <a:t>4</a:t>
            </a:fld>
            <a:endParaRPr lang="en-US" sz="2200"/>
          </a:p>
        </p:txBody>
      </p:sp>
      <p:sp>
        <p:nvSpPr>
          <p:cNvPr id="10" name="Rectangle 9">
            <a:extLst>
              <a:ext uri="{FF2B5EF4-FFF2-40B4-BE49-F238E27FC236}">
                <a16:creationId xmlns:a16="http://schemas.microsoft.com/office/drawing/2014/main" id="{F79625C5-7E9E-9B00-E855-0ACFC32BBFBB}"/>
              </a:ext>
            </a:extLst>
          </p:cNvPr>
          <p:cNvSpPr/>
          <p:nvPr/>
        </p:nvSpPr>
        <p:spPr>
          <a:xfrm>
            <a:off x="7587916" y="3232483"/>
            <a:ext cx="1138989" cy="375515"/>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6F46F9A0-D876-9A8B-ECB5-124A98C3E8C9}"/>
              </a:ext>
            </a:extLst>
          </p:cNvPr>
          <p:cNvCxnSpPr>
            <a:cxnSpLocks/>
            <a:endCxn id="10" idx="1"/>
          </p:cNvCxnSpPr>
          <p:nvPr/>
        </p:nvCxnSpPr>
        <p:spPr>
          <a:xfrm flipV="1">
            <a:off x="5429839" y="3420241"/>
            <a:ext cx="2158077" cy="8759"/>
          </a:xfrm>
          <a:prstGeom prst="line">
            <a:avLst/>
          </a:prstGeom>
          <a:ln w="254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1068154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20F271-6F0D-4AC0-BB1D-F5C338165C13}"/>
              </a:ext>
            </a:extLst>
          </p:cNvPr>
          <p:cNvSpPr>
            <a:spLocks noGrp="1"/>
          </p:cNvSpPr>
          <p:nvPr>
            <p:ph type="title"/>
          </p:nvPr>
        </p:nvSpPr>
        <p:spPr/>
        <p:txBody>
          <a:bodyPr>
            <a:normAutofit fontScale="90000"/>
          </a:bodyPr>
          <a:lstStyle/>
          <a:p>
            <a:r>
              <a:rPr lang="en-US" sz="3600" b="1" dirty="0"/>
              <a:t>Export of GPON Encapsulation Mode in IPFIX</a:t>
            </a:r>
            <a:br>
              <a:rPr lang="en-US" dirty="0"/>
            </a:br>
            <a:r>
              <a:rPr lang="en-US" sz="3600" dirty="0">
                <a:solidFill>
                  <a:schemeClr val="bg2">
                    <a:lumMod val="75000"/>
                  </a:schemeClr>
                </a:solidFill>
              </a:rPr>
              <a:t>draft-</a:t>
            </a:r>
            <a:r>
              <a:rPr lang="en-US" sz="3600" dirty="0" err="1">
                <a:solidFill>
                  <a:schemeClr val="bg2">
                    <a:lumMod val="75000"/>
                  </a:schemeClr>
                </a:solidFill>
              </a:rPr>
              <a:t>netana</a:t>
            </a:r>
            <a:r>
              <a:rPr lang="en-US" sz="3600" dirty="0">
                <a:solidFill>
                  <a:schemeClr val="bg2">
                    <a:lumMod val="75000"/>
                  </a:schemeClr>
                </a:solidFill>
              </a:rPr>
              <a:t>-opsawg-</a:t>
            </a:r>
            <a:r>
              <a:rPr lang="en-US" sz="3600" dirty="0" err="1">
                <a:solidFill>
                  <a:schemeClr val="bg2">
                    <a:lumMod val="75000"/>
                  </a:schemeClr>
                </a:solidFill>
              </a:rPr>
              <a:t>ipfix</a:t>
            </a:r>
            <a:r>
              <a:rPr lang="en-US" sz="3600" dirty="0">
                <a:solidFill>
                  <a:schemeClr val="bg2">
                    <a:lumMod val="75000"/>
                  </a:schemeClr>
                </a:solidFill>
              </a:rPr>
              <a:t>-</a:t>
            </a:r>
            <a:r>
              <a:rPr lang="en-US" sz="3600" dirty="0" err="1">
                <a:solidFill>
                  <a:schemeClr val="bg2">
                    <a:lumMod val="75000"/>
                  </a:schemeClr>
                </a:solidFill>
              </a:rPr>
              <a:t>gpon</a:t>
            </a:r>
            <a:r>
              <a:rPr lang="en-US" sz="3600" dirty="0">
                <a:solidFill>
                  <a:schemeClr val="bg2">
                    <a:lumMod val="75000"/>
                  </a:schemeClr>
                </a:solidFill>
              </a:rPr>
              <a:t>-gem defines IPFIX entities</a:t>
            </a:r>
          </a:p>
        </p:txBody>
      </p:sp>
      <p:sp>
        <p:nvSpPr>
          <p:cNvPr id="3" name="Content Placeholder 2">
            <a:extLst>
              <a:ext uri="{FF2B5EF4-FFF2-40B4-BE49-F238E27FC236}">
                <a16:creationId xmlns:a16="http://schemas.microsoft.com/office/drawing/2014/main" id="{29C0DFD4-432D-4B0C-93DF-790441DCF5B9}"/>
              </a:ext>
            </a:extLst>
          </p:cNvPr>
          <p:cNvSpPr>
            <a:spLocks noGrp="1"/>
          </p:cNvSpPr>
          <p:nvPr>
            <p:ph idx="1"/>
          </p:nvPr>
        </p:nvSpPr>
        <p:spPr>
          <a:xfrm>
            <a:off x="838200" y="1825625"/>
            <a:ext cx="5131279" cy="4351338"/>
          </a:xfrm>
        </p:spPr>
        <p:txBody>
          <a:bodyPr>
            <a:noAutofit/>
          </a:bodyPr>
          <a:lstStyle/>
          <a:p>
            <a:pPr marL="228600" lvl="1">
              <a:spcBef>
                <a:spcPts val="600"/>
              </a:spcBef>
            </a:pPr>
            <a:r>
              <a:rPr lang="en-US" sz="1700" b="1" dirty="0"/>
              <a:t>5.1.1. </a:t>
            </a:r>
            <a:r>
              <a:rPr lang="en-US" sz="1700" b="1" dirty="0" err="1"/>
              <a:t>gponGemPti</a:t>
            </a:r>
            <a:endParaRPr lang="en-US" sz="1700" b="1" dirty="0"/>
          </a:p>
          <a:p>
            <a:pPr marL="274320" lvl="1" indent="0">
              <a:spcBef>
                <a:spcPts val="600"/>
              </a:spcBef>
              <a:buNone/>
            </a:pPr>
            <a:r>
              <a:rPr lang="en-US" sz="1200" dirty="0"/>
              <a:t>Name:		</a:t>
            </a:r>
            <a:r>
              <a:rPr lang="en-US" sz="1200" dirty="0" err="1"/>
              <a:t>gponGemPti</a:t>
            </a:r>
            <a:endParaRPr lang="en-US" sz="1200" dirty="0"/>
          </a:p>
          <a:p>
            <a:pPr marL="274320" lvl="1" indent="0">
              <a:spcBef>
                <a:spcPts val="0"/>
              </a:spcBef>
              <a:buNone/>
            </a:pPr>
            <a:r>
              <a:rPr lang="en-US" sz="1200" dirty="0" err="1"/>
              <a:t>ElementID</a:t>
            </a:r>
            <a:r>
              <a:rPr lang="en-US" sz="1200" dirty="0"/>
              <a:t>:	TBD1</a:t>
            </a:r>
          </a:p>
          <a:p>
            <a:pPr marL="274320" lvl="1" indent="0">
              <a:spcBef>
                <a:spcPts val="0"/>
              </a:spcBef>
              <a:buNone/>
            </a:pPr>
            <a:r>
              <a:rPr lang="en-US" sz="1200" dirty="0"/>
              <a:t>Description:	Values for this Information Element are listed in 		the Section 8.3.1 of [</a:t>
            </a:r>
            <a:r>
              <a:rPr lang="en-US" sz="1200" dirty="0">
                <a:hlinkClick r:id="rId2"/>
              </a:rPr>
              <a:t>itu-g984-3</a:t>
            </a:r>
            <a:r>
              <a:rPr lang="en-US" sz="1200" dirty="0"/>
              <a:t>]. "G-PON 			Encapsulation Method PTI"  </a:t>
            </a:r>
            <a:r>
              <a:rPr lang="en-US" sz="1200" dirty="0" err="1"/>
              <a:t>subregistry</a:t>
            </a:r>
            <a:r>
              <a:rPr lang="en-US" sz="1200" dirty="0"/>
              <a:t>, see 			[</a:t>
            </a:r>
            <a:r>
              <a:rPr lang="en-US" sz="1200" dirty="0">
                <a:hlinkClick r:id="rId3"/>
              </a:rPr>
              <a:t>IANA-IPFIX</a:t>
            </a:r>
            <a:r>
              <a:rPr lang="en-US" sz="1200" dirty="0"/>
              <a:t>].</a:t>
            </a:r>
          </a:p>
          <a:p>
            <a:pPr marL="274320" lvl="1" indent="0">
              <a:spcBef>
                <a:spcPts val="0"/>
              </a:spcBef>
              <a:buNone/>
            </a:pPr>
            <a:r>
              <a:rPr lang="en-US" sz="1200" dirty="0"/>
              <a:t>Abstract Data Type:	unsigned8</a:t>
            </a:r>
          </a:p>
          <a:p>
            <a:pPr marL="274320" lvl="1" indent="0">
              <a:spcBef>
                <a:spcPts val="0"/>
              </a:spcBef>
              <a:buNone/>
            </a:pPr>
            <a:r>
              <a:rPr lang="en-US" sz="1200" dirty="0"/>
              <a:t>Data Type Semantics:	flags</a:t>
            </a:r>
          </a:p>
          <a:p>
            <a:pPr marL="274320" lvl="1" indent="0">
              <a:spcBef>
                <a:spcPts val="0"/>
              </a:spcBef>
              <a:buNone/>
            </a:pPr>
            <a:r>
              <a:rPr lang="en-US" sz="1200" dirty="0"/>
              <a:t>Range:  		The valid range is 0-7.</a:t>
            </a:r>
          </a:p>
          <a:p>
            <a:pPr marL="274320" lvl="1" indent="0">
              <a:spcBef>
                <a:spcPts val="0"/>
              </a:spcBef>
              <a:buNone/>
            </a:pPr>
            <a:r>
              <a:rPr lang="en-US" sz="1200" dirty="0"/>
              <a:t>Additional Information:	See the assigned types in [IPFIX G-PON content 		type list. Encapsulation Method PTI </a:t>
            </a:r>
            <a:r>
              <a:rPr lang="en-US" sz="1200" dirty="0" err="1"/>
              <a:t>Subregistry</a:t>
            </a:r>
            <a:r>
              <a:rPr lang="en-US" sz="1200" dirty="0"/>
              <a:t>]. 		The values encoded in the 3 least significant bits 		of the IE.</a:t>
            </a:r>
          </a:p>
          <a:p>
            <a:pPr marL="274320" lvl="1" indent="0">
              <a:spcBef>
                <a:spcPts val="0"/>
              </a:spcBef>
              <a:buNone/>
            </a:pPr>
            <a:r>
              <a:rPr lang="en-US" sz="1200" dirty="0"/>
              <a:t>Reference:	[RFC-to-be]</a:t>
            </a:r>
          </a:p>
          <a:p>
            <a:pPr marL="228600" lvl="1">
              <a:spcBef>
                <a:spcPts val="1800"/>
              </a:spcBef>
            </a:pPr>
            <a:r>
              <a:rPr lang="en-US" sz="1700" b="1" dirty="0"/>
              <a:t>5.1.2. </a:t>
            </a:r>
            <a:r>
              <a:rPr lang="en-US" sz="1700" b="1" dirty="0" err="1"/>
              <a:t>gponGemPortId</a:t>
            </a:r>
            <a:endParaRPr lang="en-US" sz="1700" b="1" dirty="0"/>
          </a:p>
          <a:p>
            <a:pPr marL="274320" lvl="1" indent="0">
              <a:spcBef>
                <a:spcPts val="600"/>
              </a:spcBef>
              <a:buNone/>
            </a:pPr>
            <a:r>
              <a:rPr lang="en-US" sz="1200" dirty="0"/>
              <a:t>Name:		</a:t>
            </a:r>
            <a:r>
              <a:rPr lang="en-US" sz="1200" dirty="0" err="1"/>
              <a:t>gponGemPortId</a:t>
            </a:r>
            <a:endParaRPr lang="en-US" sz="1200" dirty="0"/>
          </a:p>
          <a:p>
            <a:pPr marL="274320" lvl="1" indent="0">
              <a:spcBef>
                <a:spcPts val="0"/>
              </a:spcBef>
              <a:buNone/>
            </a:pPr>
            <a:r>
              <a:rPr lang="en-US" sz="1200" dirty="0" err="1"/>
              <a:t>ElementID</a:t>
            </a:r>
            <a:r>
              <a:rPr lang="en-US" sz="1200" dirty="0"/>
              <a:t>:	TBD2</a:t>
            </a:r>
          </a:p>
          <a:p>
            <a:pPr marL="274320" lvl="1" indent="0">
              <a:spcBef>
                <a:spcPts val="0"/>
              </a:spcBef>
              <a:buNone/>
            </a:pPr>
            <a:r>
              <a:rPr lang="en-US" sz="1200" dirty="0"/>
              <a:t>Description:	The 12-bit GEM Port-ID field defined in Section 		8.3.1 of [</a:t>
            </a:r>
            <a:r>
              <a:rPr lang="en-US" sz="1200" dirty="0">
                <a:hlinkClick r:id="rId2"/>
              </a:rPr>
              <a:t>itu-g984-3</a:t>
            </a:r>
            <a:r>
              <a:rPr lang="en-US" sz="1200" dirty="0"/>
              <a:t>] and </a:t>
            </a:r>
            <a:r>
              <a:rPr lang="en-US" sz="1200" dirty="0">
                <a:highlight>
                  <a:srgbClr val="FFFF00"/>
                </a:highlight>
              </a:rPr>
              <a:t>XGEM Port-ID field in 		Section 9.1.2 of [itu-g9804-2</a:t>
            </a:r>
            <a:r>
              <a:rPr lang="en-US" sz="1200" dirty="0"/>
              <a:t>].</a:t>
            </a:r>
          </a:p>
          <a:p>
            <a:pPr marL="274320" lvl="1" indent="0">
              <a:spcBef>
                <a:spcPts val="0"/>
              </a:spcBef>
              <a:buNone/>
            </a:pPr>
            <a:r>
              <a:rPr lang="en-US" sz="1200" dirty="0"/>
              <a:t>Abstract Data Type:	unsigned16</a:t>
            </a:r>
          </a:p>
          <a:p>
            <a:pPr marL="274320" lvl="1" indent="0">
              <a:spcBef>
                <a:spcPts val="0"/>
              </a:spcBef>
              <a:buNone/>
            </a:pPr>
            <a:r>
              <a:rPr lang="en-US" sz="1200" dirty="0"/>
              <a:t>Data Type Semantics:	identifier</a:t>
            </a:r>
          </a:p>
          <a:p>
            <a:pPr marL="274320" lvl="1" indent="0">
              <a:spcBef>
                <a:spcPts val="0"/>
              </a:spcBef>
              <a:buNone/>
            </a:pPr>
            <a:r>
              <a:rPr lang="en-US" sz="1200" dirty="0"/>
              <a:t>Additional Information:	See Section 8.3.1 of [</a:t>
            </a:r>
            <a:r>
              <a:rPr lang="en-US" sz="1200" dirty="0">
                <a:hlinkClick r:id="rId2"/>
              </a:rPr>
              <a:t>itu-g984-3</a:t>
            </a:r>
            <a:r>
              <a:rPr lang="en-US" sz="1200" dirty="0"/>
              <a:t>] for the content 		type list.</a:t>
            </a:r>
          </a:p>
          <a:p>
            <a:pPr marL="274320" lvl="1" indent="0">
              <a:spcBef>
                <a:spcPts val="0"/>
              </a:spcBef>
              <a:buNone/>
            </a:pPr>
            <a:r>
              <a:rPr lang="en-US" sz="1200" dirty="0"/>
              <a:t>Reference:	[RFC-to-be]</a:t>
            </a:r>
          </a:p>
        </p:txBody>
      </p:sp>
      <p:sp>
        <p:nvSpPr>
          <p:cNvPr id="16" name="Slide Number Placeholder 1">
            <a:extLst>
              <a:ext uri="{FF2B5EF4-FFF2-40B4-BE49-F238E27FC236}">
                <a16:creationId xmlns:a16="http://schemas.microsoft.com/office/drawing/2014/main" id="{4D0044F8-1C12-4A59-883A-7B56B9370029}"/>
              </a:ext>
            </a:extLst>
          </p:cNvPr>
          <p:cNvSpPr>
            <a:spLocks noGrp="1"/>
          </p:cNvSpPr>
          <p:nvPr>
            <p:ph type="sldNum" sz="quarter" idx="12"/>
          </p:nvPr>
        </p:nvSpPr>
        <p:spPr>
          <a:xfrm>
            <a:off x="11607800" y="6362700"/>
            <a:ext cx="414338" cy="365125"/>
          </a:xfrm>
        </p:spPr>
        <p:txBody>
          <a:bodyPr/>
          <a:lstStyle/>
          <a:p>
            <a:fld id="{FC4AC485-25DE-431E-B345-9C0A15BB7F8A}" type="slidenum">
              <a:rPr lang="en-US" sz="2200" smtClean="0"/>
              <a:t>5</a:t>
            </a:fld>
            <a:endParaRPr lang="en-US" sz="2200" dirty="0"/>
          </a:p>
        </p:txBody>
      </p:sp>
      <p:pic>
        <p:nvPicPr>
          <p:cNvPr id="5" name="Picture 4">
            <a:extLst>
              <a:ext uri="{FF2B5EF4-FFF2-40B4-BE49-F238E27FC236}">
                <a16:creationId xmlns:a16="http://schemas.microsoft.com/office/drawing/2014/main" id="{CFA67E44-4CB2-413F-A406-1B459ECD3EB5}"/>
              </a:ext>
            </a:extLst>
          </p:cNvPr>
          <p:cNvPicPr>
            <a:picLocks noChangeAspect="1"/>
          </p:cNvPicPr>
          <p:nvPr/>
        </p:nvPicPr>
        <p:blipFill>
          <a:blip r:embed="rId4"/>
          <a:stretch>
            <a:fillRect/>
          </a:stretch>
        </p:blipFill>
        <p:spPr>
          <a:xfrm>
            <a:off x="6096000" y="2454178"/>
            <a:ext cx="5912376" cy="3593331"/>
          </a:xfrm>
          <a:prstGeom prst="rect">
            <a:avLst/>
          </a:prstGeom>
        </p:spPr>
      </p:pic>
    </p:spTree>
    <p:extLst>
      <p:ext uri="{BB962C8B-B14F-4D97-AF65-F5344CB8AC3E}">
        <p14:creationId xmlns:p14="http://schemas.microsoft.com/office/powerpoint/2010/main" val="20702118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20F271-6F0D-4AC0-BB1D-F5C338165C13}"/>
              </a:ext>
            </a:extLst>
          </p:cNvPr>
          <p:cNvSpPr>
            <a:spLocks noGrp="1"/>
          </p:cNvSpPr>
          <p:nvPr>
            <p:ph type="title"/>
          </p:nvPr>
        </p:nvSpPr>
        <p:spPr/>
        <p:txBody>
          <a:bodyPr>
            <a:normAutofit/>
          </a:bodyPr>
          <a:lstStyle/>
          <a:p>
            <a:r>
              <a:rPr lang="en-US" sz="3600" b="1" dirty="0"/>
              <a:t>Export of GPON Encapsulation Mode in IPFIX</a:t>
            </a:r>
            <a:br>
              <a:rPr lang="en-US" dirty="0"/>
            </a:br>
            <a:r>
              <a:rPr lang="de-CH" sz="3200" dirty="0">
                <a:solidFill>
                  <a:schemeClr val="bg2">
                    <a:lumMod val="75000"/>
                  </a:schemeClr>
                </a:solidFill>
              </a:rPr>
              <a:t>IPFIX G-PON </a:t>
            </a:r>
            <a:r>
              <a:rPr lang="de-CH" sz="3200" dirty="0" err="1">
                <a:solidFill>
                  <a:schemeClr val="bg2">
                    <a:lumMod val="75000"/>
                  </a:schemeClr>
                </a:solidFill>
              </a:rPr>
              <a:t>Encapsulation</a:t>
            </a:r>
            <a:r>
              <a:rPr lang="de-CH" sz="3200" dirty="0">
                <a:solidFill>
                  <a:schemeClr val="bg2">
                    <a:lumMod val="75000"/>
                  </a:schemeClr>
                </a:solidFill>
              </a:rPr>
              <a:t> Method PTI </a:t>
            </a:r>
            <a:r>
              <a:rPr lang="de-CH" sz="3200" dirty="0" err="1">
                <a:solidFill>
                  <a:schemeClr val="bg2">
                    <a:lumMod val="75000"/>
                  </a:schemeClr>
                </a:solidFill>
              </a:rPr>
              <a:t>Subregistry</a:t>
            </a:r>
            <a:endParaRPr lang="en-US" sz="3200" dirty="0">
              <a:solidFill>
                <a:schemeClr val="bg2">
                  <a:lumMod val="75000"/>
                </a:schemeClr>
              </a:solidFill>
            </a:endParaRPr>
          </a:p>
        </p:txBody>
      </p:sp>
      <p:sp>
        <p:nvSpPr>
          <p:cNvPr id="16" name="Slide Number Placeholder 1">
            <a:extLst>
              <a:ext uri="{FF2B5EF4-FFF2-40B4-BE49-F238E27FC236}">
                <a16:creationId xmlns:a16="http://schemas.microsoft.com/office/drawing/2014/main" id="{4D0044F8-1C12-4A59-883A-7B56B9370029}"/>
              </a:ext>
            </a:extLst>
          </p:cNvPr>
          <p:cNvSpPr>
            <a:spLocks noGrp="1"/>
          </p:cNvSpPr>
          <p:nvPr>
            <p:ph type="sldNum" sz="quarter" idx="12"/>
          </p:nvPr>
        </p:nvSpPr>
        <p:spPr>
          <a:xfrm>
            <a:off x="11607800" y="6362700"/>
            <a:ext cx="414338" cy="365125"/>
          </a:xfrm>
        </p:spPr>
        <p:txBody>
          <a:bodyPr/>
          <a:lstStyle/>
          <a:p>
            <a:fld id="{FC4AC485-25DE-431E-B345-9C0A15BB7F8A}" type="slidenum">
              <a:rPr lang="en-US" sz="2200" smtClean="0"/>
              <a:t>6</a:t>
            </a:fld>
            <a:endParaRPr lang="en-US" sz="2200"/>
          </a:p>
        </p:txBody>
      </p:sp>
      <p:sp>
        <p:nvSpPr>
          <p:cNvPr id="7" name="TextBox 6">
            <a:extLst>
              <a:ext uri="{FF2B5EF4-FFF2-40B4-BE49-F238E27FC236}">
                <a16:creationId xmlns:a16="http://schemas.microsoft.com/office/drawing/2014/main" id="{99720B6A-6FC0-175F-D413-502D123E7F32}"/>
              </a:ext>
            </a:extLst>
          </p:cNvPr>
          <p:cNvSpPr txBox="1"/>
          <p:nvPr/>
        </p:nvSpPr>
        <p:spPr>
          <a:xfrm>
            <a:off x="838200" y="3223379"/>
            <a:ext cx="4837981" cy="3139321"/>
          </a:xfrm>
          <a:prstGeom prst="rect">
            <a:avLst/>
          </a:prstGeom>
          <a:noFill/>
        </p:spPr>
        <p:txBody>
          <a:bodyPr wrap="square">
            <a:spAutoFit/>
          </a:bodyPr>
          <a:lstStyle/>
          <a:p>
            <a:r>
              <a:rPr lang="de-CH" sz="900" dirty="0">
                <a:latin typeface="Courier New" panose="02070309020205020404" pitchFamily="49" charset="0"/>
                <a:cs typeface="Courier New" panose="02070309020205020404" pitchFamily="49" charset="0"/>
              </a:rPr>
              <a:t>+-------+----------------------------------------------------------+</a:t>
            </a:r>
          </a:p>
          <a:p>
            <a:r>
              <a:rPr lang="de-CH" sz="900" dirty="0">
                <a:latin typeface="Courier New" panose="02070309020205020404" pitchFamily="49" charset="0"/>
                <a:cs typeface="Courier New" panose="02070309020205020404" pitchFamily="49" charset="0"/>
              </a:rPr>
              <a:t>| Value |       GEM PTI Content Type </a:t>
            </a:r>
            <a:r>
              <a:rPr lang="de-CH" sz="900" dirty="0" err="1">
                <a:latin typeface="Courier New" panose="02070309020205020404" pitchFamily="49" charset="0"/>
                <a:cs typeface="Courier New" panose="02070309020205020404" pitchFamily="49" charset="0"/>
              </a:rPr>
              <a:t>Meaning</a:t>
            </a:r>
            <a:r>
              <a:rPr lang="de-CH" sz="900" dirty="0">
                <a:latin typeface="Courier New" panose="02070309020205020404" pitchFamily="49" charset="0"/>
                <a:cs typeface="Courier New" panose="02070309020205020404" pitchFamily="49" charset="0"/>
              </a:rPr>
              <a:t>         | Additional  |</a:t>
            </a:r>
          </a:p>
          <a:p>
            <a:r>
              <a:rPr lang="de-CH" sz="900" dirty="0">
                <a:latin typeface="Courier New" panose="02070309020205020404" pitchFamily="49" charset="0"/>
                <a:cs typeface="Courier New" panose="02070309020205020404" pitchFamily="49" charset="0"/>
              </a:rPr>
              <a:t>|       |                                            | Information |</a:t>
            </a:r>
          </a:p>
          <a:p>
            <a:r>
              <a:rPr lang="de-CH" sz="900" dirty="0">
                <a:latin typeface="Courier New" panose="02070309020205020404" pitchFamily="49" charset="0"/>
                <a:cs typeface="Courier New" panose="02070309020205020404" pitchFamily="49" charset="0"/>
              </a:rPr>
              <a:t>+-------+----------------------------------------------------------+</a:t>
            </a:r>
          </a:p>
          <a:p>
            <a:r>
              <a:rPr lang="de-CH" sz="900" dirty="0">
                <a:latin typeface="Courier New" panose="02070309020205020404" pitchFamily="49" charset="0"/>
                <a:cs typeface="Courier New" panose="02070309020205020404" pitchFamily="49" charset="0"/>
              </a:rPr>
              <a:t>|  000  | User </a:t>
            </a:r>
            <a:r>
              <a:rPr lang="de-CH" sz="900" dirty="0" err="1">
                <a:latin typeface="Courier New" panose="02070309020205020404" pitchFamily="49" charset="0"/>
                <a:cs typeface="Courier New" panose="02070309020205020404" pitchFamily="49" charset="0"/>
              </a:rPr>
              <a:t>data</a:t>
            </a:r>
            <a:r>
              <a:rPr lang="de-CH" sz="900" dirty="0">
                <a:latin typeface="Courier New" panose="02070309020205020404" pitchFamily="49" charset="0"/>
                <a:cs typeface="Courier New" panose="02070309020205020404" pitchFamily="49" charset="0"/>
              </a:rPr>
              <a:t> </a:t>
            </a:r>
            <a:r>
              <a:rPr lang="de-CH" sz="900" dirty="0" err="1">
                <a:latin typeface="Courier New" panose="02070309020205020404" pitchFamily="49" charset="0"/>
                <a:cs typeface="Courier New" panose="02070309020205020404" pitchFamily="49" charset="0"/>
              </a:rPr>
              <a:t>fragment</a:t>
            </a:r>
            <a:r>
              <a:rPr lang="de-CH" sz="900" dirty="0">
                <a:latin typeface="Courier New" panose="02070309020205020404" pitchFamily="49" charset="0"/>
                <a:cs typeface="Courier New" panose="02070309020205020404" pitchFamily="49" charset="0"/>
              </a:rPr>
              <a:t>, not </a:t>
            </a:r>
            <a:r>
              <a:rPr lang="de-CH" sz="900" dirty="0" err="1">
                <a:latin typeface="Courier New" panose="02070309020205020404" pitchFamily="49" charset="0"/>
                <a:cs typeface="Courier New" panose="02070309020205020404" pitchFamily="49" charset="0"/>
              </a:rPr>
              <a:t>the</a:t>
            </a:r>
            <a:r>
              <a:rPr lang="de-CH" sz="900" dirty="0">
                <a:latin typeface="Courier New" panose="02070309020205020404" pitchFamily="49" charset="0"/>
                <a:cs typeface="Courier New" panose="02070309020205020404" pitchFamily="49" charset="0"/>
              </a:rPr>
              <a:t> end of a frame | [RFC-</a:t>
            </a:r>
            <a:r>
              <a:rPr lang="de-CH" sz="900" dirty="0" err="1">
                <a:latin typeface="Courier New" panose="02070309020205020404" pitchFamily="49" charset="0"/>
                <a:cs typeface="Courier New" panose="02070309020205020404" pitchFamily="49" charset="0"/>
              </a:rPr>
              <a:t>to</a:t>
            </a:r>
            <a:r>
              <a:rPr lang="de-CH" sz="900" dirty="0">
                <a:latin typeface="Courier New" panose="02070309020205020404" pitchFamily="49" charset="0"/>
                <a:cs typeface="Courier New" panose="02070309020205020404" pitchFamily="49" charset="0"/>
              </a:rPr>
              <a:t>-</a:t>
            </a:r>
            <a:r>
              <a:rPr lang="de-CH" sz="900" dirty="0" err="1">
                <a:latin typeface="Courier New" panose="02070309020205020404" pitchFamily="49" charset="0"/>
                <a:cs typeface="Courier New" panose="02070309020205020404" pitchFamily="49" charset="0"/>
              </a:rPr>
              <a:t>be</a:t>
            </a:r>
            <a:r>
              <a:rPr lang="de-CH" sz="900" dirty="0">
                <a:latin typeface="Courier New" panose="02070309020205020404" pitchFamily="49" charset="0"/>
                <a:cs typeface="Courier New" panose="02070309020205020404" pitchFamily="49" charset="0"/>
              </a:rPr>
              <a:t>] |</a:t>
            </a:r>
          </a:p>
          <a:p>
            <a:r>
              <a:rPr lang="de-CH" sz="900" dirty="0">
                <a:latin typeface="Courier New" panose="02070309020205020404" pitchFamily="49" charset="0"/>
                <a:cs typeface="Courier New" panose="02070309020205020404" pitchFamily="49" charset="0"/>
              </a:rPr>
              <a:t>+-------+----------------------------------------------------------+</a:t>
            </a:r>
          </a:p>
          <a:p>
            <a:r>
              <a:rPr lang="de-CH" sz="900" dirty="0">
                <a:latin typeface="Courier New" panose="02070309020205020404" pitchFamily="49" charset="0"/>
                <a:cs typeface="Courier New" panose="02070309020205020404" pitchFamily="49" charset="0"/>
              </a:rPr>
              <a:t>|  001  | User </a:t>
            </a:r>
            <a:r>
              <a:rPr lang="de-CH" sz="900" dirty="0" err="1">
                <a:latin typeface="Courier New" panose="02070309020205020404" pitchFamily="49" charset="0"/>
                <a:cs typeface="Courier New" panose="02070309020205020404" pitchFamily="49" charset="0"/>
              </a:rPr>
              <a:t>data</a:t>
            </a:r>
            <a:r>
              <a:rPr lang="de-CH" sz="900" dirty="0">
                <a:latin typeface="Courier New" panose="02070309020205020404" pitchFamily="49" charset="0"/>
                <a:cs typeface="Courier New" panose="02070309020205020404" pitchFamily="49" charset="0"/>
              </a:rPr>
              <a:t> </a:t>
            </a:r>
            <a:r>
              <a:rPr lang="de-CH" sz="900" dirty="0" err="1">
                <a:latin typeface="Courier New" panose="02070309020205020404" pitchFamily="49" charset="0"/>
                <a:cs typeface="Courier New" panose="02070309020205020404" pitchFamily="49" charset="0"/>
              </a:rPr>
              <a:t>fragment</a:t>
            </a:r>
            <a:r>
              <a:rPr lang="de-CH" sz="900" dirty="0">
                <a:latin typeface="Courier New" panose="02070309020205020404" pitchFamily="49" charset="0"/>
                <a:cs typeface="Courier New" panose="02070309020205020404" pitchFamily="49" charset="0"/>
              </a:rPr>
              <a:t>, end of a frame         | [RFC-</a:t>
            </a:r>
            <a:r>
              <a:rPr lang="de-CH" sz="900" dirty="0" err="1">
                <a:latin typeface="Courier New" panose="02070309020205020404" pitchFamily="49" charset="0"/>
                <a:cs typeface="Courier New" panose="02070309020205020404" pitchFamily="49" charset="0"/>
              </a:rPr>
              <a:t>to</a:t>
            </a:r>
            <a:r>
              <a:rPr lang="de-CH" sz="900" dirty="0">
                <a:latin typeface="Courier New" panose="02070309020205020404" pitchFamily="49" charset="0"/>
                <a:cs typeface="Courier New" panose="02070309020205020404" pitchFamily="49" charset="0"/>
              </a:rPr>
              <a:t>-</a:t>
            </a:r>
            <a:r>
              <a:rPr lang="de-CH" sz="900" dirty="0" err="1">
                <a:latin typeface="Courier New" panose="02070309020205020404" pitchFamily="49" charset="0"/>
                <a:cs typeface="Courier New" panose="02070309020205020404" pitchFamily="49" charset="0"/>
              </a:rPr>
              <a:t>be</a:t>
            </a:r>
            <a:r>
              <a:rPr lang="de-CH" sz="900" dirty="0">
                <a:latin typeface="Courier New" panose="02070309020205020404" pitchFamily="49" charset="0"/>
                <a:cs typeface="Courier New" panose="02070309020205020404" pitchFamily="49" charset="0"/>
              </a:rPr>
              <a:t>] |</a:t>
            </a:r>
          </a:p>
          <a:p>
            <a:r>
              <a:rPr lang="de-CH" sz="900" dirty="0">
                <a:latin typeface="Courier New" panose="02070309020205020404" pitchFamily="49" charset="0"/>
                <a:cs typeface="Courier New" panose="02070309020205020404" pitchFamily="49" charset="0"/>
              </a:rPr>
              <a:t>+-------+----------------------------------------------------------+</a:t>
            </a:r>
          </a:p>
          <a:p>
            <a:r>
              <a:rPr lang="de-CH" sz="900" dirty="0">
                <a:latin typeface="Courier New" panose="02070309020205020404" pitchFamily="49" charset="0"/>
                <a:cs typeface="Courier New" panose="02070309020205020404" pitchFamily="49" charset="0"/>
              </a:rPr>
              <a:t>|  010  | Reserved                                   | [RFC-</a:t>
            </a:r>
            <a:r>
              <a:rPr lang="de-CH" sz="900" dirty="0" err="1">
                <a:latin typeface="Courier New" panose="02070309020205020404" pitchFamily="49" charset="0"/>
                <a:cs typeface="Courier New" panose="02070309020205020404" pitchFamily="49" charset="0"/>
              </a:rPr>
              <a:t>to</a:t>
            </a:r>
            <a:r>
              <a:rPr lang="de-CH" sz="900" dirty="0">
                <a:latin typeface="Courier New" panose="02070309020205020404" pitchFamily="49" charset="0"/>
                <a:cs typeface="Courier New" panose="02070309020205020404" pitchFamily="49" charset="0"/>
              </a:rPr>
              <a:t>-</a:t>
            </a:r>
            <a:r>
              <a:rPr lang="de-CH" sz="900" dirty="0" err="1">
                <a:latin typeface="Courier New" panose="02070309020205020404" pitchFamily="49" charset="0"/>
                <a:cs typeface="Courier New" panose="02070309020205020404" pitchFamily="49" charset="0"/>
              </a:rPr>
              <a:t>be</a:t>
            </a:r>
            <a:r>
              <a:rPr lang="de-CH" sz="900" dirty="0">
                <a:latin typeface="Courier New" panose="02070309020205020404" pitchFamily="49" charset="0"/>
                <a:cs typeface="Courier New" panose="02070309020205020404" pitchFamily="49" charset="0"/>
              </a:rPr>
              <a:t>] |</a:t>
            </a:r>
          </a:p>
          <a:p>
            <a:r>
              <a:rPr lang="de-CH" sz="900" dirty="0">
                <a:latin typeface="Courier New" panose="02070309020205020404" pitchFamily="49" charset="0"/>
                <a:cs typeface="Courier New" panose="02070309020205020404" pitchFamily="49" charset="0"/>
              </a:rPr>
              <a:t>+-------+----------------------------------------------------------+</a:t>
            </a:r>
          </a:p>
          <a:p>
            <a:r>
              <a:rPr lang="de-CH" sz="900" dirty="0">
                <a:latin typeface="Courier New" panose="02070309020205020404" pitchFamily="49" charset="0"/>
                <a:cs typeface="Courier New" panose="02070309020205020404" pitchFamily="49" charset="0"/>
              </a:rPr>
              <a:t>|  011  | Reserved                                   | [RFC-</a:t>
            </a:r>
            <a:r>
              <a:rPr lang="de-CH" sz="900" dirty="0" err="1">
                <a:latin typeface="Courier New" panose="02070309020205020404" pitchFamily="49" charset="0"/>
                <a:cs typeface="Courier New" panose="02070309020205020404" pitchFamily="49" charset="0"/>
              </a:rPr>
              <a:t>to</a:t>
            </a:r>
            <a:r>
              <a:rPr lang="de-CH" sz="900" dirty="0">
                <a:latin typeface="Courier New" panose="02070309020205020404" pitchFamily="49" charset="0"/>
                <a:cs typeface="Courier New" panose="02070309020205020404" pitchFamily="49" charset="0"/>
              </a:rPr>
              <a:t>-</a:t>
            </a:r>
            <a:r>
              <a:rPr lang="de-CH" sz="900" dirty="0" err="1">
                <a:latin typeface="Courier New" panose="02070309020205020404" pitchFamily="49" charset="0"/>
                <a:cs typeface="Courier New" panose="02070309020205020404" pitchFamily="49" charset="0"/>
              </a:rPr>
              <a:t>be</a:t>
            </a:r>
            <a:r>
              <a:rPr lang="de-CH" sz="900" dirty="0">
                <a:latin typeface="Courier New" panose="02070309020205020404" pitchFamily="49" charset="0"/>
                <a:cs typeface="Courier New" panose="02070309020205020404" pitchFamily="49" charset="0"/>
              </a:rPr>
              <a:t>] |</a:t>
            </a:r>
          </a:p>
          <a:p>
            <a:r>
              <a:rPr lang="de-CH" sz="900" dirty="0">
                <a:latin typeface="Courier New" panose="02070309020205020404" pitchFamily="49" charset="0"/>
                <a:cs typeface="Courier New" panose="02070309020205020404" pitchFamily="49" charset="0"/>
              </a:rPr>
              <a:t>+-------+----------------------------------------------------------+</a:t>
            </a:r>
          </a:p>
          <a:p>
            <a:r>
              <a:rPr lang="de-CH" sz="900" dirty="0">
                <a:latin typeface="Courier New" panose="02070309020205020404" pitchFamily="49" charset="0"/>
                <a:cs typeface="Courier New" panose="02070309020205020404" pitchFamily="49" charset="0"/>
              </a:rPr>
              <a:t>|  100  | GEM OAM, not </a:t>
            </a:r>
            <a:r>
              <a:rPr lang="de-CH" sz="900" dirty="0" err="1">
                <a:latin typeface="Courier New" panose="02070309020205020404" pitchFamily="49" charset="0"/>
                <a:cs typeface="Courier New" panose="02070309020205020404" pitchFamily="49" charset="0"/>
              </a:rPr>
              <a:t>the</a:t>
            </a:r>
            <a:r>
              <a:rPr lang="de-CH" sz="900" dirty="0">
                <a:latin typeface="Courier New" panose="02070309020205020404" pitchFamily="49" charset="0"/>
                <a:cs typeface="Courier New" panose="02070309020205020404" pitchFamily="49" charset="0"/>
              </a:rPr>
              <a:t> end of a frame            | [RFC-</a:t>
            </a:r>
            <a:r>
              <a:rPr lang="de-CH" sz="900" dirty="0" err="1">
                <a:latin typeface="Courier New" panose="02070309020205020404" pitchFamily="49" charset="0"/>
                <a:cs typeface="Courier New" panose="02070309020205020404" pitchFamily="49" charset="0"/>
              </a:rPr>
              <a:t>to</a:t>
            </a:r>
            <a:r>
              <a:rPr lang="de-CH" sz="900" dirty="0">
                <a:latin typeface="Courier New" panose="02070309020205020404" pitchFamily="49" charset="0"/>
                <a:cs typeface="Courier New" panose="02070309020205020404" pitchFamily="49" charset="0"/>
              </a:rPr>
              <a:t>-</a:t>
            </a:r>
            <a:r>
              <a:rPr lang="de-CH" sz="900" dirty="0" err="1">
                <a:latin typeface="Courier New" panose="02070309020205020404" pitchFamily="49" charset="0"/>
                <a:cs typeface="Courier New" panose="02070309020205020404" pitchFamily="49" charset="0"/>
              </a:rPr>
              <a:t>be</a:t>
            </a:r>
            <a:r>
              <a:rPr lang="de-CH" sz="900" dirty="0">
                <a:latin typeface="Courier New" panose="02070309020205020404" pitchFamily="49" charset="0"/>
                <a:cs typeface="Courier New" panose="02070309020205020404" pitchFamily="49" charset="0"/>
              </a:rPr>
              <a:t>] |</a:t>
            </a:r>
          </a:p>
          <a:p>
            <a:r>
              <a:rPr lang="de-CH" sz="900" dirty="0">
                <a:latin typeface="Courier New" panose="02070309020205020404" pitchFamily="49" charset="0"/>
                <a:cs typeface="Courier New" panose="02070309020205020404" pitchFamily="49" charset="0"/>
              </a:rPr>
              <a:t>+-------+----------------------------------------------------------+</a:t>
            </a:r>
          </a:p>
          <a:p>
            <a:r>
              <a:rPr lang="de-CH" sz="900" dirty="0">
                <a:latin typeface="Courier New" panose="02070309020205020404" pitchFamily="49" charset="0"/>
                <a:cs typeface="Courier New" panose="02070309020205020404" pitchFamily="49" charset="0"/>
              </a:rPr>
              <a:t>|  101  | GEM OAM, end of a frame                    | [RFC-</a:t>
            </a:r>
            <a:r>
              <a:rPr lang="de-CH" sz="900" dirty="0" err="1">
                <a:latin typeface="Courier New" panose="02070309020205020404" pitchFamily="49" charset="0"/>
                <a:cs typeface="Courier New" panose="02070309020205020404" pitchFamily="49" charset="0"/>
              </a:rPr>
              <a:t>to</a:t>
            </a:r>
            <a:r>
              <a:rPr lang="de-CH" sz="900" dirty="0">
                <a:latin typeface="Courier New" panose="02070309020205020404" pitchFamily="49" charset="0"/>
                <a:cs typeface="Courier New" panose="02070309020205020404" pitchFamily="49" charset="0"/>
              </a:rPr>
              <a:t>-</a:t>
            </a:r>
            <a:r>
              <a:rPr lang="de-CH" sz="900" dirty="0" err="1">
                <a:latin typeface="Courier New" panose="02070309020205020404" pitchFamily="49" charset="0"/>
                <a:cs typeface="Courier New" panose="02070309020205020404" pitchFamily="49" charset="0"/>
              </a:rPr>
              <a:t>be</a:t>
            </a:r>
            <a:r>
              <a:rPr lang="de-CH" sz="900" dirty="0">
                <a:latin typeface="Courier New" panose="02070309020205020404" pitchFamily="49" charset="0"/>
                <a:cs typeface="Courier New" panose="02070309020205020404" pitchFamily="49" charset="0"/>
              </a:rPr>
              <a:t>] |</a:t>
            </a:r>
          </a:p>
          <a:p>
            <a:r>
              <a:rPr lang="de-CH" sz="900" dirty="0">
                <a:latin typeface="Courier New" panose="02070309020205020404" pitchFamily="49" charset="0"/>
                <a:cs typeface="Courier New" panose="02070309020205020404" pitchFamily="49" charset="0"/>
              </a:rPr>
              <a:t>+-------+----------------------------------------------------------+</a:t>
            </a:r>
          </a:p>
          <a:p>
            <a:r>
              <a:rPr lang="de-CH" sz="900" dirty="0">
                <a:latin typeface="Courier New" panose="02070309020205020404" pitchFamily="49" charset="0"/>
                <a:cs typeface="Courier New" panose="02070309020205020404" pitchFamily="49" charset="0"/>
              </a:rPr>
              <a:t>|  110  | Reserved                                   | [RFC-</a:t>
            </a:r>
            <a:r>
              <a:rPr lang="de-CH" sz="900" dirty="0" err="1">
                <a:latin typeface="Courier New" panose="02070309020205020404" pitchFamily="49" charset="0"/>
                <a:cs typeface="Courier New" panose="02070309020205020404" pitchFamily="49" charset="0"/>
              </a:rPr>
              <a:t>to</a:t>
            </a:r>
            <a:r>
              <a:rPr lang="de-CH" sz="900" dirty="0">
                <a:latin typeface="Courier New" panose="02070309020205020404" pitchFamily="49" charset="0"/>
                <a:cs typeface="Courier New" panose="02070309020205020404" pitchFamily="49" charset="0"/>
              </a:rPr>
              <a:t>-</a:t>
            </a:r>
            <a:r>
              <a:rPr lang="de-CH" sz="900" dirty="0" err="1">
                <a:latin typeface="Courier New" panose="02070309020205020404" pitchFamily="49" charset="0"/>
                <a:cs typeface="Courier New" panose="02070309020205020404" pitchFamily="49" charset="0"/>
              </a:rPr>
              <a:t>be</a:t>
            </a:r>
            <a:r>
              <a:rPr lang="de-CH" sz="900" dirty="0">
                <a:latin typeface="Courier New" panose="02070309020205020404" pitchFamily="49" charset="0"/>
                <a:cs typeface="Courier New" panose="02070309020205020404" pitchFamily="49" charset="0"/>
              </a:rPr>
              <a:t>] |</a:t>
            </a:r>
          </a:p>
          <a:p>
            <a:r>
              <a:rPr lang="de-CH" sz="900" dirty="0">
                <a:latin typeface="Courier New" panose="02070309020205020404" pitchFamily="49" charset="0"/>
                <a:cs typeface="Courier New" panose="02070309020205020404" pitchFamily="49" charset="0"/>
              </a:rPr>
              <a:t>+-------+----------------------------------------------------------+</a:t>
            </a:r>
          </a:p>
          <a:p>
            <a:r>
              <a:rPr lang="de-CH" sz="900" dirty="0">
                <a:latin typeface="Courier New" panose="02070309020205020404" pitchFamily="49" charset="0"/>
                <a:cs typeface="Courier New" panose="02070309020205020404" pitchFamily="49" charset="0"/>
              </a:rPr>
              <a:t>|  111  | Reserved                                   | [RFC-</a:t>
            </a:r>
            <a:r>
              <a:rPr lang="de-CH" sz="900" dirty="0" err="1">
                <a:latin typeface="Courier New" panose="02070309020205020404" pitchFamily="49" charset="0"/>
                <a:cs typeface="Courier New" panose="02070309020205020404" pitchFamily="49" charset="0"/>
              </a:rPr>
              <a:t>to</a:t>
            </a:r>
            <a:r>
              <a:rPr lang="de-CH" sz="900" dirty="0">
                <a:latin typeface="Courier New" panose="02070309020205020404" pitchFamily="49" charset="0"/>
                <a:cs typeface="Courier New" panose="02070309020205020404" pitchFamily="49" charset="0"/>
              </a:rPr>
              <a:t>-</a:t>
            </a:r>
            <a:r>
              <a:rPr lang="de-CH" sz="900" dirty="0" err="1">
                <a:latin typeface="Courier New" panose="02070309020205020404" pitchFamily="49" charset="0"/>
                <a:cs typeface="Courier New" panose="02070309020205020404" pitchFamily="49" charset="0"/>
              </a:rPr>
              <a:t>be</a:t>
            </a:r>
            <a:r>
              <a:rPr lang="de-CH" sz="900" dirty="0">
                <a:latin typeface="Courier New" panose="02070309020205020404" pitchFamily="49" charset="0"/>
                <a:cs typeface="Courier New" panose="02070309020205020404" pitchFamily="49" charset="0"/>
              </a:rPr>
              <a:t>] |</a:t>
            </a:r>
          </a:p>
          <a:p>
            <a:r>
              <a:rPr lang="de-CH" sz="900" dirty="0">
                <a:latin typeface="Courier New" panose="02070309020205020404" pitchFamily="49" charset="0"/>
                <a:cs typeface="Courier New" panose="02070309020205020404" pitchFamily="49" charset="0"/>
              </a:rPr>
              <a:t>+-------+----------------------------------------------------------+</a:t>
            </a:r>
          </a:p>
          <a:p>
            <a:endParaRPr lang="de-CH" sz="900" dirty="0">
              <a:latin typeface="Courier New" panose="02070309020205020404" pitchFamily="49" charset="0"/>
              <a:cs typeface="Courier New" panose="02070309020205020404" pitchFamily="49" charset="0"/>
            </a:endParaRPr>
          </a:p>
          <a:p>
            <a:r>
              <a:rPr lang="de-CH" sz="900" dirty="0">
                <a:latin typeface="Courier New" panose="02070309020205020404" pitchFamily="49" charset="0"/>
                <a:cs typeface="Courier New" panose="02070309020205020404" pitchFamily="49" charset="0"/>
              </a:rPr>
              <a:t>        Table 2: "IPFIX G-PON </a:t>
            </a:r>
            <a:r>
              <a:rPr lang="de-CH" sz="900" dirty="0" err="1">
                <a:latin typeface="Courier New" panose="02070309020205020404" pitchFamily="49" charset="0"/>
                <a:cs typeface="Courier New" panose="02070309020205020404" pitchFamily="49" charset="0"/>
              </a:rPr>
              <a:t>Encapsulation</a:t>
            </a:r>
            <a:r>
              <a:rPr lang="de-CH" sz="900" dirty="0">
                <a:latin typeface="Courier New" panose="02070309020205020404" pitchFamily="49" charset="0"/>
                <a:cs typeface="Courier New" panose="02070309020205020404" pitchFamily="49" charset="0"/>
              </a:rPr>
              <a:t> Method PTI" </a:t>
            </a:r>
            <a:r>
              <a:rPr lang="de-CH" sz="900" dirty="0" err="1">
                <a:latin typeface="Courier New" panose="02070309020205020404" pitchFamily="49" charset="0"/>
                <a:cs typeface="Courier New" panose="02070309020205020404" pitchFamily="49" charset="0"/>
              </a:rPr>
              <a:t>Subregistry</a:t>
            </a:r>
            <a:endParaRPr lang="de-CH" sz="900" dirty="0">
              <a:latin typeface="Courier New" panose="02070309020205020404" pitchFamily="49" charset="0"/>
              <a:cs typeface="Courier New" panose="02070309020205020404" pitchFamily="49" charset="0"/>
            </a:endParaRPr>
          </a:p>
        </p:txBody>
      </p:sp>
      <p:pic>
        <p:nvPicPr>
          <p:cNvPr id="11" name="Picture 10">
            <a:extLst>
              <a:ext uri="{FF2B5EF4-FFF2-40B4-BE49-F238E27FC236}">
                <a16:creationId xmlns:a16="http://schemas.microsoft.com/office/drawing/2014/main" id="{2783CD85-2370-4B6F-8A9B-320AD2145B2C}"/>
              </a:ext>
            </a:extLst>
          </p:cNvPr>
          <p:cNvPicPr>
            <a:picLocks noChangeAspect="1"/>
          </p:cNvPicPr>
          <p:nvPr/>
        </p:nvPicPr>
        <p:blipFill>
          <a:blip r:embed="rId2"/>
          <a:stretch>
            <a:fillRect/>
          </a:stretch>
        </p:blipFill>
        <p:spPr>
          <a:xfrm>
            <a:off x="6301240" y="1909718"/>
            <a:ext cx="5151283" cy="4365610"/>
          </a:xfrm>
          <a:prstGeom prst="rect">
            <a:avLst/>
          </a:prstGeom>
        </p:spPr>
      </p:pic>
      <p:sp>
        <p:nvSpPr>
          <p:cNvPr id="13" name="TextBox 12">
            <a:extLst>
              <a:ext uri="{FF2B5EF4-FFF2-40B4-BE49-F238E27FC236}">
                <a16:creationId xmlns:a16="http://schemas.microsoft.com/office/drawing/2014/main" id="{44B47329-9839-2DEC-DE8C-0F080223DF18}"/>
              </a:ext>
            </a:extLst>
          </p:cNvPr>
          <p:cNvSpPr txBox="1"/>
          <p:nvPr/>
        </p:nvSpPr>
        <p:spPr>
          <a:xfrm>
            <a:off x="838200" y="1909718"/>
            <a:ext cx="4632556" cy="1034129"/>
          </a:xfrm>
          <a:prstGeom prst="rect">
            <a:avLst/>
          </a:prstGeom>
          <a:noFill/>
        </p:spPr>
        <p:txBody>
          <a:bodyPr wrap="square">
            <a:spAutoFit/>
          </a:bodyPr>
          <a:lstStyle/>
          <a:p>
            <a:pPr marL="228600" indent="-228600">
              <a:lnSpc>
                <a:spcPct val="90000"/>
              </a:lnSpc>
              <a:spcBef>
                <a:spcPts val="1000"/>
              </a:spcBef>
              <a:buFont typeface="Arial" panose="020B0604020202020204" pitchFamily="34" charset="0"/>
              <a:buChar char="•"/>
            </a:pPr>
            <a:r>
              <a:rPr lang="en-US" sz="1700" dirty="0"/>
              <a:t>Based clarifications with Paul Aitken (IE doctor) and Amanda Baber (IANA), the best approach is to mirror the PTI registry from ITU-T G.984.3 as a IPFIX </a:t>
            </a:r>
            <a:r>
              <a:rPr lang="en-US" sz="1700" dirty="0" err="1"/>
              <a:t>Subregistry</a:t>
            </a:r>
            <a:r>
              <a:rPr lang="en-US" sz="1700" dirty="0"/>
              <a:t>.</a:t>
            </a:r>
          </a:p>
        </p:txBody>
      </p:sp>
    </p:spTree>
    <p:extLst>
      <p:ext uri="{BB962C8B-B14F-4D97-AF65-F5344CB8AC3E}">
        <p14:creationId xmlns:p14="http://schemas.microsoft.com/office/powerpoint/2010/main" val="39003538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20F271-6F0D-4AC0-BB1D-F5C338165C13}"/>
              </a:ext>
            </a:extLst>
          </p:cNvPr>
          <p:cNvSpPr>
            <a:spLocks noGrp="1"/>
          </p:cNvSpPr>
          <p:nvPr>
            <p:ph type="title"/>
          </p:nvPr>
        </p:nvSpPr>
        <p:spPr/>
        <p:txBody>
          <a:bodyPr>
            <a:normAutofit/>
          </a:bodyPr>
          <a:lstStyle/>
          <a:p>
            <a:r>
              <a:rPr lang="en-US" sz="3600" b="1" dirty="0"/>
              <a:t>Export of GPON Encapsulation Mode in IPFIX</a:t>
            </a:r>
            <a:br>
              <a:rPr lang="en-US" sz="3600" dirty="0"/>
            </a:br>
            <a:r>
              <a:rPr lang="en-US" sz="3600" dirty="0">
                <a:solidFill>
                  <a:schemeClr val="bg2">
                    <a:lumMod val="75000"/>
                  </a:schemeClr>
                </a:solidFill>
              </a:rPr>
              <a:t>Sample Use Case</a:t>
            </a:r>
          </a:p>
        </p:txBody>
      </p:sp>
      <p:sp>
        <p:nvSpPr>
          <p:cNvPr id="3" name="Content Placeholder 2">
            <a:extLst>
              <a:ext uri="{FF2B5EF4-FFF2-40B4-BE49-F238E27FC236}">
                <a16:creationId xmlns:a16="http://schemas.microsoft.com/office/drawing/2014/main" id="{29C0DFD4-432D-4B0C-93DF-790441DCF5B9}"/>
              </a:ext>
            </a:extLst>
          </p:cNvPr>
          <p:cNvSpPr>
            <a:spLocks noGrp="1"/>
          </p:cNvSpPr>
          <p:nvPr>
            <p:ph idx="1"/>
          </p:nvPr>
        </p:nvSpPr>
        <p:spPr>
          <a:xfrm>
            <a:off x="838198" y="1825624"/>
            <a:ext cx="5709252" cy="4782565"/>
          </a:xfrm>
        </p:spPr>
        <p:txBody>
          <a:bodyPr>
            <a:noAutofit/>
          </a:bodyPr>
          <a:lstStyle/>
          <a:p>
            <a:pPr marL="0" lvl="1" indent="0">
              <a:spcBef>
                <a:spcPts val="1200"/>
              </a:spcBef>
              <a:buNone/>
            </a:pPr>
            <a:r>
              <a:rPr lang="en-US" sz="1700" dirty="0"/>
              <a:t>GEM Port-ID is usually mapped to IEEE 802.1Q into VLAN identifier (VID) and Priority code point (PCP, IEEE 802.1p class of service) which is used for Network Slicing related use cases. Differentiate between different application and their Quality-of-Service properties.</a:t>
            </a:r>
          </a:p>
          <a:p>
            <a:pPr marL="0" lvl="1" indent="0">
              <a:spcBef>
                <a:spcPts val="1200"/>
              </a:spcBef>
              <a:buNone/>
            </a:pPr>
            <a:r>
              <a:rPr lang="en-US" sz="1700" dirty="0"/>
              <a:t>The IPFIX IEs </a:t>
            </a:r>
            <a:r>
              <a:rPr lang="en-US" sz="1700" b="1" dirty="0" err="1">
                <a:solidFill>
                  <a:srgbClr val="FF0000"/>
                </a:solidFill>
              </a:rPr>
              <a:t>gponGemPti</a:t>
            </a:r>
            <a:r>
              <a:rPr lang="en-US" sz="1700" b="1" dirty="0">
                <a:solidFill>
                  <a:srgbClr val="FF0000"/>
                </a:solidFill>
              </a:rPr>
              <a:t> (TBD1) or </a:t>
            </a:r>
            <a:r>
              <a:rPr lang="en-US" sz="1700" b="1" dirty="0" err="1">
                <a:solidFill>
                  <a:srgbClr val="FF0000"/>
                </a:solidFill>
              </a:rPr>
              <a:t>gponGemPortId</a:t>
            </a:r>
            <a:r>
              <a:rPr lang="en-US" sz="1700" b="1" dirty="0">
                <a:solidFill>
                  <a:srgbClr val="FF0000"/>
                </a:solidFill>
              </a:rPr>
              <a:t> (TBD2), </a:t>
            </a:r>
            <a:r>
              <a:rPr lang="en-US" sz="1700" dirty="0" err="1"/>
              <a:t>sourceMacAddress</a:t>
            </a:r>
            <a:r>
              <a:rPr lang="en-US" sz="1700" dirty="0"/>
              <a:t> (56), </a:t>
            </a:r>
            <a:r>
              <a:rPr lang="en-US" sz="1700" dirty="0" err="1"/>
              <a:t>destinationMacAddress</a:t>
            </a:r>
            <a:r>
              <a:rPr lang="en-US" sz="1700" dirty="0"/>
              <a:t> (80), </a:t>
            </a:r>
            <a:r>
              <a:rPr lang="en-US" sz="1700" dirty="0" err="1"/>
              <a:t>ingressInterface</a:t>
            </a:r>
            <a:r>
              <a:rPr lang="en-US" sz="1700" dirty="0"/>
              <a:t> (10), </a:t>
            </a:r>
            <a:r>
              <a:rPr lang="en-US" sz="1700" dirty="0" err="1"/>
              <a:t>egressInterface</a:t>
            </a:r>
            <a:r>
              <a:rPr lang="en-US" sz="1700" dirty="0"/>
              <a:t> (14) and </a:t>
            </a:r>
            <a:r>
              <a:rPr lang="en-US" sz="1700" dirty="0" err="1"/>
              <a:t>forwardingStatus</a:t>
            </a:r>
            <a:r>
              <a:rPr lang="en-US" sz="1700" dirty="0"/>
              <a:t> (89)[RFC5102] [RFC7270] [IANA-IPFIX], and some existing counter information's [IANA-IPFIX] providing answers to the following questions (amongst others):</a:t>
            </a:r>
          </a:p>
          <a:p>
            <a:pPr marL="228600" lvl="1">
              <a:spcBef>
                <a:spcPts val="1200"/>
              </a:spcBef>
            </a:pPr>
            <a:r>
              <a:rPr lang="en-US" sz="1700" b="1" dirty="0">
                <a:solidFill>
                  <a:srgbClr val="FF0000"/>
                </a:solidFill>
              </a:rPr>
              <a:t>How many user or OAM frames are forwarded or dropped to which ONU on which egress interface and GEM Port-ID?</a:t>
            </a:r>
          </a:p>
          <a:p>
            <a:pPr marL="228600" lvl="1">
              <a:spcBef>
                <a:spcPts val="1200"/>
              </a:spcBef>
            </a:pPr>
            <a:r>
              <a:rPr lang="en-US" sz="1700" b="1" dirty="0">
                <a:solidFill>
                  <a:srgbClr val="FF0000"/>
                </a:solidFill>
              </a:rPr>
              <a:t>If dropped, for which reasons?</a:t>
            </a:r>
          </a:p>
          <a:p>
            <a:pPr marL="0" lvl="1" indent="0">
              <a:spcBef>
                <a:spcPts val="1200"/>
              </a:spcBef>
              <a:buNone/>
            </a:pPr>
            <a:r>
              <a:rPr lang="en-US" sz="1700" dirty="0"/>
              <a:t>The received ONU frames on an OLT are mapped and forwarded depending on GEM Port-ID to a dot1qVlanId (243) and dot1qPriority (244) upstream to the provider network.</a:t>
            </a:r>
            <a:endParaRPr lang="en-US" sz="1500" dirty="0"/>
          </a:p>
        </p:txBody>
      </p:sp>
      <p:sp>
        <p:nvSpPr>
          <p:cNvPr id="16" name="Slide Number Placeholder 1">
            <a:extLst>
              <a:ext uri="{FF2B5EF4-FFF2-40B4-BE49-F238E27FC236}">
                <a16:creationId xmlns:a16="http://schemas.microsoft.com/office/drawing/2014/main" id="{4D0044F8-1C12-4A59-883A-7B56B9370029}"/>
              </a:ext>
            </a:extLst>
          </p:cNvPr>
          <p:cNvSpPr>
            <a:spLocks noGrp="1"/>
          </p:cNvSpPr>
          <p:nvPr>
            <p:ph type="sldNum" sz="quarter" idx="12"/>
          </p:nvPr>
        </p:nvSpPr>
        <p:spPr>
          <a:xfrm>
            <a:off x="11607800" y="6362700"/>
            <a:ext cx="414338" cy="365125"/>
          </a:xfrm>
        </p:spPr>
        <p:txBody>
          <a:bodyPr/>
          <a:lstStyle/>
          <a:p>
            <a:fld id="{FC4AC485-25DE-431E-B345-9C0A15BB7F8A}" type="slidenum">
              <a:rPr lang="en-US" sz="2200" smtClean="0"/>
              <a:t>7</a:t>
            </a:fld>
            <a:endParaRPr lang="en-US" sz="2200"/>
          </a:p>
        </p:txBody>
      </p:sp>
      <p:cxnSp>
        <p:nvCxnSpPr>
          <p:cNvPr id="19" name="Straight Connector 18">
            <a:extLst>
              <a:ext uri="{FF2B5EF4-FFF2-40B4-BE49-F238E27FC236}">
                <a16:creationId xmlns:a16="http://schemas.microsoft.com/office/drawing/2014/main" id="{0B6C1BDC-BF55-FD94-3484-544EA92C7FB5}"/>
              </a:ext>
            </a:extLst>
          </p:cNvPr>
          <p:cNvCxnSpPr>
            <a:cxnSpLocks/>
          </p:cNvCxnSpPr>
          <p:nvPr/>
        </p:nvCxnSpPr>
        <p:spPr>
          <a:xfrm>
            <a:off x="7700474" y="3828069"/>
            <a:ext cx="4112490" cy="0"/>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C792BE71-AAC5-1168-374B-7F35875A049B}"/>
              </a:ext>
            </a:extLst>
          </p:cNvPr>
          <p:cNvCxnSpPr>
            <a:cxnSpLocks/>
            <a:stCxn id="9" idx="3"/>
          </p:cNvCxnSpPr>
          <p:nvPr/>
        </p:nvCxnSpPr>
        <p:spPr>
          <a:xfrm>
            <a:off x="7675755" y="4037882"/>
            <a:ext cx="4137209" cy="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4479FBDF-8446-7072-DA6E-FC8E137CD86C}"/>
              </a:ext>
            </a:extLst>
          </p:cNvPr>
          <p:cNvCxnSpPr>
            <a:cxnSpLocks/>
          </p:cNvCxnSpPr>
          <p:nvPr/>
        </p:nvCxnSpPr>
        <p:spPr>
          <a:xfrm>
            <a:off x="7566660" y="4299647"/>
            <a:ext cx="4246304"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C45FB0E6-08A6-088E-2645-75A513DBCEE6}"/>
              </a:ext>
            </a:extLst>
          </p:cNvPr>
          <p:cNvSpPr txBox="1"/>
          <p:nvPr/>
        </p:nvSpPr>
        <p:spPr>
          <a:xfrm>
            <a:off x="11028245" y="3645093"/>
            <a:ext cx="889987" cy="230832"/>
          </a:xfrm>
          <a:prstGeom prst="rect">
            <a:avLst/>
          </a:prstGeom>
          <a:noFill/>
        </p:spPr>
        <p:txBody>
          <a:bodyPr wrap="none" rtlCol="0">
            <a:spAutoFit/>
          </a:bodyPr>
          <a:lstStyle/>
          <a:p>
            <a:r>
              <a:rPr lang="de-CH" sz="900" dirty="0"/>
              <a:t>VLAN 100, CS 1</a:t>
            </a:r>
          </a:p>
        </p:txBody>
      </p:sp>
      <p:sp>
        <p:nvSpPr>
          <p:cNvPr id="25" name="TextBox 24">
            <a:extLst>
              <a:ext uri="{FF2B5EF4-FFF2-40B4-BE49-F238E27FC236}">
                <a16:creationId xmlns:a16="http://schemas.microsoft.com/office/drawing/2014/main" id="{76CA7950-70CB-4B6F-B13D-BD4052D70E8B}"/>
              </a:ext>
            </a:extLst>
          </p:cNvPr>
          <p:cNvSpPr txBox="1"/>
          <p:nvPr/>
        </p:nvSpPr>
        <p:spPr>
          <a:xfrm>
            <a:off x="11032580" y="3872163"/>
            <a:ext cx="889987" cy="230832"/>
          </a:xfrm>
          <a:prstGeom prst="rect">
            <a:avLst/>
          </a:prstGeom>
          <a:noFill/>
        </p:spPr>
        <p:txBody>
          <a:bodyPr wrap="none" rtlCol="0">
            <a:spAutoFit/>
          </a:bodyPr>
          <a:lstStyle/>
          <a:p>
            <a:r>
              <a:rPr lang="de-CH" sz="900" dirty="0"/>
              <a:t>VLAN 101, CS 1</a:t>
            </a:r>
          </a:p>
        </p:txBody>
      </p:sp>
      <p:sp>
        <p:nvSpPr>
          <p:cNvPr id="26" name="TextBox 25">
            <a:extLst>
              <a:ext uri="{FF2B5EF4-FFF2-40B4-BE49-F238E27FC236}">
                <a16:creationId xmlns:a16="http://schemas.microsoft.com/office/drawing/2014/main" id="{F228A7F4-8E8A-1627-6EC1-87491FC5DC8E}"/>
              </a:ext>
            </a:extLst>
          </p:cNvPr>
          <p:cNvSpPr txBox="1"/>
          <p:nvPr/>
        </p:nvSpPr>
        <p:spPr>
          <a:xfrm>
            <a:off x="11004124" y="4135991"/>
            <a:ext cx="915635" cy="230832"/>
          </a:xfrm>
          <a:prstGeom prst="rect">
            <a:avLst/>
          </a:prstGeom>
          <a:noFill/>
        </p:spPr>
        <p:txBody>
          <a:bodyPr wrap="none" rtlCol="0">
            <a:spAutoFit/>
          </a:bodyPr>
          <a:lstStyle/>
          <a:p>
            <a:r>
              <a:rPr lang="de-CH" sz="900" dirty="0"/>
              <a:t>VLAN  200, CS 5</a:t>
            </a:r>
          </a:p>
        </p:txBody>
      </p:sp>
      <p:sp>
        <p:nvSpPr>
          <p:cNvPr id="11" name="Rectangle 10">
            <a:extLst>
              <a:ext uri="{FF2B5EF4-FFF2-40B4-BE49-F238E27FC236}">
                <a16:creationId xmlns:a16="http://schemas.microsoft.com/office/drawing/2014/main" id="{FD8FD905-6814-71DF-C26C-564E6ACE7501}"/>
              </a:ext>
            </a:extLst>
          </p:cNvPr>
          <p:cNvSpPr/>
          <p:nvPr/>
        </p:nvSpPr>
        <p:spPr>
          <a:xfrm>
            <a:off x="10052658" y="3656163"/>
            <a:ext cx="823519" cy="76343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CH" sz="1400" dirty="0">
                <a:solidFill>
                  <a:schemeClr val="tx1"/>
                </a:solidFill>
              </a:rPr>
              <a:t>OLT</a:t>
            </a:r>
          </a:p>
        </p:txBody>
      </p:sp>
      <p:sp>
        <p:nvSpPr>
          <p:cNvPr id="31" name="TextBox 30">
            <a:extLst>
              <a:ext uri="{FF2B5EF4-FFF2-40B4-BE49-F238E27FC236}">
                <a16:creationId xmlns:a16="http://schemas.microsoft.com/office/drawing/2014/main" id="{7CB75CF9-1EAE-7B19-DDBB-C058C1E78F6D}"/>
              </a:ext>
            </a:extLst>
          </p:cNvPr>
          <p:cNvSpPr txBox="1"/>
          <p:nvPr/>
        </p:nvSpPr>
        <p:spPr>
          <a:xfrm>
            <a:off x="7630312" y="3646662"/>
            <a:ext cx="1027845" cy="230832"/>
          </a:xfrm>
          <a:prstGeom prst="rect">
            <a:avLst/>
          </a:prstGeom>
          <a:noFill/>
        </p:spPr>
        <p:txBody>
          <a:bodyPr wrap="none" rtlCol="0">
            <a:spAutoFit/>
          </a:bodyPr>
          <a:lstStyle/>
          <a:p>
            <a:r>
              <a:rPr lang="de-CH" sz="900" dirty="0"/>
              <a:t>GEM-Port ID 1001</a:t>
            </a:r>
          </a:p>
        </p:txBody>
      </p:sp>
      <p:sp>
        <p:nvSpPr>
          <p:cNvPr id="32" name="TextBox 31">
            <a:extLst>
              <a:ext uri="{FF2B5EF4-FFF2-40B4-BE49-F238E27FC236}">
                <a16:creationId xmlns:a16="http://schemas.microsoft.com/office/drawing/2014/main" id="{2A43C6C6-419F-21B9-E538-33380D55507D}"/>
              </a:ext>
            </a:extLst>
          </p:cNvPr>
          <p:cNvSpPr txBox="1"/>
          <p:nvPr/>
        </p:nvSpPr>
        <p:spPr>
          <a:xfrm>
            <a:off x="7630313" y="3871455"/>
            <a:ext cx="1027845" cy="230832"/>
          </a:xfrm>
          <a:prstGeom prst="rect">
            <a:avLst/>
          </a:prstGeom>
          <a:noFill/>
        </p:spPr>
        <p:txBody>
          <a:bodyPr wrap="none" rtlCol="0">
            <a:spAutoFit/>
          </a:bodyPr>
          <a:lstStyle/>
          <a:p>
            <a:r>
              <a:rPr lang="de-CH" sz="900" dirty="0"/>
              <a:t>GEM-Port ID 1011</a:t>
            </a:r>
          </a:p>
        </p:txBody>
      </p:sp>
      <p:sp>
        <p:nvSpPr>
          <p:cNvPr id="33" name="TextBox 32">
            <a:extLst>
              <a:ext uri="{FF2B5EF4-FFF2-40B4-BE49-F238E27FC236}">
                <a16:creationId xmlns:a16="http://schemas.microsoft.com/office/drawing/2014/main" id="{DFBE6543-AFFF-7768-7C3E-9FB383035122}"/>
              </a:ext>
            </a:extLst>
          </p:cNvPr>
          <p:cNvSpPr txBox="1"/>
          <p:nvPr/>
        </p:nvSpPr>
        <p:spPr>
          <a:xfrm>
            <a:off x="7623526" y="4137560"/>
            <a:ext cx="1027845" cy="230832"/>
          </a:xfrm>
          <a:prstGeom prst="rect">
            <a:avLst/>
          </a:prstGeom>
          <a:noFill/>
        </p:spPr>
        <p:txBody>
          <a:bodyPr wrap="none" rtlCol="0">
            <a:spAutoFit/>
          </a:bodyPr>
          <a:lstStyle/>
          <a:p>
            <a:r>
              <a:rPr lang="de-CH" sz="900" dirty="0"/>
              <a:t>GEM-Port ID 2005</a:t>
            </a:r>
          </a:p>
        </p:txBody>
      </p:sp>
      <p:sp>
        <p:nvSpPr>
          <p:cNvPr id="37" name="Rectangle 36">
            <a:extLst>
              <a:ext uri="{FF2B5EF4-FFF2-40B4-BE49-F238E27FC236}">
                <a16:creationId xmlns:a16="http://schemas.microsoft.com/office/drawing/2014/main" id="{07A01298-597C-8941-698F-29B11C245E6F}"/>
              </a:ext>
            </a:extLst>
          </p:cNvPr>
          <p:cNvSpPr/>
          <p:nvPr/>
        </p:nvSpPr>
        <p:spPr>
          <a:xfrm>
            <a:off x="6797905" y="2724674"/>
            <a:ext cx="883337" cy="76343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CH" sz="1400" dirty="0">
                <a:solidFill>
                  <a:schemeClr val="tx1"/>
                </a:solidFill>
              </a:rPr>
              <a:t>ONU</a:t>
            </a:r>
            <a:br>
              <a:rPr lang="de-CH" sz="1400" dirty="0">
                <a:solidFill>
                  <a:schemeClr val="tx1"/>
                </a:solidFill>
              </a:rPr>
            </a:br>
            <a:r>
              <a:rPr lang="de-CH" sz="1400" dirty="0">
                <a:solidFill>
                  <a:schemeClr val="tx1"/>
                </a:solidFill>
              </a:rPr>
              <a:t>ONT</a:t>
            </a:r>
          </a:p>
        </p:txBody>
      </p:sp>
      <p:cxnSp>
        <p:nvCxnSpPr>
          <p:cNvPr id="39" name="Straight Connector 38">
            <a:extLst>
              <a:ext uri="{FF2B5EF4-FFF2-40B4-BE49-F238E27FC236}">
                <a16:creationId xmlns:a16="http://schemas.microsoft.com/office/drawing/2014/main" id="{364CDF00-911E-5967-3FD8-98472C4DAB0F}"/>
              </a:ext>
            </a:extLst>
          </p:cNvPr>
          <p:cNvCxnSpPr>
            <a:cxnSpLocks/>
          </p:cNvCxnSpPr>
          <p:nvPr/>
        </p:nvCxnSpPr>
        <p:spPr>
          <a:xfrm>
            <a:off x="7700474" y="2893512"/>
            <a:ext cx="1307697" cy="0"/>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1D78E238-7C5C-22A9-C498-FAA42AE9BC44}"/>
              </a:ext>
            </a:extLst>
          </p:cNvPr>
          <p:cNvCxnSpPr>
            <a:cxnSpLocks/>
          </p:cNvCxnSpPr>
          <p:nvPr/>
        </p:nvCxnSpPr>
        <p:spPr>
          <a:xfrm>
            <a:off x="7700474" y="3103325"/>
            <a:ext cx="1326844" cy="1"/>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4B226300-35A8-1E07-69F5-0F9C7D2F8B45}"/>
              </a:ext>
            </a:extLst>
          </p:cNvPr>
          <p:cNvCxnSpPr>
            <a:cxnSpLocks/>
          </p:cNvCxnSpPr>
          <p:nvPr/>
        </p:nvCxnSpPr>
        <p:spPr>
          <a:xfrm>
            <a:off x="7700474" y="3365090"/>
            <a:ext cx="1307697"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45" name="TextBox 44">
            <a:extLst>
              <a:ext uri="{FF2B5EF4-FFF2-40B4-BE49-F238E27FC236}">
                <a16:creationId xmlns:a16="http://schemas.microsoft.com/office/drawing/2014/main" id="{BE50662C-4ECB-1CBF-A129-1215E0243525}"/>
              </a:ext>
            </a:extLst>
          </p:cNvPr>
          <p:cNvSpPr txBox="1"/>
          <p:nvPr/>
        </p:nvSpPr>
        <p:spPr>
          <a:xfrm>
            <a:off x="7655031" y="2712105"/>
            <a:ext cx="1027845" cy="230832"/>
          </a:xfrm>
          <a:prstGeom prst="rect">
            <a:avLst/>
          </a:prstGeom>
          <a:noFill/>
        </p:spPr>
        <p:txBody>
          <a:bodyPr wrap="none" rtlCol="0">
            <a:spAutoFit/>
          </a:bodyPr>
          <a:lstStyle/>
          <a:p>
            <a:r>
              <a:rPr lang="de-CH" sz="900" dirty="0"/>
              <a:t>GEM-Port ID 1001</a:t>
            </a:r>
          </a:p>
        </p:txBody>
      </p:sp>
      <p:sp>
        <p:nvSpPr>
          <p:cNvPr id="46" name="TextBox 45">
            <a:extLst>
              <a:ext uri="{FF2B5EF4-FFF2-40B4-BE49-F238E27FC236}">
                <a16:creationId xmlns:a16="http://schemas.microsoft.com/office/drawing/2014/main" id="{A49DD977-50EC-CE84-8956-0362DE5472A3}"/>
              </a:ext>
            </a:extLst>
          </p:cNvPr>
          <p:cNvSpPr txBox="1"/>
          <p:nvPr/>
        </p:nvSpPr>
        <p:spPr>
          <a:xfrm>
            <a:off x="7655032" y="2936898"/>
            <a:ext cx="1027845" cy="230832"/>
          </a:xfrm>
          <a:prstGeom prst="rect">
            <a:avLst/>
          </a:prstGeom>
          <a:noFill/>
        </p:spPr>
        <p:txBody>
          <a:bodyPr wrap="none" rtlCol="0">
            <a:spAutoFit/>
          </a:bodyPr>
          <a:lstStyle/>
          <a:p>
            <a:r>
              <a:rPr lang="de-CH" sz="900" dirty="0"/>
              <a:t>GEM-Port ID 1011</a:t>
            </a:r>
          </a:p>
        </p:txBody>
      </p:sp>
      <p:sp>
        <p:nvSpPr>
          <p:cNvPr id="47" name="TextBox 46">
            <a:extLst>
              <a:ext uri="{FF2B5EF4-FFF2-40B4-BE49-F238E27FC236}">
                <a16:creationId xmlns:a16="http://schemas.microsoft.com/office/drawing/2014/main" id="{E1136BE3-83A0-FEBC-AD94-9E08BE134C65}"/>
              </a:ext>
            </a:extLst>
          </p:cNvPr>
          <p:cNvSpPr txBox="1"/>
          <p:nvPr/>
        </p:nvSpPr>
        <p:spPr>
          <a:xfrm>
            <a:off x="7648245" y="3203003"/>
            <a:ext cx="1027845" cy="230832"/>
          </a:xfrm>
          <a:prstGeom prst="rect">
            <a:avLst/>
          </a:prstGeom>
          <a:noFill/>
        </p:spPr>
        <p:txBody>
          <a:bodyPr wrap="none" rtlCol="0">
            <a:spAutoFit/>
          </a:bodyPr>
          <a:lstStyle/>
          <a:p>
            <a:r>
              <a:rPr lang="de-CH" sz="900" dirty="0"/>
              <a:t>GEM-Port ID 2005</a:t>
            </a:r>
          </a:p>
        </p:txBody>
      </p:sp>
      <p:cxnSp>
        <p:nvCxnSpPr>
          <p:cNvPr id="53" name="Straight Connector 52">
            <a:extLst>
              <a:ext uri="{FF2B5EF4-FFF2-40B4-BE49-F238E27FC236}">
                <a16:creationId xmlns:a16="http://schemas.microsoft.com/office/drawing/2014/main" id="{720E8FAA-3801-D461-9499-AFF7E7992C86}"/>
              </a:ext>
            </a:extLst>
          </p:cNvPr>
          <p:cNvCxnSpPr>
            <a:cxnSpLocks/>
          </p:cNvCxnSpPr>
          <p:nvPr/>
        </p:nvCxnSpPr>
        <p:spPr>
          <a:xfrm>
            <a:off x="7688114" y="4826678"/>
            <a:ext cx="1320057" cy="0"/>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4E653942-AB38-35AE-F37D-4C7356658CD3}"/>
              </a:ext>
            </a:extLst>
          </p:cNvPr>
          <p:cNvCxnSpPr>
            <a:cxnSpLocks/>
          </p:cNvCxnSpPr>
          <p:nvPr/>
        </p:nvCxnSpPr>
        <p:spPr>
          <a:xfrm>
            <a:off x="7688114" y="5036491"/>
            <a:ext cx="1314484" cy="1"/>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361FA3A2-9F92-DE6F-87D9-B13078E45135}"/>
              </a:ext>
            </a:extLst>
          </p:cNvPr>
          <p:cNvCxnSpPr>
            <a:cxnSpLocks/>
          </p:cNvCxnSpPr>
          <p:nvPr/>
        </p:nvCxnSpPr>
        <p:spPr>
          <a:xfrm>
            <a:off x="7623526" y="5298255"/>
            <a:ext cx="1379504"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56" name="TextBox 55">
            <a:extLst>
              <a:ext uri="{FF2B5EF4-FFF2-40B4-BE49-F238E27FC236}">
                <a16:creationId xmlns:a16="http://schemas.microsoft.com/office/drawing/2014/main" id="{1DDBE4C7-7021-9E09-A924-6AF22D47345F}"/>
              </a:ext>
            </a:extLst>
          </p:cNvPr>
          <p:cNvSpPr txBox="1"/>
          <p:nvPr/>
        </p:nvSpPr>
        <p:spPr>
          <a:xfrm>
            <a:off x="7642671" y="4645271"/>
            <a:ext cx="1027845" cy="230832"/>
          </a:xfrm>
          <a:prstGeom prst="rect">
            <a:avLst/>
          </a:prstGeom>
          <a:noFill/>
        </p:spPr>
        <p:txBody>
          <a:bodyPr wrap="none" rtlCol="0">
            <a:spAutoFit/>
          </a:bodyPr>
          <a:lstStyle/>
          <a:p>
            <a:r>
              <a:rPr lang="de-CH" sz="900" dirty="0"/>
              <a:t>GEM-Port ID 1001</a:t>
            </a:r>
          </a:p>
        </p:txBody>
      </p:sp>
      <p:sp>
        <p:nvSpPr>
          <p:cNvPr id="57" name="TextBox 56">
            <a:extLst>
              <a:ext uri="{FF2B5EF4-FFF2-40B4-BE49-F238E27FC236}">
                <a16:creationId xmlns:a16="http://schemas.microsoft.com/office/drawing/2014/main" id="{FD726CB4-0545-996F-5E91-995E2E3D7223}"/>
              </a:ext>
            </a:extLst>
          </p:cNvPr>
          <p:cNvSpPr txBox="1"/>
          <p:nvPr/>
        </p:nvSpPr>
        <p:spPr>
          <a:xfrm>
            <a:off x="7642672" y="4870064"/>
            <a:ext cx="1027845" cy="230832"/>
          </a:xfrm>
          <a:prstGeom prst="rect">
            <a:avLst/>
          </a:prstGeom>
          <a:noFill/>
        </p:spPr>
        <p:txBody>
          <a:bodyPr wrap="none" rtlCol="0">
            <a:spAutoFit/>
          </a:bodyPr>
          <a:lstStyle/>
          <a:p>
            <a:r>
              <a:rPr lang="de-CH" sz="900" dirty="0"/>
              <a:t>GEM-Port ID 1011</a:t>
            </a:r>
          </a:p>
        </p:txBody>
      </p:sp>
      <p:sp>
        <p:nvSpPr>
          <p:cNvPr id="58" name="TextBox 57">
            <a:extLst>
              <a:ext uri="{FF2B5EF4-FFF2-40B4-BE49-F238E27FC236}">
                <a16:creationId xmlns:a16="http://schemas.microsoft.com/office/drawing/2014/main" id="{975AAFEB-6AE9-31BF-2FD5-C6E97ADECEB0}"/>
              </a:ext>
            </a:extLst>
          </p:cNvPr>
          <p:cNvSpPr txBox="1"/>
          <p:nvPr/>
        </p:nvSpPr>
        <p:spPr>
          <a:xfrm>
            <a:off x="7635885" y="5136169"/>
            <a:ext cx="1027845" cy="230832"/>
          </a:xfrm>
          <a:prstGeom prst="rect">
            <a:avLst/>
          </a:prstGeom>
          <a:noFill/>
        </p:spPr>
        <p:txBody>
          <a:bodyPr wrap="none" rtlCol="0">
            <a:spAutoFit/>
          </a:bodyPr>
          <a:lstStyle/>
          <a:p>
            <a:r>
              <a:rPr lang="de-CH" sz="900" dirty="0"/>
              <a:t>GEM-Port ID 2005</a:t>
            </a:r>
          </a:p>
        </p:txBody>
      </p:sp>
      <p:sp>
        <p:nvSpPr>
          <p:cNvPr id="13" name="Isosceles Triangle 12">
            <a:extLst>
              <a:ext uri="{FF2B5EF4-FFF2-40B4-BE49-F238E27FC236}">
                <a16:creationId xmlns:a16="http://schemas.microsoft.com/office/drawing/2014/main" id="{6166E6C8-C8D5-5851-4503-FEB59CA61488}"/>
              </a:ext>
            </a:extLst>
          </p:cNvPr>
          <p:cNvSpPr/>
          <p:nvPr/>
        </p:nvSpPr>
        <p:spPr>
          <a:xfrm rot="5400000">
            <a:off x="8062028" y="3670818"/>
            <a:ext cx="2655725" cy="763438"/>
          </a:xfrm>
          <a:prstGeom prst="triangl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dirty="0"/>
          </a:p>
        </p:txBody>
      </p:sp>
      <p:sp>
        <p:nvSpPr>
          <p:cNvPr id="36" name="Rectangle 35">
            <a:extLst>
              <a:ext uri="{FF2B5EF4-FFF2-40B4-BE49-F238E27FC236}">
                <a16:creationId xmlns:a16="http://schemas.microsoft.com/office/drawing/2014/main" id="{68833096-395E-EAE2-7818-CF98CF32594E}"/>
              </a:ext>
            </a:extLst>
          </p:cNvPr>
          <p:cNvSpPr/>
          <p:nvPr/>
        </p:nvSpPr>
        <p:spPr>
          <a:xfrm>
            <a:off x="6792417" y="4616961"/>
            <a:ext cx="883338" cy="76343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CH" sz="1400" dirty="0">
                <a:solidFill>
                  <a:schemeClr val="tx1"/>
                </a:solidFill>
              </a:rPr>
              <a:t>ONU</a:t>
            </a:r>
            <a:br>
              <a:rPr lang="de-CH" sz="1400" dirty="0">
                <a:solidFill>
                  <a:schemeClr val="tx1"/>
                </a:solidFill>
              </a:rPr>
            </a:br>
            <a:r>
              <a:rPr lang="de-CH" sz="1400" dirty="0">
                <a:solidFill>
                  <a:schemeClr val="tx1"/>
                </a:solidFill>
              </a:rPr>
              <a:t>ONT</a:t>
            </a:r>
          </a:p>
        </p:txBody>
      </p:sp>
      <p:sp>
        <p:nvSpPr>
          <p:cNvPr id="9" name="Rectangle 8">
            <a:extLst>
              <a:ext uri="{FF2B5EF4-FFF2-40B4-BE49-F238E27FC236}">
                <a16:creationId xmlns:a16="http://schemas.microsoft.com/office/drawing/2014/main" id="{CB8CF3E6-098E-512C-468C-CBBD11195727}"/>
              </a:ext>
            </a:extLst>
          </p:cNvPr>
          <p:cNvSpPr/>
          <p:nvPr/>
        </p:nvSpPr>
        <p:spPr>
          <a:xfrm>
            <a:off x="6792417" y="3656163"/>
            <a:ext cx="883338" cy="76343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CH" sz="1400" dirty="0">
                <a:solidFill>
                  <a:schemeClr val="tx1"/>
                </a:solidFill>
              </a:rPr>
              <a:t>ONU</a:t>
            </a:r>
            <a:br>
              <a:rPr lang="de-CH" sz="1400" dirty="0">
                <a:solidFill>
                  <a:schemeClr val="tx1"/>
                </a:solidFill>
              </a:rPr>
            </a:br>
            <a:r>
              <a:rPr lang="de-CH" sz="1400" dirty="0">
                <a:solidFill>
                  <a:schemeClr val="tx1"/>
                </a:solidFill>
              </a:rPr>
              <a:t>ONT</a:t>
            </a:r>
          </a:p>
        </p:txBody>
      </p:sp>
      <p:sp>
        <p:nvSpPr>
          <p:cNvPr id="87" name="TextBox 86">
            <a:extLst>
              <a:ext uri="{FF2B5EF4-FFF2-40B4-BE49-F238E27FC236}">
                <a16:creationId xmlns:a16="http://schemas.microsoft.com/office/drawing/2014/main" id="{47D624F8-7EFD-B0B4-F0B5-EBD21B6EEBE8}"/>
              </a:ext>
            </a:extLst>
          </p:cNvPr>
          <p:cNvSpPr txBox="1"/>
          <p:nvPr/>
        </p:nvSpPr>
        <p:spPr>
          <a:xfrm>
            <a:off x="9001384" y="3770374"/>
            <a:ext cx="713978" cy="523220"/>
          </a:xfrm>
          <a:prstGeom prst="rect">
            <a:avLst/>
          </a:prstGeom>
          <a:noFill/>
        </p:spPr>
        <p:txBody>
          <a:bodyPr wrap="none" rtlCol="0">
            <a:spAutoFit/>
          </a:bodyPr>
          <a:lstStyle/>
          <a:p>
            <a:r>
              <a:rPr lang="de-CH" sz="1400" dirty="0"/>
              <a:t>Optical</a:t>
            </a:r>
            <a:br>
              <a:rPr lang="de-CH" sz="1400" dirty="0"/>
            </a:br>
            <a:r>
              <a:rPr lang="de-CH" sz="1400" dirty="0"/>
              <a:t>Splitter</a:t>
            </a:r>
          </a:p>
        </p:txBody>
      </p:sp>
    </p:spTree>
    <p:extLst>
      <p:ext uri="{BB962C8B-B14F-4D97-AF65-F5344CB8AC3E}">
        <p14:creationId xmlns:p14="http://schemas.microsoft.com/office/powerpoint/2010/main" val="32551457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20F271-6F0D-4AC0-BB1D-F5C338165C13}"/>
              </a:ext>
            </a:extLst>
          </p:cNvPr>
          <p:cNvSpPr>
            <a:spLocks noGrp="1"/>
          </p:cNvSpPr>
          <p:nvPr>
            <p:ph type="title"/>
          </p:nvPr>
        </p:nvSpPr>
        <p:spPr/>
        <p:txBody>
          <a:bodyPr>
            <a:normAutofit/>
          </a:bodyPr>
          <a:lstStyle/>
          <a:p>
            <a:r>
              <a:rPr lang="en-US" sz="3600" b="1" dirty="0"/>
              <a:t>Export of GPON Encapsulation Mode in IPFIX</a:t>
            </a:r>
            <a:br>
              <a:rPr lang="en-US" sz="3600" dirty="0"/>
            </a:br>
            <a:r>
              <a:rPr lang="en-US" sz="3600" dirty="0">
                <a:solidFill>
                  <a:schemeClr val="bg2">
                    <a:lumMod val="75000"/>
                  </a:schemeClr>
                </a:solidFill>
              </a:rPr>
              <a:t>Document Status and Next Steps</a:t>
            </a:r>
          </a:p>
        </p:txBody>
      </p:sp>
      <p:sp>
        <p:nvSpPr>
          <p:cNvPr id="3" name="Content Placeholder 2">
            <a:extLst>
              <a:ext uri="{FF2B5EF4-FFF2-40B4-BE49-F238E27FC236}">
                <a16:creationId xmlns:a16="http://schemas.microsoft.com/office/drawing/2014/main" id="{29C0DFD4-432D-4B0C-93DF-790441DCF5B9}"/>
              </a:ext>
            </a:extLst>
          </p:cNvPr>
          <p:cNvSpPr>
            <a:spLocks noGrp="1"/>
          </p:cNvSpPr>
          <p:nvPr>
            <p:ph idx="1"/>
          </p:nvPr>
        </p:nvSpPr>
        <p:spPr>
          <a:xfrm>
            <a:off x="838199" y="2238375"/>
            <a:ext cx="11057314" cy="2940454"/>
          </a:xfrm>
        </p:spPr>
        <p:txBody>
          <a:bodyPr>
            <a:noAutofit/>
          </a:bodyPr>
          <a:lstStyle/>
          <a:p>
            <a:r>
              <a:rPr lang="en-US" sz="2300" dirty="0"/>
              <a:t>First document revision published on April 7th 2025 and presented at CCAMP.</a:t>
            </a:r>
          </a:p>
          <a:p>
            <a:r>
              <a:rPr lang="en-US" sz="2300" dirty="0"/>
              <a:t>Second revision includes review from Paul Aitken and IANA.</a:t>
            </a:r>
          </a:p>
          <a:p>
            <a:r>
              <a:rPr lang="en-US" sz="2300" dirty="0"/>
              <a:t>Adopted at OPSAWG September 2025. </a:t>
            </a:r>
          </a:p>
          <a:p>
            <a:r>
              <a:rPr lang="en-US" sz="2300" dirty="0"/>
              <a:t>Implementation on Huawei MA5800T-X17 verified at IETF hackathon 125.</a:t>
            </a:r>
          </a:p>
          <a:p>
            <a:r>
              <a:rPr lang="en-US" sz="2300" b="1" dirty="0"/>
              <a:t>Received review from </a:t>
            </a:r>
            <a:r>
              <a:rPr lang="en-US" sz="2300" b="1" dirty="0" err="1"/>
              <a:t>Chonfeng</a:t>
            </a:r>
            <a:r>
              <a:rPr lang="en-US" sz="2300" b="1" dirty="0"/>
              <a:t> Xie and Paul Aitken many thanks!</a:t>
            </a:r>
          </a:p>
          <a:p>
            <a:r>
              <a:rPr lang="en-US" sz="2300" b="1" dirty="0"/>
              <a:t>Addressed review from </a:t>
            </a:r>
            <a:r>
              <a:rPr lang="en-US" sz="2300" b="1" dirty="0" err="1"/>
              <a:t>Chonfeng</a:t>
            </a:r>
            <a:r>
              <a:rPr lang="en-US" sz="2300" b="1" dirty="0"/>
              <a:t> </a:t>
            </a:r>
            <a:r>
              <a:rPr lang="en-US" sz="2300" b="1" dirty="0">
                <a:solidFill>
                  <a:srgbClr val="FF0000"/>
                </a:solidFill>
              </a:rPr>
              <a:t>and working on addressing feedback from Paul</a:t>
            </a:r>
          </a:p>
          <a:p>
            <a:r>
              <a:rPr lang="en-US" sz="2300" b="1" dirty="0">
                <a:solidFill>
                  <a:srgbClr val="FF0000"/>
                </a:solidFill>
              </a:rPr>
              <a:t>Request working group last call.</a:t>
            </a:r>
          </a:p>
        </p:txBody>
      </p:sp>
      <p:sp>
        <p:nvSpPr>
          <p:cNvPr id="6" name="Slide Number Placeholder 1">
            <a:extLst>
              <a:ext uri="{FF2B5EF4-FFF2-40B4-BE49-F238E27FC236}">
                <a16:creationId xmlns:a16="http://schemas.microsoft.com/office/drawing/2014/main" id="{F0EC51CE-09A9-4E4B-B5C0-99570D63CA28}"/>
              </a:ext>
            </a:extLst>
          </p:cNvPr>
          <p:cNvSpPr>
            <a:spLocks noGrp="1"/>
          </p:cNvSpPr>
          <p:nvPr>
            <p:ph type="sldNum" sz="quarter" idx="12"/>
          </p:nvPr>
        </p:nvSpPr>
        <p:spPr>
          <a:xfrm>
            <a:off x="11607800" y="6362700"/>
            <a:ext cx="414338" cy="365125"/>
          </a:xfrm>
        </p:spPr>
        <p:txBody>
          <a:bodyPr/>
          <a:lstStyle/>
          <a:p>
            <a:fld id="{FC4AC485-25DE-431E-B345-9C0A15BB7F8A}" type="slidenum">
              <a:rPr lang="en-US" sz="2200" smtClean="0"/>
              <a:t>8</a:t>
            </a:fld>
            <a:endParaRPr lang="en-US" sz="2200" dirty="0"/>
          </a:p>
        </p:txBody>
      </p:sp>
      <p:sp>
        <p:nvSpPr>
          <p:cNvPr id="4" name="Subtitle 4">
            <a:extLst>
              <a:ext uri="{FF2B5EF4-FFF2-40B4-BE49-F238E27FC236}">
                <a16:creationId xmlns:a16="http://schemas.microsoft.com/office/drawing/2014/main" id="{6AA3D941-D070-4BAA-AE3C-0C1557C02C74}"/>
              </a:ext>
            </a:extLst>
          </p:cNvPr>
          <p:cNvSpPr txBox="1">
            <a:spLocks/>
          </p:cNvSpPr>
          <p:nvPr/>
        </p:nvSpPr>
        <p:spPr>
          <a:xfrm>
            <a:off x="838200" y="5311833"/>
            <a:ext cx="11163943" cy="1049803"/>
          </a:xfrm>
          <a:prstGeom prst="rect">
            <a:avLst/>
          </a:prstGeom>
        </p:spPr>
        <p:txBody>
          <a:bodyPr vert="horz" lIns="91440" tIns="45720" rIns="91440" bIns="45720" rtlCol="0">
            <a:normAutofit fontScale="4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spcBef>
                <a:spcPts val="300"/>
              </a:spcBef>
              <a:buNone/>
            </a:pPr>
            <a:r>
              <a:rPr lang="de-CH" sz="3800" b="1" dirty="0">
                <a:latin typeface="+mj-lt"/>
              </a:rPr>
              <a:t>thomas.graf@swisscom.com</a:t>
            </a:r>
          </a:p>
          <a:p>
            <a:pPr marL="0" indent="0" algn="r">
              <a:spcBef>
                <a:spcPts val="300"/>
              </a:spcBef>
              <a:buNone/>
            </a:pPr>
            <a:r>
              <a:rPr lang="de-CH" sz="3800" dirty="0">
                <a:latin typeface="+mj-lt"/>
              </a:rPr>
              <a:t>zhenghaomian@huawei.com</a:t>
            </a:r>
          </a:p>
          <a:p>
            <a:pPr marL="0" indent="0" algn="r">
              <a:spcBef>
                <a:spcPts val="300"/>
              </a:spcBef>
              <a:buNone/>
            </a:pPr>
            <a:endParaRPr lang="de-CH" sz="3800" dirty="0">
              <a:latin typeface="+mj-lt"/>
            </a:endParaRPr>
          </a:p>
          <a:p>
            <a:pPr marL="0" indent="0" algn="r">
              <a:spcBef>
                <a:spcPts val="300"/>
              </a:spcBef>
              <a:buNone/>
            </a:pPr>
            <a:r>
              <a:rPr lang="de-CH" sz="3800" dirty="0">
                <a:latin typeface="+mj-lt"/>
              </a:rPr>
              <a:t>14. </a:t>
            </a:r>
            <a:r>
              <a:rPr lang="de-CH" sz="3800" dirty="0" err="1">
                <a:latin typeface="+mj-lt"/>
                <a:ea typeface="+mj-ea"/>
                <a:cs typeface="+mj-cs"/>
              </a:rPr>
              <a:t>July</a:t>
            </a:r>
            <a:r>
              <a:rPr lang="de-CH" sz="3800" dirty="0">
                <a:latin typeface="+mj-lt"/>
              </a:rPr>
              <a:t> 2026</a:t>
            </a:r>
          </a:p>
          <a:p>
            <a:pPr algn="r"/>
            <a:endParaRPr lang="de-CH" sz="2200" dirty="0"/>
          </a:p>
        </p:txBody>
      </p:sp>
    </p:spTree>
    <p:extLst>
      <p:ext uri="{BB962C8B-B14F-4D97-AF65-F5344CB8AC3E}">
        <p14:creationId xmlns:p14="http://schemas.microsoft.com/office/powerpoint/2010/main" val="69661883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2e1fccfb-80ca-4fe1-a574-1516544edb53}" enabled="1" method="Standard" siteId="{364e5b87-c1c7-420d-9bee-c35d19b557a1}" removed="0"/>
</clbl:labelList>
</file>

<file path=docProps/app.xml><?xml version="1.0" encoding="utf-8"?>
<Properties xmlns="http://schemas.openxmlformats.org/officeDocument/2006/extended-properties" xmlns:vt="http://schemas.openxmlformats.org/officeDocument/2006/docPropsVTypes">
  <Template/>
  <TotalTime>0</TotalTime>
  <Words>1112</Words>
  <Application>Microsoft Office PowerPoint</Application>
  <PresentationFormat>Widescreen</PresentationFormat>
  <Paragraphs>109</Paragraphs>
  <Slides>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Arial</vt:lpstr>
      <vt:lpstr>Calibri</vt:lpstr>
      <vt:lpstr>Calibri Light</vt:lpstr>
      <vt:lpstr>Courier New</vt:lpstr>
      <vt:lpstr>Office Theme</vt:lpstr>
      <vt:lpstr>PowerPoint Presentation</vt:lpstr>
      <vt:lpstr>Export of GPON Encapsulation Mode in IPFIX ITU-T G.984.1 defines the General characteristics</vt:lpstr>
      <vt:lpstr>Export of GPON Encapsulation Mode in IPFIX ITU-T G.984.3 defines the GEM transmission convergence layer</vt:lpstr>
      <vt:lpstr>Export of GPON Encapsulation Mode in IPFIX ITU-T G.9804.2 defines the XGEM transmission convergence layer</vt:lpstr>
      <vt:lpstr>Export of GPON Encapsulation Mode in IPFIX draft-netana-opsawg-ipfix-gpon-gem defines IPFIX entities</vt:lpstr>
      <vt:lpstr>Export of GPON Encapsulation Mode in IPFIX IPFIX G-PON Encapsulation Method PTI Subregistry</vt:lpstr>
      <vt:lpstr>Export of GPON Encapsulation Mode in IPFIX Sample Use Case</vt:lpstr>
      <vt:lpstr>Export of GPON Encapsulation Mode in IPFIX Document Status and Next Steps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Titel der  Präsentation</dc:title>
  <dc:creator>Graf Thomas, INI-ONE-WSN-DCF</dc:creator>
  <cp:lastModifiedBy>Graf Thomas, SCS-INI-NET-VNC-E2E</cp:lastModifiedBy>
  <cp:revision>112</cp:revision>
  <dcterms:created xsi:type="dcterms:W3CDTF">2019-11-29T14:22:02Z</dcterms:created>
  <dcterms:modified xsi:type="dcterms:W3CDTF">2026-07-14T14:11:54Z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2e1fccfb-80ca-4fe1-a574-1516544edb53_Enabled">
    <vt:lpwstr>true</vt:lpwstr>
  </property>
  <property fmtid="{D5CDD505-2E9C-101B-9397-08002B2CF9AE}" pid="3" name="MSIP_Label_2e1fccfb-80ca-4fe1-a574-1516544edb53_SetDate">
    <vt:lpwstr>2022-07-21T16:57:06Z</vt:lpwstr>
  </property>
  <property fmtid="{D5CDD505-2E9C-101B-9397-08002B2CF9AE}" pid="4" name="MSIP_Label_2e1fccfb-80ca-4fe1-a574-1516544edb53_Method">
    <vt:lpwstr>Standard</vt:lpwstr>
  </property>
  <property fmtid="{D5CDD505-2E9C-101B-9397-08002B2CF9AE}" pid="5" name="MSIP_Label_2e1fccfb-80ca-4fe1-a574-1516544edb53_Name">
    <vt:lpwstr>C2 Internal</vt:lpwstr>
  </property>
  <property fmtid="{D5CDD505-2E9C-101B-9397-08002B2CF9AE}" pid="6" name="MSIP_Label_2e1fccfb-80ca-4fe1-a574-1516544edb53_SiteId">
    <vt:lpwstr>364e5b87-c1c7-420d-9bee-c35d19b557a1</vt:lpwstr>
  </property>
  <property fmtid="{D5CDD505-2E9C-101B-9397-08002B2CF9AE}" pid="7" name="MSIP_Label_2e1fccfb-80ca-4fe1-a574-1516544edb53_ActionId">
    <vt:lpwstr>f20e7325-fc30-45a7-a02f-991797c0d813</vt:lpwstr>
  </property>
  <property fmtid="{D5CDD505-2E9C-101B-9397-08002B2CF9AE}" pid="8" name="MSIP_Label_2e1fccfb-80ca-4fe1-a574-1516544edb53_ContentBits">
    <vt:lpwstr>0</vt:lpwstr>
  </property>
  <property fmtid="{D5CDD505-2E9C-101B-9397-08002B2CF9AE}" pid="9" name="Sensitivity">
    <vt:lpwstr>C2 General</vt:lpwstr>
  </property>
</Properties>
</file>