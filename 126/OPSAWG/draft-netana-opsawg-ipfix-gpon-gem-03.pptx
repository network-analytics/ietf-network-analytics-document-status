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041" r:id="rId2"/>
    <p:sldId id="1058" r:id="rId3"/>
    <p:sldId id="1060" r:id="rId4"/>
    <p:sldId id="1055" r:id="rId5"/>
    <p:sldId id="10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8E01DB-B94E-4BFC-AEFE-025977D6D0E1}" v="5" dt="2026-07-14T14:09:35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INI-NET-DCF" userId="487bc3e3-9ce7-4cdd-b7b4-8899ea88d289" providerId="ADAL" clId="{D2D88D83-EF10-408A-A9AE-EEA2F4BC3522}"/>
    <pc:docChg chg="custSel modSld">
      <pc:chgData name="Graf Thomas, INI-NET-DCF" userId="487bc3e3-9ce7-4cdd-b7b4-8899ea88d289" providerId="ADAL" clId="{D2D88D83-EF10-408A-A9AE-EEA2F4BC3522}" dt="2020-06-13T11:16:48.674" v="47" actId="478"/>
      <pc:docMkLst>
        <pc:docMk/>
      </pc:docMkLst>
      <pc:sldChg chg="modSp">
        <pc:chgData name="Graf Thomas, INI-NET-DCF" userId="487bc3e3-9ce7-4cdd-b7b4-8899ea88d289" providerId="ADAL" clId="{D2D88D83-EF10-408A-A9AE-EEA2F4BC3522}" dt="2020-06-13T11:08:48.535" v="11" actId="20577"/>
        <pc:sldMkLst>
          <pc:docMk/>
          <pc:sldMk cId="3578665336" sldId="1041"/>
        </pc:sldMkLst>
      </pc:sldChg>
      <pc:sldChg chg="addSp delSp modSp">
        <pc:chgData name="Graf Thomas, INI-NET-DCF" userId="487bc3e3-9ce7-4cdd-b7b4-8899ea88d289" providerId="ADAL" clId="{D2D88D83-EF10-408A-A9AE-EEA2F4BC3522}" dt="2020-06-13T11:16:48.674" v="47" actId="478"/>
        <pc:sldMkLst>
          <pc:docMk/>
          <pc:sldMk cId="4005888238" sldId="1046"/>
        </pc:sldMkLst>
      </pc:sldChg>
      <pc:sldChg chg="modSp">
        <pc:chgData name="Graf Thomas, INI-NET-DCF" userId="487bc3e3-9ce7-4cdd-b7b4-8899ea88d289" providerId="ADAL" clId="{D2D88D83-EF10-408A-A9AE-EEA2F4BC3522}" dt="2020-06-13T11:09:36.597" v="24" actId="20577"/>
        <pc:sldMkLst>
          <pc:docMk/>
          <pc:sldMk cId="3529422000" sldId="1048"/>
        </pc:sldMkLst>
      </pc:sldChg>
    </pc:docChg>
  </pc:docChgLst>
  <pc:docChgLst>
    <pc:chgData name="Graf Thomas, INI-NET-DCF" userId="487bc3e3-9ce7-4cdd-b7b4-8899ea88d289" providerId="ADAL" clId="{36E6DFBC-EB3C-4D3C-97F7-C6A855FFE787}"/>
    <pc:docChg chg="modSld">
      <pc:chgData name="Graf Thomas, INI-NET-DCF" userId="487bc3e3-9ce7-4cdd-b7b4-8899ea88d289" providerId="ADAL" clId="{36E6DFBC-EB3C-4D3C-97F7-C6A855FFE787}" dt="2020-07-27T12:02:41.304" v="1" actId="20577"/>
      <pc:docMkLst>
        <pc:docMk/>
      </pc:docMkLst>
      <pc:sldChg chg="modSp">
        <pc:chgData name="Graf Thomas, INI-NET-DCF" userId="487bc3e3-9ce7-4cdd-b7b4-8899ea88d289" providerId="ADAL" clId="{36E6DFBC-EB3C-4D3C-97F7-C6A855FFE787}" dt="2020-07-27T12:02:41.304" v="1" actId="20577"/>
        <pc:sldMkLst>
          <pc:docMk/>
          <pc:sldMk cId="3529422000" sldId="1048"/>
        </pc:sldMkLst>
      </pc:sldChg>
    </pc:docChg>
  </pc:docChgLst>
  <pc:docChgLst>
    <pc:chgData name="Graf Thomas, INI-NET-TCZ-ZH1" userId="487bc3e3-9ce7-4cdd-b7b4-8899ea88d289" providerId="ADAL" clId="{5AD3FCCF-5AAE-4D6D-9322-2161447788A3}"/>
    <pc:docChg chg="undo custSel addSld delSld modSld sldOrd">
      <pc:chgData name="Graf Thomas, INI-NET-TCZ-ZH1" userId="487bc3e3-9ce7-4cdd-b7b4-8899ea88d289" providerId="ADAL" clId="{5AD3FCCF-5AAE-4D6D-9322-2161447788A3}" dt="2020-11-17T05:27:12.922" v="1116" actId="20577"/>
      <pc:docMkLst>
        <pc:docMk/>
      </pc:docMkLst>
      <pc:sldChg chg="modSp mod">
        <pc:chgData name="Graf Thomas, INI-NET-TCZ-ZH1" userId="487bc3e3-9ce7-4cdd-b7b4-8899ea88d289" providerId="ADAL" clId="{5AD3FCCF-5AAE-4D6D-9322-2161447788A3}" dt="2020-11-17T05:07:46.740" v="799" actId="20577"/>
        <pc:sldMkLst>
          <pc:docMk/>
          <pc:sldMk cId="2681954568" sldId="1035"/>
        </pc:sldMkLst>
      </pc:sldChg>
      <pc:sldChg chg="modSp mod">
        <pc:chgData name="Graf Thomas, INI-NET-TCZ-ZH1" userId="487bc3e3-9ce7-4cdd-b7b4-8899ea88d289" providerId="ADAL" clId="{5AD3FCCF-5AAE-4D6D-9322-2161447788A3}" dt="2020-11-17T04:39:38.951" v="13" actId="20577"/>
        <pc:sldMkLst>
          <pc:docMk/>
          <pc:sldMk cId="3578665336" sldId="1041"/>
        </pc:sldMkLst>
      </pc:sldChg>
      <pc:sldChg chg="addSp delSp modSp mod">
        <pc:chgData name="Graf Thomas, INI-NET-TCZ-ZH1" userId="487bc3e3-9ce7-4cdd-b7b4-8899ea88d289" providerId="ADAL" clId="{5AD3FCCF-5AAE-4D6D-9322-2161447788A3}" dt="2020-11-17T05:05:40.736" v="782" actId="167"/>
        <pc:sldMkLst>
          <pc:docMk/>
          <pc:sldMk cId="2462566068" sldId="1045"/>
        </pc:sldMkLst>
      </pc:sldChg>
      <pc:sldChg chg="ord">
        <pc:chgData name="Graf Thomas, INI-NET-TCZ-ZH1" userId="487bc3e3-9ce7-4cdd-b7b4-8899ea88d289" providerId="ADAL" clId="{5AD3FCCF-5AAE-4D6D-9322-2161447788A3}" dt="2020-11-17T05:01:19.534" v="640"/>
        <pc:sldMkLst>
          <pc:docMk/>
          <pc:sldMk cId="4005888238" sldId="1046"/>
        </pc:sldMkLst>
      </pc:sldChg>
      <pc:sldChg chg="ord">
        <pc:chgData name="Graf Thomas, INI-NET-TCZ-ZH1" userId="487bc3e3-9ce7-4cdd-b7b4-8899ea88d289" providerId="ADAL" clId="{5AD3FCCF-5AAE-4D6D-9322-2161447788A3}" dt="2020-11-17T04:39:53.654" v="15"/>
        <pc:sldMkLst>
          <pc:docMk/>
          <pc:sldMk cId="863121141" sldId="1047"/>
        </pc:sldMkLst>
      </pc:sldChg>
      <pc:sldChg chg="modSp add del mod">
        <pc:chgData name="Graf Thomas, INI-NET-TCZ-ZH1" userId="487bc3e3-9ce7-4cdd-b7b4-8899ea88d289" providerId="ADAL" clId="{5AD3FCCF-5AAE-4D6D-9322-2161447788A3}" dt="2020-11-17T05:08:55.057" v="810" actId="47"/>
        <pc:sldMkLst>
          <pc:docMk/>
          <pc:sldMk cId="3529422000" sldId="1048"/>
        </pc:sldMkLst>
      </pc:sldChg>
      <pc:sldChg chg="modSp add del mod">
        <pc:chgData name="Graf Thomas, INI-NET-TCZ-ZH1" userId="487bc3e3-9ce7-4cdd-b7b4-8899ea88d289" providerId="ADAL" clId="{5AD3FCCF-5AAE-4D6D-9322-2161447788A3}" dt="2020-11-17T04:53:05.176" v="255" actId="47"/>
        <pc:sldMkLst>
          <pc:docMk/>
          <pc:sldMk cId="2881282069" sldId="1049"/>
        </pc:sldMkLst>
      </pc:sldChg>
      <pc:sldChg chg="addSp delSp modSp add mod">
        <pc:chgData name="Graf Thomas, INI-NET-TCZ-ZH1" userId="487bc3e3-9ce7-4cdd-b7b4-8899ea88d289" providerId="ADAL" clId="{5AD3FCCF-5AAE-4D6D-9322-2161447788A3}" dt="2020-11-17T05:05:35.536" v="781" actId="478"/>
        <pc:sldMkLst>
          <pc:docMk/>
          <pc:sldMk cId="3456004546" sldId="1049"/>
        </pc:sldMkLst>
      </pc:sldChg>
      <pc:sldChg chg="addSp delSp modSp add mod">
        <pc:chgData name="Graf Thomas, INI-NET-TCZ-ZH1" userId="487bc3e3-9ce7-4cdd-b7b4-8899ea88d289" providerId="ADAL" clId="{5AD3FCCF-5AAE-4D6D-9322-2161447788A3}" dt="2020-11-17T05:27:12.922" v="1116" actId="20577"/>
        <pc:sldMkLst>
          <pc:docMk/>
          <pc:sldMk cId="2789190820" sldId="1050"/>
        </pc:sldMkLst>
      </pc:sldChg>
      <pc:sldChg chg="modSp add mod">
        <pc:chgData name="Graf Thomas, INI-NET-TCZ-ZH1" userId="487bc3e3-9ce7-4cdd-b7b4-8899ea88d289" providerId="ADAL" clId="{5AD3FCCF-5AAE-4D6D-9322-2161447788A3}" dt="2020-11-17T05:24:17.413" v="1023" actId="255"/>
        <pc:sldMkLst>
          <pc:docMk/>
          <pc:sldMk cId="2966122851" sldId="1051"/>
        </pc:sldMkLst>
      </pc:sldChg>
    </pc:docChg>
  </pc:docChgLst>
  <pc:docChgLst>
    <pc:chgData name="Graf Thomas, SCS-INI-NET-VNC-E2E" userId="487bc3e3-9ce7-4cdd-b7b4-8899ea88d289" providerId="ADAL" clId="{ADEEF08A-D719-4B50-A383-4105EDA2C206}"/>
    <pc:docChg chg="undo custSel addSld delSld modSld sldOrd">
      <pc:chgData name="Graf Thomas, SCS-INI-NET-VNC-E2E" userId="487bc3e3-9ce7-4cdd-b7b4-8899ea88d289" providerId="ADAL" clId="{ADEEF08A-D719-4B50-A383-4105EDA2C206}" dt="2026-07-15T04:16:11.879" v="560" actId="20577"/>
      <pc:docMkLst>
        <pc:docMk/>
      </pc:docMkLst>
      <pc:sldChg chg="modSp mod">
        <pc:chgData name="Graf Thomas, SCS-INI-NET-VNC-E2E" userId="487bc3e3-9ce7-4cdd-b7b4-8899ea88d289" providerId="ADAL" clId="{ADEEF08A-D719-4B50-A383-4105EDA2C206}" dt="2026-07-15T04:15:48.909" v="559" actId="20577"/>
        <pc:sldMkLst>
          <pc:docMk/>
          <pc:sldMk cId="3578665336" sldId="1041"/>
        </pc:sldMkLst>
        <pc:spChg chg="mod">
          <ac:chgData name="Graf Thomas, SCS-INI-NET-VNC-E2E" userId="487bc3e3-9ce7-4cdd-b7b4-8899ea88d289" providerId="ADAL" clId="{ADEEF08A-D719-4B50-A383-4105EDA2C206}" dt="2026-07-15T04:15:48.909" v="559" actId="20577"/>
          <ac:spMkLst>
            <pc:docMk/>
            <pc:sldMk cId="3578665336" sldId="1041"/>
            <ac:spMk id="7" creationId="{5317E9BA-6AEC-4D14-B133-97378590FE3C}"/>
          </ac:spMkLst>
        </pc:spChg>
      </pc:sldChg>
      <pc:sldChg chg="del">
        <pc:chgData name="Graf Thomas, SCS-INI-NET-VNC-E2E" userId="487bc3e3-9ce7-4cdd-b7b4-8899ea88d289" providerId="ADAL" clId="{ADEEF08A-D719-4B50-A383-4105EDA2C206}" dt="2026-07-15T04:15:38.204" v="558" actId="47"/>
        <pc:sldMkLst>
          <pc:docMk/>
          <pc:sldMk cId="728278235" sldId="1053"/>
        </pc:sldMkLst>
      </pc:sldChg>
      <pc:sldChg chg="del">
        <pc:chgData name="Graf Thomas, SCS-INI-NET-VNC-E2E" userId="487bc3e3-9ce7-4cdd-b7b4-8899ea88d289" providerId="ADAL" clId="{ADEEF08A-D719-4B50-A383-4105EDA2C206}" dt="2026-07-15T04:15:35.598" v="557" actId="47"/>
        <pc:sldMkLst>
          <pc:docMk/>
          <pc:sldMk cId="3255145719" sldId="1054"/>
        </pc:sldMkLst>
      </pc:sldChg>
      <pc:sldChg chg="addSp delSp modSp mod">
        <pc:chgData name="Graf Thomas, SCS-INI-NET-VNC-E2E" userId="487bc3e3-9ce7-4cdd-b7b4-8899ea88d289" providerId="ADAL" clId="{ADEEF08A-D719-4B50-A383-4105EDA2C206}" dt="2026-07-14T14:07:01.787" v="215" actId="1076"/>
        <pc:sldMkLst>
          <pc:docMk/>
          <pc:sldMk cId="2070211887" sldId="1055"/>
        </pc:sldMkLst>
        <pc:spChg chg="mod">
          <ac:chgData name="Graf Thomas, SCS-INI-NET-VNC-E2E" userId="487bc3e3-9ce7-4cdd-b7b4-8899ea88d289" providerId="ADAL" clId="{ADEEF08A-D719-4B50-A383-4105EDA2C206}" dt="2026-07-14T14:06:07.382" v="206" actId="13926"/>
          <ac:spMkLst>
            <pc:docMk/>
            <pc:sldMk cId="2070211887" sldId="1055"/>
            <ac:spMk id="3" creationId="{29C0DFD4-432D-4B0C-93DF-790441DCF5B9}"/>
          </ac:spMkLst>
        </pc:spChg>
        <pc:picChg chg="add mod">
          <ac:chgData name="Graf Thomas, SCS-INI-NET-VNC-E2E" userId="487bc3e3-9ce7-4cdd-b7b4-8899ea88d289" providerId="ADAL" clId="{ADEEF08A-D719-4B50-A383-4105EDA2C206}" dt="2026-07-14T14:07:01.787" v="215" actId="1076"/>
          <ac:picMkLst>
            <pc:docMk/>
            <pc:sldMk cId="2070211887" sldId="1055"/>
            <ac:picMk id="5" creationId="{CFA67E44-4CB2-413F-A406-1B459ECD3EB5}"/>
          </ac:picMkLst>
        </pc:picChg>
        <pc:picChg chg="del">
          <ac:chgData name="Graf Thomas, SCS-INI-NET-VNC-E2E" userId="487bc3e3-9ce7-4cdd-b7b4-8899ea88d289" providerId="ADAL" clId="{ADEEF08A-D719-4B50-A383-4105EDA2C206}" dt="2026-07-14T14:06:50.717" v="211" actId="478"/>
          <ac:picMkLst>
            <pc:docMk/>
            <pc:sldMk cId="2070211887" sldId="1055"/>
            <ac:picMk id="6" creationId="{7DD11D29-6C67-2369-716A-6CD94AED5E39}"/>
          </ac:picMkLst>
        </pc:picChg>
      </pc:sldChg>
      <pc:sldChg chg="modSp mod">
        <pc:chgData name="Graf Thomas, SCS-INI-NET-VNC-E2E" userId="487bc3e3-9ce7-4cdd-b7b4-8899ea88d289" providerId="ADAL" clId="{ADEEF08A-D719-4B50-A383-4105EDA2C206}" dt="2026-07-15T04:16:11.879" v="560" actId="20577"/>
        <pc:sldMkLst>
          <pc:docMk/>
          <pc:sldMk cId="696618838" sldId="1057"/>
        </pc:sldMkLst>
        <pc:spChg chg="mod">
          <ac:chgData name="Graf Thomas, SCS-INI-NET-VNC-E2E" userId="487bc3e3-9ce7-4cdd-b7b4-8899ea88d289" providerId="ADAL" clId="{ADEEF08A-D719-4B50-A383-4105EDA2C206}" dt="2026-07-14T14:11:46.358" v="556" actId="20577"/>
          <ac:spMkLst>
            <pc:docMk/>
            <pc:sldMk cId="696618838" sldId="1057"/>
            <ac:spMk id="3" creationId="{29C0DFD4-432D-4B0C-93DF-790441DCF5B9}"/>
          </ac:spMkLst>
        </pc:spChg>
        <pc:spChg chg="mod">
          <ac:chgData name="Graf Thomas, SCS-INI-NET-VNC-E2E" userId="487bc3e3-9ce7-4cdd-b7b4-8899ea88d289" providerId="ADAL" clId="{ADEEF08A-D719-4B50-A383-4105EDA2C206}" dt="2026-07-15T04:16:11.879" v="560" actId="20577"/>
          <ac:spMkLst>
            <pc:docMk/>
            <pc:sldMk cId="696618838" sldId="1057"/>
            <ac:spMk id="4" creationId="{6AA3D941-D070-4BAA-AE3C-0C1557C02C74}"/>
          </ac:spMkLst>
        </pc:spChg>
      </pc:sldChg>
      <pc:sldChg chg="modSp mod">
        <pc:chgData name="Graf Thomas, SCS-INI-NET-VNC-E2E" userId="487bc3e3-9ce7-4cdd-b7b4-8899ea88d289" providerId="ADAL" clId="{ADEEF08A-D719-4B50-A383-4105EDA2C206}" dt="2026-07-14T13:59:53.393" v="22" actId="20577"/>
        <pc:sldMkLst>
          <pc:docMk/>
          <pc:sldMk cId="1587469533" sldId="1058"/>
        </pc:sldMkLst>
        <pc:spChg chg="mod">
          <ac:chgData name="Graf Thomas, SCS-INI-NET-VNC-E2E" userId="487bc3e3-9ce7-4cdd-b7b4-8899ea88d289" providerId="ADAL" clId="{ADEEF08A-D719-4B50-A383-4105EDA2C206}" dt="2026-07-14T13:58:58.418" v="7" actId="20577"/>
          <ac:spMkLst>
            <pc:docMk/>
            <pc:sldMk cId="1587469533" sldId="1058"/>
            <ac:spMk id="2" creationId="{FF20F271-6F0D-4AC0-BB1D-F5C338165C13}"/>
          </ac:spMkLst>
        </pc:spChg>
        <pc:spChg chg="mod">
          <ac:chgData name="Graf Thomas, SCS-INI-NET-VNC-E2E" userId="487bc3e3-9ce7-4cdd-b7b4-8899ea88d289" providerId="ADAL" clId="{ADEEF08A-D719-4B50-A383-4105EDA2C206}" dt="2026-07-14T13:59:53.393" v="22" actId="20577"/>
          <ac:spMkLst>
            <pc:docMk/>
            <pc:sldMk cId="1587469533" sldId="1058"/>
            <ac:spMk id="3" creationId="{29C0DFD4-432D-4B0C-93DF-790441DCF5B9}"/>
          </ac:spMkLst>
        </pc:spChg>
      </pc:sldChg>
      <pc:sldChg chg="del ord">
        <pc:chgData name="Graf Thomas, SCS-INI-NET-VNC-E2E" userId="487bc3e3-9ce7-4cdd-b7b4-8899ea88d289" providerId="ADAL" clId="{ADEEF08A-D719-4B50-A383-4105EDA2C206}" dt="2026-07-15T04:15:35.598" v="557" actId="47"/>
        <pc:sldMkLst>
          <pc:docMk/>
          <pc:sldMk cId="3900353875" sldId="1059"/>
        </pc:sldMkLst>
      </pc:sldChg>
      <pc:sldChg chg="modSp add mod">
        <pc:chgData name="Graf Thomas, SCS-INI-NET-VNC-E2E" userId="487bc3e3-9ce7-4cdd-b7b4-8899ea88d289" providerId="ADAL" clId="{ADEEF08A-D719-4B50-A383-4105EDA2C206}" dt="2026-07-14T14:05:15.319" v="201" actId="20577"/>
        <pc:sldMkLst>
          <pc:docMk/>
          <pc:sldMk cId="1810681546" sldId="1060"/>
        </pc:sldMkLst>
        <pc:spChg chg="mod">
          <ac:chgData name="Graf Thomas, SCS-INI-NET-VNC-E2E" userId="487bc3e3-9ce7-4cdd-b7b4-8899ea88d289" providerId="ADAL" clId="{ADEEF08A-D719-4B50-A383-4105EDA2C206}" dt="2026-07-14T13:59:44.267" v="18" actId="14100"/>
          <ac:spMkLst>
            <pc:docMk/>
            <pc:sldMk cId="1810681546" sldId="1060"/>
            <ac:spMk id="2" creationId="{8C79E7AC-6D71-6374-8E36-8D5230ACA119}"/>
          </ac:spMkLst>
        </pc:spChg>
        <pc:spChg chg="mod">
          <ac:chgData name="Graf Thomas, SCS-INI-NET-VNC-E2E" userId="487bc3e3-9ce7-4cdd-b7b4-8899ea88d289" providerId="ADAL" clId="{ADEEF08A-D719-4B50-A383-4105EDA2C206}" dt="2026-07-14T14:05:15.319" v="201" actId="20577"/>
          <ac:spMkLst>
            <pc:docMk/>
            <pc:sldMk cId="1810681546" sldId="1060"/>
            <ac:spMk id="3" creationId="{02877EBB-5419-E883-56B6-E5C383C7C499}"/>
          </ac:spMkLst>
        </pc:spChg>
        <pc:spChg chg="mod">
          <ac:chgData name="Graf Thomas, SCS-INI-NET-VNC-E2E" userId="487bc3e3-9ce7-4cdd-b7b4-8899ea88d289" providerId="ADAL" clId="{ADEEF08A-D719-4B50-A383-4105EDA2C206}" dt="2026-07-14T14:02:39.710" v="35" actId="14100"/>
          <ac:spMkLst>
            <pc:docMk/>
            <pc:sldMk cId="1810681546" sldId="1060"/>
            <ac:spMk id="10" creationId="{F79625C5-7E9E-9B00-E855-0ACFC32BBFBB}"/>
          </ac:spMkLst>
        </pc:spChg>
        <pc:picChg chg="mod">
          <ac:chgData name="Graf Thomas, SCS-INI-NET-VNC-E2E" userId="487bc3e3-9ce7-4cdd-b7b4-8899ea88d289" providerId="ADAL" clId="{ADEEF08A-D719-4B50-A383-4105EDA2C206}" dt="2026-07-14T14:02:29.547" v="32" actId="14826"/>
          <ac:picMkLst>
            <pc:docMk/>
            <pc:sldMk cId="1810681546" sldId="1060"/>
            <ac:picMk id="5" creationId="{CDF0842F-B0F8-C47E-9924-4E1CC1A5ED64}"/>
          </ac:picMkLst>
        </pc:picChg>
        <pc:cxnChg chg="mod">
          <ac:chgData name="Graf Thomas, SCS-INI-NET-VNC-E2E" userId="487bc3e3-9ce7-4cdd-b7b4-8899ea88d289" providerId="ADAL" clId="{ADEEF08A-D719-4B50-A383-4105EDA2C206}" dt="2026-07-14T14:04:23.144" v="100" actId="14100"/>
          <ac:cxnSpMkLst>
            <pc:docMk/>
            <pc:sldMk cId="1810681546" sldId="1060"/>
            <ac:cxnSpMk id="12" creationId="{6F46F9A0-D876-9A8B-ECB5-124A98C3E8C9}"/>
          </ac:cxnSpMkLst>
        </pc:cxnChg>
      </pc:sldChg>
    </pc:docChg>
  </pc:docChgLst>
  <pc:docChgLst>
    <pc:chgData name="Graf Thomas, INI-NET-VNC-E2E" userId="487bc3e3-9ce7-4cdd-b7b4-8899ea88d289" providerId="ADAL" clId="{C3CC97D0-28B4-4235-8780-4D920056BCD7}"/>
    <pc:docChg chg="undo redo custSel addSld delSld modSld sldOrd">
      <pc:chgData name="Graf Thomas, INI-NET-VNC-E2E" userId="487bc3e3-9ce7-4cdd-b7b4-8899ea88d289" providerId="ADAL" clId="{C3CC97D0-28B4-4235-8780-4D920056BCD7}" dt="2025-04-08T14:32:24.506" v="2502" actId="33524"/>
      <pc:docMkLst>
        <pc:docMk/>
      </pc:docMkLst>
      <pc:sldChg chg="modSp mod">
        <pc:chgData name="Graf Thomas, INI-NET-VNC-E2E" userId="487bc3e3-9ce7-4cdd-b7b4-8899ea88d289" providerId="ADAL" clId="{C3CC97D0-28B4-4235-8780-4D920056BCD7}" dt="2025-04-08T08:44:14.676" v="2124" actId="113"/>
        <pc:sldMkLst>
          <pc:docMk/>
          <pc:sldMk cId="3578665336" sldId="1041"/>
        </pc:sldMkLst>
      </pc:sldChg>
      <pc:sldChg chg="del">
        <pc:chgData name="Graf Thomas, INI-NET-VNC-E2E" userId="487bc3e3-9ce7-4cdd-b7b4-8899ea88d289" providerId="ADAL" clId="{C3CC97D0-28B4-4235-8780-4D920056BCD7}" dt="2025-04-08T08:40:44.535" v="2058" actId="47"/>
        <pc:sldMkLst>
          <pc:docMk/>
          <pc:sldMk cId="2789190820" sldId="1050"/>
        </pc:sldMkLst>
      </pc:sldChg>
      <pc:sldChg chg="addSp delSp modSp mod">
        <pc:chgData name="Graf Thomas, INI-NET-VNC-E2E" userId="487bc3e3-9ce7-4cdd-b7b4-8899ea88d289" providerId="ADAL" clId="{C3CC97D0-28B4-4235-8780-4D920056BCD7}" dt="2025-04-08T08:43:21.223" v="2116" actId="20577"/>
        <pc:sldMkLst>
          <pc:docMk/>
          <pc:sldMk cId="728278235" sldId="1053"/>
        </pc:sldMkLst>
      </pc:sldChg>
      <pc:sldChg chg="addSp delSp modSp mod">
        <pc:chgData name="Graf Thomas, INI-NET-VNC-E2E" userId="487bc3e3-9ce7-4cdd-b7b4-8899ea88d289" providerId="ADAL" clId="{C3CC97D0-28B4-4235-8780-4D920056BCD7}" dt="2025-04-08T08:43:54.124" v="2122" actId="207"/>
        <pc:sldMkLst>
          <pc:docMk/>
          <pc:sldMk cId="3255145719" sldId="1054"/>
        </pc:sldMkLst>
      </pc:sldChg>
      <pc:sldChg chg="addSp delSp modSp mod ord">
        <pc:chgData name="Graf Thomas, INI-NET-VNC-E2E" userId="487bc3e3-9ce7-4cdd-b7b4-8899ea88d289" providerId="ADAL" clId="{C3CC97D0-28B4-4235-8780-4D920056BCD7}" dt="2025-04-08T08:36:53.355" v="1643" actId="20577"/>
        <pc:sldMkLst>
          <pc:docMk/>
          <pc:sldMk cId="2070211887" sldId="1055"/>
        </pc:sldMkLst>
      </pc:sldChg>
      <pc:sldChg chg="addSp modSp mod">
        <pc:chgData name="Graf Thomas, INI-NET-VNC-E2E" userId="487bc3e3-9ce7-4cdd-b7b4-8899ea88d289" providerId="ADAL" clId="{C3CC97D0-28B4-4235-8780-4D920056BCD7}" dt="2025-04-08T08:42:50.943" v="2106" actId="14100"/>
        <pc:sldMkLst>
          <pc:docMk/>
          <pc:sldMk cId="696618838" sldId="1057"/>
        </pc:sldMkLst>
      </pc:sldChg>
      <pc:sldChg chg="addSp delSp modSp add mod">
        <pc:chgData name="Graf Thomas, INI-NET-VNC-E2E" userId="487bc3e3-9ce7-4cdd-b7b4-8899ea88d289" providerId="ADAL" clId="{C3CC97D0-28B4-4235-8780-4D920056BCD7}" dt="2025-04-08T14:32:24.506" v="2502" actId="33524"/>
        <pc:sldMkLst>
          <pc:docMk/>
          <pc:sldMk cId="1587469533" sldId="1058"/>
        </pc:sldMkLst>
      </pc:sldChg>
      <pc:sldChg chg="add del">
        <pc:chgData name="Graf Thomas, INI-NET-VNC-E2E" userId="487bc3e3-9ce7-4cdd-b7b4-8899ea88d289" providerId="ADAL" clId="{C3CC97D0-28B4-4235-8780-4D920056BCD7}" dt="2025-04-08T07:23:02.326" v="413" actId="47"/>
        <pc:sldMkLst>
          <pc:docMk/>
          <pc:sldMk cId="3516297288" sldId="1058"/>
        </pc:sldMkLst>
      </pc:sldChg>
      <pc:sldChg chg="addSp delSp modSp add mod ord">
        <pc:chgData name="Graf Thomas, INI-NET-VNC-E2E" userId="487bc3e3-9ce7-4cdd-b7b4-8899ea88d289" providerId="ADAL" clId="{C3CC97D0-28B4-4235-8780-4D920056BCD7}" dt="2025-04-08T14:06:12.916" v="2319"/>
        <pc:sldMkLst>
          <pc:docMk/>
          <pc:sldMk cId="3900353875" sldId="1059"/>
        </pc:sldMkLst>
      </pc:sldChg>
    </pc:docChg>
  </pc:docChgLst>
  <pc:docChgLst>
    <pc:chgData name="Graf Thomas, INI-NET-DCF" userId="487bc3e3-9ce7-4cdd-b7b4-8899ea88d289" providerId="ADAL" clId="{61A825A2-3D20-4F1E-8A91-A2606F04E19D}"/>
    <pc:docChg chg="custSel modSld">
      <pc:chgData name="Graf Thomas, INI-NET-DCF" userId="487bc3e3-9ce7-4cdd-b7b4-8899ea88d289" providerId="ADAL" clId="{61A825A2-3D20-4F1E-8A91-A2606F04E19D}" dt="2020-04-02T10:48:14.020" v="112" actId="478"/>
      <pc:docMkLst>
        <pc:docMk/>
      </pc:docMkLst>
      <pc:sldChg chg="addSp delSp modSp">
        <pc:chgData name="Graf Thomas, INI-NET-DCF" userId="487bc3e3-9ce7-4cdd-b7b4-8899ea88d289" providerId="ADAL" clId="{61A825A2-3D20-4F1E-8A91-A2606F04E19D}" dt="2020-04-02T10:40:39.233" v="32"/>
        <pc:sldMkLst>
          <pc:docMk/>
          <pc:sldMk cId="2681954568" sldId="1035"/>
        </pc:sldMkLst>
      </pc:sldChg>
      <pc:sldChg chg="modSp">
        <pc:chgData name="Graf Thomas, INI-NET-DCF" userId="487bc3e3-9ce7-4cdd-b7b4-8899ea88d289" providerId="ADAL" clId="{61A825A2-3D20-4F1E-8A91-A2606F04E19D}" dt="2020-04-02T10:47:11.901" v="105" actId="20577"/>
        <pc:sldMkLst>
          <pc:docMk/>
          <pc:sldMk cId="3578665336" sldId="1041"/>
        </pc:sldMkLst>
      </pc:sldChg>
      <pc:sldChg chg="addSp modSp">
        <pc:chgData name="Graf Thomas, INI-NET-DCF" userId="487bc3e3-9ce7-4cdd-b7b4-8899ea88d289" providerId="ADAL" clId="{61A825A2-3D20-4F1E-8A91-A2606F04E19D}" dt="2020-04-02T10:41:04.608" v="56" actId="1035"/>
        <pc:sldMkLst>
          <pc:docMk/>
          <pc:sldMk cId="2462566068" sldId="1045"/>
        </pc:sldMkLst>
      </pc:sldChg>
      <pc:sldChg chg="addSp delSp modSp">
        <pc:chgData name="Graf Thomas, INI-NET-DCF" userId="487bc3e3-9ce7-4cdd-b7b4-8899ea88d289" providerId="ADAL" clId="{61A825A2-3D20-4F1E-8A91-A2606F04E19D}" dt="2020-04-02T10:48:14.020" v="112" actId="478"/>
        <pc:sldMkLst>
          <pc:docMk/>
          <pc:sldMk cId="4005888238" sldId="1046"/>
        </pc:sldMkLst>
      </pc:sldChg>
      <pc:sldChg chg="addSp modSp">
        <pc:chgData name="Graf Thomas, INI-NET-DCF" userId="487bc3e3-9ce7-4cdd-b7b4-8899ea88d289" providerId="ADAL" clId="{61A825A2-3D20-4F1E-8A91-A2606F04E19D}" dt="2020-04-02T10:41:16.025" v="57" actId="1076"/>
        <pc:sldMkLst>
          <pc:docMk/>
          <pc:sldMk cId="863121141" sldId="1047"/>
        </pc:sldMkLst>
      </pc:sldChg>
      <pc:sldChg chg="addSp modSp">
        <pc:chgData name="Graf Thomas, INI-NET-DCF" userId="487bc3e3-9ce7-4cdd-b7b4-8899ea88d289" providerId="ADAL" clId="{61A825A2-3D20-4F1E-8A91-A2606F04E19D}" dt="2020-04-02T10:47:21.625" v="111" actId="20577"/>
        <pc:sldMkLst>
          <pc:docMk/>
          <pc:sldMk cId="3529422000" sldId="1048"/>
        </pc:sldMkLst>
      </pc:sldChg>
    </pc:docChg>
  </pc:docChgLst>
  <pc:docChgLst>
    <pc:chgData name="Graf Thomas, SCS-INI-NET-VNC-E2E" userId="487bc3e3-9ce7-4cdd-b7b4-8899ea88d289" providerId="ADAL" clId="{B9FDC7BA-635E-42B2-933A-168D1F27EC4D}"/>
    <pc:docChg chg="undo custSel modSld sldOrd">
      <pc:chgData name="Graf Thomas, SCS-INI-NET-VNC-E2E" userId="487bc3e3-9ce7-4cdd-b7b4-8899ea88d289" providerId="ADAL" clId="{B9FDC7BA-635E-42B2-933A-168D1F27EC4D}" dt="2025-07-04T14:03:26.654" v="612" actId="20577"/>
      <pc:docMkLst>
        <pc:docMk/>
      </pc:docMkLst>
      <pc:sldChg chg="modSp mod">
        <pc:chgData name="Graf Thomas, SCS-INI-NET-VNC-E2E" userId="487bc3e3-9ce7-4cdd-b7b4-8899ea88d289" providerId="ADAL" clId="{B9FDC7BA-635E-42B2-933A-168D1F27EC4D}" dt="2025-07-04T13:30:45.479" v="4" actId="20577"/>
        <pc:sldMkLst>
          <pc:docMk/>
          <pc:sldMk cId="3578665336" sldId="1041"/>
        </pc:sldMkLst>
      </pc:sldChg>
      <pc:sldChg chg="modSp mod">
        <pc:chgData name="Graf Thomas, SCS-INI-NET-VNC-E2E" userId="487bc3e3-9ce7-4cdd-b7b4-8899ea88d289" providerId="ADAL" clId="{B9FDC7BA-635E-42B2-933A-168D1F27EC4D}" dt="2025-07-04T14:00:47.989" v="457" actId="948"/>
        <pc:sldMkLst>
          <pc:docMk/>
          <pc:sldMk cId="2070211887" sldId="1055"/>
        </pc:sldMkLst>
      </pc:sldChg>
      <pc:sldChg chg="modSp mod">
        <pc:chgData name="Graf Thomas, SCS-INI-NET-VNC-E2E" userId="487bc3e3-9ce7-4cdd-b7b4-8899ea88d289" providerId="ADAL" clId="{B9FDC7BA-635E-42B2-933A-168D1F27EC4D}" dt="2025-07-04T14:03:26.654" v="612" actId="20577"/>
        <pc:sldMkLst>
          <pc:docMk/>
          <pc:sldMk cId="696618838" sldId="1057"/>
        </pc:sldMkLst>
      </pc:sldChg>
      <pc:sldChg chg="addSp delSp modSp mod ord">
        <pc:chgData name="Graf Thomas, SCS-INI-NET-VNC-E2E" userId="487bc3e3-9ce7-4cdd-b7b4-8899ea88d289" providerId="ADAL" clId="{B9FDC7BA-635E-42B2-933A-168D1F27EC4D}" dt="2025-07-04T13:59:18.560" v="437" actId="108"/>
        <pc:sldMkLst>
          <pc:docMk/>
          <pc:sldMk cId="3900353875" sldId="10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05E9-673F-4AC4-B29E-A7B26F3B8523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C52A0-2F3F-497F-8536-39D60282E9C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7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512-1D3B-4B73-B042-476E6184E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8D7F-8149-41A1-BACA-3AE93B5E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F274-2081-4043-A760-EBE7873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4A492-DE76-49D9-B2D6-119D93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CCC-4F98-451F-BD3B-E72AFDCA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582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BDF6-FBD2-40AF-9486-BB4A908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614F-9AF2-40AF-A811-367A6AFA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B81-7873-4625-90C6-65B7D39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2558-7E3E-4F68-94CA-8F448DC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61FB-1357-46F5-903C-1994E98B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0C7-725B-4BFF-9522-83239C8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E1048-3DC5-4B9C-899F-DED6314A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BFD-FBBF-4914-87A2-F3A61F56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1A4-73D2-444B-9013-7EFE08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FB92-7142-4854-ACC6-4129F01E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03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6279-2318-4AD6-A5F8-75FAC2F4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583D-F808-46BC-A112-FEA6430F4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A202-30E0-43D7-8764-65A6F84F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1E6B-307F-487A-ACE7-95C6B65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F60B-CB79-4100-B5DF-1E9EA55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C06A-1F3A-41DA-8ED0-F1B0534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37BF-12E0-4609-8885-BA3B6120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F202-5F12-4652-B24C-DE18E1A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7499-BB9D-474C-80E4-FBDD9AF9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8ABCD-03D9-487D-A401-5C46542B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0E7B8-775C-4651-8505-06EEF69C7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55546-7C7E-4AE1-B224-70E058A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DA8F-0A89-45FF-A3CC-8973287C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632D-9625-4B76-A006-24C009E1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0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4D9-592C-47DB-A38B-6773D38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8F040-BDDF-4877-8526-169F2DA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B3BB-C496-4AF5-8EB6-7559F47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E77DB-3A65-40BB-95CE-131D701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93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6202C-9526-41D5-A80B-2DF28967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B588-08C7-4A6C-AB92-AA66E93D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35E7-88C8-4D96-B785-776340A7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8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2E0B-BAAE-488E-8A9B-5E2F97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22BD-ADB1-4F08-B9D6-E993F811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9BCF-9547-4664-BC89-023CF460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46FE1-476B-4893-8CD9-264AC9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B88A-2D78-46C2-BBA5-A7E4B6C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D13-0D0A-4531-9C78-280B192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895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2F91-0DE7-463A-B320-CFD88985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AE06-08B0-40A8-8F3E-C20E266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C7CF-A958-437D-97CD-D3E81DB9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DCF7-E5CF-40ED-9C23-5F54FB7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98A1-F516-4BF3-A1DB-EFB3FD80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CE8FE-0171-448F-8772-43B1E412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2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866-2D41-48BC-9DC3-7FEE77BA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7519-4E02-40D8-8B6A-3A512977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31AF6-5DD6-4C3B-B500-F46F75D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92F3-29F5-4955-B2D5-391EC52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107A-54F3-441F-911A-3CD57FD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9AB2-2AB2-43A7-8656-1622691F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61E9-F971-441C-8CE6-36B5044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5765-AAA1-4EBA-9889-B58751F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60DF-246C-4E18-B36B-09227336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5E4A-A865-4DAD-8AEC-EE7D584D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91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DFDE9-18F4-48C4-A401-3E984B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C9F2-47EC-46EF-9DAA-721B9E5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DCEB-FFB0-4E16-B62A-C5FBA3476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238C-2335-4007-98C9-471C02CC43B6}" type="datetimeFigureOut">
              <a:rPr lang="de-CH" smtClean="0"/>
              <a:t>14.07.2026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2CA-B967-43BF-81A8-8AE258386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7793-ADCE-4178-B0C6-9992EC74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u.int/rec/T-REC-G.984.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tracker.ietf.org/doc/html/rfc7015" TargetMode="External"/><Relationship Id="rId5" Type="http://schemas.openxmlformats.org/officeDocument/2006/relationships/hyperlink" Target="https://datatracker.ietf.org/doc/html/rfc7012" TargetMode="External"/><Relationship Id="rId4" Type="http://schemas.openxmlformats.org/officeDocument/2006/relationships/hyperlink" Target="https://datatracker.ietf.org/doc/html/rfc701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u.int/rec/T-REC-G.9804.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tracker.ietf.org/doc/html/rfc7015" TargetMode="External"/><Relationship Id="rId5" Type="http://schemas.openxmlformats.org/officeDocument/2006/relationships/hyperlink" Target="https://datatracker.ietf.org/doc/html/rfc7012" TargetMode="External"/><Relationship Id="rId4" Type="http://schemas.openxmlformats.org/officeDocument/2006/relationships/hyperlink" Target="https://datatracker.ietf.org/doc/html/rfc701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a.org/assignments/ipfix/ipfix.xhtml" TargetMode="External"/><Relationship Id="rId2" Type="http://schemas.openxmlformats.org/officeDocument/2006/relationships/hyperlink" Target="https://www.itu.int/rec/T-REC-G.984.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C26208B2-0D10-4C23-B2DE-372A62E98644}"/>
              </a:ext>
            </a:extLst>
          </p:cNvPr>
          <p:cNvSpPr txBox="1">
            <a:spLocks/>
          </p:cNvSpPr>
          <p:nvPr/>
        </p:nvSpPr>
        <p:spPr>
          <a:xfrm>
            <a:off x="1596270" y="1365772"/>
            <a:ext cx="10010513" cy="323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Export of Gigabit Passive Optical Network Encapsulation Mode in IPFIX</a:t>
            </a:r>
            <a:br>
              <a:rPr lang="en-US" sz="3600" b="1" dirty="0"/>
            </a:br>
            <a:r>
              <a:rPr lang="en-US" sz="2800" dirty="0"/>
              <a:t>draft-</a:t>
            </a:r>
            <a:r>
              <a:rPr lang="en-US" sz="2800" dirty="0" err="1"/>
              <a:t>netana</a:t>
            </a:r>
            <a:r>
              <a:rPr lang="en-US" sz="2800" dirty="0"/>
              <a:t>-opsawg-</a:t>
            </a:r>
            <a:r>
              <a:rPr lang="en-US" sz="2800" dirty="0" err="1"/>
              <a:t>ipfix</a:t>
            </a:r>
            <a:r>
              <a:rPr lang="en-US" sz="2800" dirty="0"/>
              <a:t>-</a:t>
            </a:r>
            <a:r>
              <a:rPr lang="en-US" sz="2800" dirty="0" err="1"/>
              <a:t>gpon</a:t>
            </a:r>
            <a:r>
              <a:rPr lang="en-US" sz="2800" dirty="0"/>
              <a:t>-gem</a:t>
            </a:r>
          </a:p>
          <a:p>
            <a:endParaRPr lang="en-US" sz="2200" b="1" dirty="0"/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Enabling </a:t>
            </a:r>
            <a:r>
              <a:rPr lang="en-US" sz="2800" b="1" dirty="0">
                <a:solidFill>
                  <a:srgbClr val="FF0000"/>
                </a:solidFill>
              </a:rPr>
              <a:t>data plane visibility 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in passive optical transport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of the optical distribution network in broadband access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3057C-339A-4254-8994-8EB77B8B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2200" smtClean="0"/>
              <a:t>1</a:t>
            </a:fld>
            <a:endParaRPr lang="de-CH" sz="2200" dirty="0"/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5317E9BA-6AEC-4D14-B133-97378590FE3C}"/>
              </a:ext>
            </a:extLst>
          </p:cNvPr>
          <p:cNvSpPr txBox="1">
            <a:spLocks/>
          </p:cNvSpPr>
          <p:nvPr/>
        </p:nvSpPr>
        <p:spPr>
          <a:xfrm>
            <a:off x="838200" y="5311833"/>
            <a:ext cx="11163943" cy="104980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</a:pPr>
            <a:r>
              <a:rPr lang="de-CH" sz="3800" b="1" dirty="0">
                <a:latin typeface="+mj-lt"/>
              </a:rPr>
              <a:t>thomas.graf@swisscom.com</a:t>
            </a: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zhenghaomian@huawei.com</a:t>
            </a:r>
          </a:p>
          <a:p>
            <a:pPr marL="0" indent="0" algn="r">
              <a:spcBef>
                <a:spcPts val="300"/>
              </a:spcBef>
              <a:buNone/>
            </a:pPr>
            <a:endParaRPr lang="de-CH" sz="38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15. </a:t>
            </a:r>
            <a:r>
              <a:rPr lang="de-CH" sz="3800" dirty="0" err="1">
                <a:latin typeface="+mj-lt"/>
                <a:ea typeface="+mj-ea"/>
                <a:cs typeface="+mj-cs"/>
              </a:rPr>
              <a:t>July</a:t>
            </a:r>
            <a:r>
              <a:rPr lang="de-CH" sz="3800" dirty="0">
                <a:latin typeface="+mj-lt"/>
              </a:rPr>
              <a:t> 2026</a:t>
            </a:r>
          </a:p>
          <a:p>
            <a:pPr algn="r"/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357866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620D14-7A0F-B94B-87AD-2E98D67E3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065" y="1825625"/>
            <a:ext cx="6296904" cy="23815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Export of GPON Encapsulation Mode in IPFIX</a:t>
            </a:r>
            <a:br>
              <a:rPr lang="en-US" dirty="0"/>
            </a:b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ITU-T G.984.3 defines the GEM transmission convergence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1639" cy="4351338"/>
          </a:xfrm>
        </p:spPr>
        <p:txBody>
          <a:bodyPr>
            <a:noAutofit/>
          </a:bodyPr>
          <a:lstStyle/>
          <a:p>
            <a:r>
              <a:rPr lang="en-US" sz="1700" dirty="0">
                <a:hlinkClick r:id="rId3"/>
              </a:rPr>
              <a:t>ITU-T G.984.3 </a:t>
            </a:r>
            <a:r>
              <a:rPr lang="en-US" sz="1700" dirty="0"/>
              <a:t>defines the GEM transmission convergence layer.</a:t>
            </a:r>
          </a:p>
          <a:p>
            <a:r>
              <a:rPr lang="en-US" sz="1700" dirty="0"/>
              <a:t>Figure 8-11 in Section 8.3.1 shows the GEM header. </a:t>
            </a:r>
          </a:p>
          <a:p>
            <a:r>
              <a:rPr lang="en-US" sz="1700" dirty="0"/>
              <a:t>The GEM header contains the payload length indicator (PLI), Port-ID, payload type indicator (PTI) and a 13-bit header error control (HEC) field.</a:t>
            </a:r>
          </a:p>
          <a:p>
            <a:r>
              <a:rPr lang="en-US" sz="1700" dirty="0">
                <a:solidFill>
                  <a:srgbClr val="FF0000"/>
                </a:solidFill>
              </a:rPr>
              <a:t>Red marked </a:t>
            </a:r>
            <a:r>
              <a:rPr lang="en-US" sz="1700" dirty="0"/>
              <a:t>highlights the GEM Port-ID and PTI which is of interest to account frames and bytes in IPFIX [</a:t>
            </a:r>
            <a:r>
              <a:rPr lang="en-US" sz="1700" dirty="0">
                <a:hlinkClick r:id="rId4"/>
              </a:rPr>
              <a:t>RFC 7011</a:t>
            </a:r>
            <a:r>
              <a:rPr lang="en-US" sz="1700" dirty="0"/>
              <a:t>], [</a:t>
            </a:r>
            <a:r>
              <a:rPr lang="en-US" sz="1700" dirty="0">
                <a:hlinkClick r:id="rId5"/>
              </a:rPr>
              <a:t>RFC 7012</a:t>
            </a:r>
            <a:r>
              <a:rPr lang="en-US" sz="1700" dirty="0"/>
              <a:t>] and [</a:t>
            </a:r>
            <a:r>
              <a:rPr lang="en-US" sz="1700" dirty="0">
                <a:hlinkClick r:id="rId6"/>
              </a:rPr>
              <a:t>RFC 7015</a:t>
            </a:r>
            <a:r>
              <a:rPr lang="en-US" sz="1700" dirty="0"/>
              <a:t>].</a:t>
            </a:r>
          </a:p>
          <a:p>
            <a:r>
              <a:rPr lang="en-US" sz="1700" dirty="0"/>
              <a:t>Payload length indicator (PLI) and header error control (HEC) are for tracing and debugging purposes interesting but not relevant for accounting. Therefore, excluded from IPFIX. 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4D0044F8-1C12-4A59-883A-7B56B937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800" y="6362700"/>
            <a:ext cx="414338" cy="365125"/>
          </a:xfrm>
        </p:spPr>
        <p:txBody>
          <a:bodyPr/>
          <a:lstStyle/>
          <a:p>
            <a:fld id="{FC4AC485-25DE-431E-B345-9C0A15BB7F8A}" type="slidenum">
              <a:rPr lang="en-US" sz="2200" smtClean="0"/>
              <a:t>2</a:t>
            </a:fld>
            <a:endParaRPr lang="en-US" sz="2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625ECD-D3E3-440D-B425-0B3432C16578}"/>
              </a:ext>
            </a:extLst>
          </p:cNvPr>
          <p:cNvSpPr/>
          <p:nvPr/>
        </p:nvSpPr>
        <p:spPr>
          <a:xfrm>
            <a:off x="7228936" y="3077473"/>
            <a:ext cx="2268747" cy="5305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7FFDC-F759-434D-B3B9-9F996178A9F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227608" y="3342736"/>
            <a:ext cx="200132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46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E483-4444-B281-8D94-F61BA587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F0842F-B0F8-C47E-9924-4E1CC1A5E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940" y="1825625"/>
            <a:ext cx="5581154" cy="23815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79E7AC-6D71-6374-8E36-8D5230AC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76769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Export of GPON Encapsulation Mode in IPFIX</a:t>
            </a:r>
            <a:br>
              <a:rPr lang="en-US" dirty="0"/>
            </a:b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ITU-T G.9804.2 defines the </a:t>
            </a:r>
            <a:r>
              <a:rPr lang="de-CH" sz="3600" dirty="0">
                <a:solidFill>
                  <a:srgbClr val="FF0000"/>
                </a:solidFill>
              </a:rPr>
              <a:t>X</a:t>
            </a:r>
            <a:r>
              <a:rPr lang="de-CH" sz="3600" dirty="0">
                <a:solidFill>
                  <a:schemeClr val="bg2">
                    <a:lumMod val="75000"/>
                  </a:schemeClr>
                </a:solidFill>
              </a:rPr>
              <a:t>GEM 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transmission convergence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77EBB-5419-E883-56B6-E5C383C7C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1639" cy="4351338"/>
          </a:xfrm>
        </p:spPr>
        <p:txBody>
          <a:bodyPr>
            <a:noAutofit/>
          </a:bodyPr>
          <a:lstStyle/>
          <a:p>
            <a:r>
              <a:rPr lang="en-US" sz="1700" dirty="0">
                <a:hlinkClick r:id="rId3"/>
              </a:rPr>
              <a:t>ITU-T G.9804.2 </a:t>
            </a:r>
            <a:r>
              <a:rPr lang="en-US" sz="1700" dirty="0"/>
              <a:t>defines the XGEM transmission convergence layer.</a:t>
            </a:r>
          </a:p>
          <a:p>
            <a:r>
              <a:rPr lang="en-US" sz="1700" dirty="0"/>
              <a:t>Figure 8-11 in Section 9.1.2 shows the XGEM header. </a:t>
            </a:r>
          </a:p>
          <a:p>
            <a:r>
              <a:rPr lang="en-US" sz="1700" dirty="0"/>
              <a:t>The XGEM header contains the payload length indicator (PLI), Key index, Port-ID, Options, Last Fragment (LF) and Hybrid error correction (HEC).</a:t>
            </a:r>
          </a:p>
          <a:p>
            <a:r>
              <a:rPr lang="en-US" sz="1700" dirty="0">
                <a:solidFill>
                  <a:srgbClr val="FF0000"/>
                </a:solidFill>
              </a:rPr>
              <a:t>Red marked </a:t>
            </a:r>
            <a:r>
              <a:rPr lang="en-US" sz="1700" dirty="0"/>
              <a:t>highlights the GEM Port-ID which is of interest to account frames and bytes in IPFIX [</a:t>
            </a:r>
            <a:r>
              <a:rPr lang="en-US" sz="1700" dirty="0">
                <a:hlinkClick r:id="rId4"/>
              </a:rPr>
              <a:t>RFC 7011</a:t>
            </a:r>
            <a:r>
              <a:rPr lang="en-US" sz="1700" dirty="0"/>
              <a:t>], [</a:t>
            </a:r>
            <a:r>
              <a:rPr lang="en-US" sz="1700" dirty="0">
                <a:hlinkClick r:id="rId5"/>
              </a:rPr>
              <a:t>RFC 7012</a:t>
            </a:r>
            <a:r>
              <a:rPr lang="en-US" sz="1700" dirty="0"/>
              <a:t>] and [</a:t>
            </a:r>
            <a:r>
              <a:rPr lang="en-US" sz="1700" dirty="0">
                <a:hlinkClick r:id="rId6"/>
              </a:rPr>
              <a:t>RFC 7015</a:t>
            </a:r>
            <a:r>
              <a:rPr lang="en-US" sz="1700" dirty="0"/>
              <a:t>].</a:t>
            </a:r>
          </a:p>
          <a:p>
            <a:r>
              <a:rPr lang="en-US" sz="1700" dirty="0"/>
              <a:t>Payload length indicator (PLI), key index, options, last fragment and header error control (HEC) are for tracing and debugging purposes interesting but not relevant for accounting. Therefore, excluded from IPFIX. 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FE1BD4C0-16E0-CBA0-AF8D-38DC2EAB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800" y="6362700"/>
            <a:ext cx="414338" cy="365125"/>
          </a:xfrm>
        </p:spPr>
        <p:txBody>
          <a:bodyPr/>
          <a:lstStyle/>
          <a:p>
            <a:fld id="{FC4AC485-25DE-431E-B345-9C0A15BB7F8A}" type="slidenum">
              <a:rPr lang="en-US" sz="2200" smtClean="0"/>
              <a:t>3</a:t>
            </a:fld>
            <a:endParaRPr lang="en-US" sz="2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9625C5-7E9E-9B00-E855-0ACFC32BBFBB}"/>
              </a:ext>
            </a:extLst>
          </p:cNvPr>
          <p:cNvSpPr/>
          <p:nvPr/>
        </p:nvSpPr>
        <p:spPr>
          <a:xfrm>
            <a:off x="7587916" y="3232483"/>
            <a:ext cx="1138989" cy="3755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46F9A0-D876-9A8B-ECB5-124A98C3E8C9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429839" y="3420241"/>
            <a:ext cx="2158077" cy="875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68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Export of GPON Encapsulation Mode in IPFIX</a:t>
            </a:r>
            <a:br>
              <a:rPr lang="en-US" dirty="0"/>
            </a:b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draft-</a:t>
            </a:r>
            <a:r>
              <a:rPr lang="en-US" sz="3600" dirty="0" err="1">
                <a:solidFill>
                  <a:schemeClr val="bg2">
                    <a:lumMod val="75000"/>
                  </a:schemeClr>
                </a:solidFill>
              </a:rPr>
              <a:t>netana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-opsawg-</a:t>
            </a:r>
            <a:r>
              <a:rPr lang="en-US" sz="3600" dirty="0" err="1">
                <a:solidFill>
                  <a:schemeClr val="bg2">
                    <a:lumMod val="75000"/>
                  </a:schemeClr>
                </a:solidFill>
              </a:rPr>
              <a:t>ipfix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-</a:t>
            </a:r>
            <a:r>
              <a:rPr lang="en-US" sz="3600" dirty="0" err="1">
                <a:solidFill>
                  <a:schemeClr val="bg2">
                    <a:lumMod val="75000"/>
                  </a:schemeClr>
                </a:solidFill>
              </a:rPr>
              <a:t>gpon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-gem defines IPFIX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1279" cy="4351338"/>
          </a:xfrm>
        </p:spPr>
        <p:txBody>
          <a:bodyPr>
            <a:noAutofit/>
          </a:bodyPr>
          <a:lstStyle/>
          <a:p>
            <a:pPr marL="228600" lvl="1">
              <a:spcBef>
                <a:spcPts val="600"/>
              </a:spcBef>
            </a:pPr>
            <a:r>
              <a:rPr lang="en-US" sz="1700" b="1" dirty="0"/>
              <a:t>5.1.1. </a:t>
            </a:r>
            <a:r>
              <a:rPr lang="en-US" sz="1700" b="1" dirty="0" err="1"/>
              <a:t>gponGemPti</a:t>
            </a:r>
            <a:endParaRPr lang="en-US" sz="1700" b="1" dirty="0"/>
          </a:p>
          <a:p>
            <a:pPr marL="274320" lvl="1" indent="0">
              <a:spcBef>
                <a:spcPts val="600"/>
              </a:spcBef>
              <a:buNone/>
            </a:pPr>
            <a:r>
              <a:rPr lang="en-US" sz="1200" dirty="0"/>
              <a:t>Name:		</a:t>
            </a:r>
            <a:r>
              <a:rPr lang="en-US" sz="1200" dirty="0" err="1"/>
              <a:t>gponGemPti</a:t>
            </a:r>
            <a:endParaRPr lang="en-US" sz="1200" dirty="0"/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 err="1"/>
              <a:t>ElementID</a:t>
            </a:r>
            <a:r>
              <a:rPr lang="en-US" sz="1200" dirty="0"/>
              <a:t>:	TBD1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Description:	Values for this Information Element are listed in 		the Section 8.3.1 of [</a:t>
            </a:r>
            <a:r>
              <a:rPr lang="en-US" sz="1200" dirty="0">
                <a:hlinkClick r:id="rId2"/>
              </a:rPr>
              <a:t>itu-g984-3</a:t>
            </a:r>
            <a:r>
              <a:rPr lang="en-US" sz="1200" dirty="0"/>
              <a:t>]. "G-PON 			Encapsulation Method PTI"  </a:t>
            </a:r>
            <a:r>
              <a:rPr lang="en-US" sz="1200" dirty="0" err="1"/>
              <a:t>subregistry</a:t>
            </a:r>
            <a:r>
              <a:rPr lang="en-US" sz="1200" dirty="0"/>
              <a:t>, see 			[</a:t>
            </a:r>
            <a:r>
              <a:rPr lang="en-US" sz="1200" dirty="0">
                <a:hlinkClick r:id="rId3"/>
              </a:rPr>
              <a:t>IANA-IPFIX</a:t>
            </a:r>
            <a:r>
              <a:rPr lang="en-US" sz="1200" dirty="0"/>
              <a:t>].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Abstract Data Type:	unsigned8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Data Type Semantics:	flags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Range:  		The valid range is 0-7.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Additional Information:	See the assigned types in [IPFIX G-PON content 		type list. Encapsulation Method PTI </a:t>
            </a:r>
            <a:r>
              <a:rPr lang="en-US" sz="1200" dirty="0" err="1"/>
              <a:t>Subregistry</a:t>
            </a:r>
            <a:r>
              <a:rPr lang="en-US" sz="1200" dirty="0"/>
              <a:t>]. 		The values encoded in the 3 least significant bits 		of the IE.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Reference:	[RFC-to-be]</a:t>
            </a:r>
          </a:p>
          <a:p>
            <a:pPr marL="228600" lvl="1">
              <a:spcBef>
                <a:spcPts val="1800"/>
              </a:spcBef>
            </a:pPr>
            <a:r>
              <a:rPr lang="en-US" sz="1700" b="1" dirty="0"/>
              <a:t>5.1.2. </a:t>
            </a:r>
            <a:r>
              <a:rPr lang="en-US" sz="1700" b="1" dirty="0" err="1"/>
              <a:t>gponGemPortId</a:t>
            </a:r>
            <a:endParaRPr lang="en-US" sz="1700" b="1" dirty="0"/>
          </a:p>
          <a:p>
            <a:pPr marL="274320" lvl="1" indent="0">
              <a:spcBef>
                <a:spcPts val="600"/>
              </a:spcBef>
              <a:buNone/>
            </a:pPr>
            <a:r>
              <a:rPr lang="en-US" sz="1200" dirty="0"/>
              <a:t>Name:		</a:t>
            </a:r>
            <a:r>
              <a:rPr lang="en-US" sz="1200" dirty="0" err="1"/>
              <a:t>gponGemPortId</a:t>
            </a:r>
            <a:endParaRPr lang="en-US" sz="1200" dirty="0"/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 err="1"/>
              <a:t>ElementID</a:t>
            </a:r>
            <a:r>
              <a:rPr lang="en-US" sz="1200" dirty="0"/>
              <a:t>:	TBD2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Description:	The 12-bit GEM Port-ID field defined in Section 		8.3.1 of [</a:t>
            </a:r>
            <a:r>
              <a:rPr lang="en-US" sz="1200" dirty="0">
                <a:hlinkClick r:id="rId2"/>
              </a:rPr>
              <a:t>itu-g984-3</a:t>
            </a:r>
            <a:r>
              <a:rPr lang="en-US" sz="1200" dirty="0"/>
              <a:t>] and </a:t>
            </a:r>
            <a:r>
              <a:rPr lang="en-US" sz="1200" dirty="0">
                <a:highlight>
                  <a:srgbClr val="FFFF00"/>
                </a:highlight>
              </a:rPr>
              <a:t>XGEM Port-ID field in 		Section 9.1.2 of [itu-g9804-2</a:t>
            </a:r>
            <a:r>
              <a:rPr lang="en-US" sz="1200" dirty="0"/>
              <a:t>].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Abstract Data Type:	unsigned16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Data Type Semantics:	identifier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Additional Information:	See Section 8.3.1 of [</a:t>
            </a:r>
            <a:r>
              <a:rPr lang="en-US" sz="1200" dirty="0">
                <a:hlinkClick r:id="rId2"/>
              </a:rPr>
              <a:t>itu-g984-3</a:t>
            </a:r>
            <a:r>
              <a:rPr lang="en-US" sz="1200" dirty="0"/>
              <a:t>] for the content 		type list.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200" dirty="0"/>
              <a:t>Reference:	[RFC-to-be]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4D0044F8-1C12-4A59-883A-7B56B937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800" y="6362700"/>
            <a:ext cx="414338" cy="365125"/>
          </a:xfrm>
        </p:spPr>
        <p:txBody>
          <a:bodyPr/>
          <a:lstStyle/>
          <a:p>
            <a:fld id="{FC4AC485-25DE-431E-B345-9C0A15BB7F8A}" type="slidenum">
              <a:rPr lang="en-US" sz="2200" smtClean="0"/>
              <a:t>4</a:t>
            </a:fld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A67E44-4CB2-413F-A406-1B459ECD3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54178"/>
            <a:ext cx="5912376" cy="359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11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Export of GPON Encapsulation Mode in IPFIX</a:t>
            </a:r>
            <a:br>
              <a:rPr lang="en-US" sz="3600" dirty="0"/>
            </a:b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Document Status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38375"/>
            <a:ext cx="11057314" cy="2940454"/>
          </a:xfrm>
        </p:spPr>
        <p:txBody>
          <a:bodyPr>
            <a:noAutofit/>
          </a:bodyPr>
          <a:lstStyle/>
          <a:p>
            <a:r>
              <a:rPr lang="en-US" sz="2300" dirty="0"/>
              <a:t>First document revision published on April 7th 2025 and presented at CCAMP.</a:t>
            </a:r>
          </a:p>
          <a:p>
            <a:r>
              <a:rPr lang="en-US" sz="2300" dirty="0"/>
              <a:t>Second revision includes review from Paul Aitken and IANA.</a:t>
            </a:r>
          </a:p>
          <a:p>
            <a:r>
              <a:rPr lang="en-US" sz="2300" dirty="0"/>
              <a:t>Adopted at OPSAWG September 2025. </a:t>
            </a:r>
          </a:p>
          <a:p>
            <a:r>
              <a:rPr lang="en-US" sz="2300" dirty="0"/>
              <a:t>Implementation on Huawei MA5800T-X17 verified at IETF hackathon 125.</a:t>
            </a:r>
          </a:p>
          <a:p>
            <a:r>
              <a:rPr lang="en-US" sz="2300" b="1" dirty="0"/>
              <a:t>Received review from </a:t>
            </a:r>
            <a:r>
              <a:rPr lang="en-US" sz="2300" b="1" dirty="0" err="1"/>
              <a:t>Chonfeng</a:t>
            </a:r>
            <a:r>
              <a:rPr lang="en-US" sz="2300" b="1" dirty="0"/>
              <a:t> Xie and Paul Aitken many thanks!</a:t>
            </a:r>
          </a:p>
          <a:p>
            <a:r>
              <a:rPr lang="en-US" sz="2300" b="1" dirty="0"/>
              <a:t>Addressed review from </a:t>
            </a:r>
            <a:r>
              <a:rPr lang="en-US" sz="2300" b="1" dirty="0" err="1"/>
              <a:t>Chonfeng</a:t>
            </a:r>
            <a:r>
              <a:rPr lang="en-US" sz="2300" b="1" dirty="0"/>
              <a:t> </a:t>
            </a:r>
            <a:r>
              <a:rPr lang="en-US" sz="2300" b="1" dirty="0">
                <a:solidFill>
                  <a:srgbClr val="FF0000"/>
                </a:solidFill>
              </a:rPr>
              <a:t>and working on addressing feedback from Paul</a:t>
            </a:r>
          </a:p>
          <a:p>
            <a:r>
              <a:rPr lang="en-US" sz="2300" b="1" dirty="0">
                <a:solidFill>
                  <a:srgbClr val="FF0000"/>
                </a:solidFill>
              </a:rPr>
              <a:t>Request working group last call.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0EC51CE-09A9-4E4B-B5C0-99570D63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800" y="6362700"/>
            <a:ext cx="414338" cy="365125"/>
          </a:xfrm>
        </p:spPr>
        <p:txBody>
          <a:bodyPr/>
          <a:lstStyle/>
          <a:p>
            <a:fld id="{FC4AC485-25DE-431E-B345-9C0A15BB7F8A}" type="slidenum">
              <a:rPr lang="en-US" sz="2200" smtClean="0"/>
              <a:t>5</a:t>
            </a:fld>
            <a:endParaRPr lang="en-US" sz="2200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6AA3D941-D070-4BAA-AE3C-0C1557C02C74}"/>
              </a:ext>
            </a:extLst>
          </p:cNvPr>
          <p:cNvSpPr txBox="1">
            <a:spLocks/>
          </p:cNvSpPr>
          <p:nvPr/>
        </p:nvSpPr>
        <p:spPr>
          <a:xfrm>
            <a:off x="838200" y="5311833"/>
            <a:ext cx="11163943" cy="104980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</a:pPr>
            <a:r>
              <a:rPr lang="de-CH" sz="3800" b="1" dirty="0">
                <a:latin typeface="+mj-lt"/>
              </a:rPr>
              <a:t>thomas.graf@swisscom.com</a:t>
            </a: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zhenghaomian@huawei.com</a:t>
            </a:r>
          </a:p>
          <a:p>
            <a:pPr marL="0" indent="0" algn="r">
              <a:spcBef>
                <a:spcPts val="300"/>
              </a:spcBef>
              <a:buNone/>
            </a:pPr>
            <a:endParaRPr lang="de-CH" sz="38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>
                <a:latin typeface="+mj-lt"/>
              </a:rPr>
              <a:t>15. </a:t>
            </a:r>
            <a:r>
              <a:rPr lang="de-CH" sz="3800" dirty="0" err="1">
                <a:latin typeface="+mj-lt"/>
                <a:ea typeface="+mj-ea"/>
                <a:cs typeface="+mj-cs"/>
              </a:rPr>
              <a:t>July</a:t>
            </a:r>
            <a:r>
              <a:rPr lang="de-CH" sz="3800" dirty="0">
                <a:latin typeface="+mj-lt"/>
              </a:rPr>
              <a:t> 2026</a:t>
            </a:r>
          </a:p>
          <a:p>
            <a:pPr algn="r"/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69661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627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Export of GPON Encapsulation Mode in IPFIX ITU-T G.984.3 defines the GEM transmission convergence layer</vt:lpstr>
      <vt:lpstr>Export of GPON Encapsulation Mode in IPFIX ITU-T G.9804.2 defines the XGEM transmission convergence layer</vt:lpstr>
      <vt:lpstr>Export of GPON Encapsulation Mode in IPFIX draft-netana-opsawg-ipfix-gpon-gem defines IPFIX entities</vt:lpstr>
      <vt:lpstr>Export of GPON Encapsulation Mode in IPFIX Document Status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</dc:title>
  <dc:creator>Graf Thomas, INI-ONE-WSN-DCF</dc:creator>
  <cp:lastModifiedBy>Graf Thomas, SCS-INI-NET-VNC-E2E</cp:lastModifiedBy>
  <cp:revision>112</cp:revision>
  <dcterms:created xsi:type="dcterms:W3CDTF">2019-11-29T14:22:02Z</dcterms:created>
  <dcterms:modified xsi:type="dcterms:W3CDTF">2026-07-15T04:16:13Z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1fccfb-80ca-4fe1-a574-1516544edb53_Enabled">
    <vt:lpwstr>true</vt:lpwstr>
  </property>
  <property fmtid="{D5CDD505-2E9C-101B-9397-08002B2CF9AE}" pid="3" name="MSIP_Label_2e1fccfb-80ca-4fe1-a574-1516544edb53_SetDate">
    <vt:lpwstr>2022-07-21T16:57:06Z</vt:lpwstr>
  </property>
  <property fmtid="{D5CDD505-2E9C-101B-9397-08002B2CF9AE}" pid="4" name="MSIP_Label_2e1fccfb-80ca-4fe1-a574-1516544edb53_Method">
    <vt:lpwstr>Standard</vt:lpwstr>
  </property>
  <property fmtid="{D5CDD505-2E9C-101B-9397-08002B2CF9AE}" pid="5" name="MSIP_Label_2e1fccfb-80ca-4fe1-a574-1516544edb53_Name">
    <vt:lpwstr>C2 Internal</vt:lpwstr>
  </property>
  <property fmtid="{D5CDD505-2E9C-101B-9397-08002B2CF9AE}" pid="6" name="MSIP_Label_2e1fccfb-80ca-4fe1-a574-1516544edb53_SiteId">
    <vt:lpwstr>364e5b87-c1c7-420d-9bee-c35d19b557a1</vt:lpwstr>
  </property>
  <property fmtid="{D5CDD505-2E9C-101B-9397-08002B2CF9AE}" pid="7" name="MSIP_Label_2e1fccfb-80ca-4fe1-a574-1516544edb53_ActionId">
    <vt:lpwstr>f20e7325-fc30-45a7-a02f-991797c0d813</vt:lpwstr>
  </property>
  <property fmtid="{D5CDD505-2E9C-101B-9397-08002B2CF9AE}" pid="8" name="MSIP_Label_2e1fccfb-80ca-4fe1-a574-1516544edb53_ContentBits">
    <vt:lpwstr>0</vt:lpwstr>
  </property>
  <property fmtid="{D5CDD505-2E9C-101B-9397-08002B2CF9AE}" pid="9" name="Sensitivity">
    <vt:lpwstr>C2 General</vt:lpwstr>
  </property>
</Properties>
</file>