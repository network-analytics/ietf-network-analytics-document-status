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7" r:id="rId2"/>
    <p:sldId id="258" r:id="rId3"/>
    <p:sldId id="259" r:id="rId4"/>
    <p:sldId id="261" r:id="rId5"/>
    <p:sldId id="262" r:id="rId6"/>
    <p:sldId id="263" r:id="rId7"/>
    <p:sldId id="264" r:id="rId8"/>
    <p:sldId id="265" r:id="rId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9E78C1-B375-4B9A-B859-AF30D881EC28}" v="55" dt="2026-07-16T16:53:52.99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79" autoAdjust="0"/>
    <p:restoredTop sz="86438" autoAdjust="0"/>
  </p:normalViewPr>
  <p:slideViewPr>
    <p:cSldViewPr snapToGrid="0">
      <p:cViewPr varScale="1">
        <p:scale>
          <a:sx n="82" d="100"/>
          <a:sy n="82" d="100"/>
        </p:scale>
        <p:origin x="619"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UCADAIR Mohamed INNOV/NET" userId="2acbca90-6db1-4111-98c4-832797dda751" providerId="ADAL" clId="{CA43D1E4-74F3-4442-A00E-946051554002}"/>
    <pc:docChg chg="custSel modSld">
      <pc:chgData name="BOUCADAIR Mohamed INNOV/NET" userId="2acbca90-6db1-4111-98c4-832797dda751" providerId="ADAL" clId="{CA43D1E4-74F3-4442-A00E-946051554002}" dt="2025-10-21T09:19:00.166" v="45" actId="5793"/>
      <pc:docMkLst>
        <pc:docMk/>
      </pc:docMkLst>
      <pc:sldChg chg="modSp mod">
        <pc:chgData name="BOUCADAIR Mohamed INNOV/NET" userId="2acbca90-6db1-4111-98c4-832797dda751" providerId="ADAL" clId="{CA43D1E4-74F3-4442-A00E-946051554002}" dt="2025-10-21T09:19:00.166" v="45" actId="5793"/>
        <pc:sldMkLst>
          <pc:docMk/>
          <pc:sldMk cId="132822887" sldId="257"/>
        </pc:sldMkLst>
      </pc:sldChg>
    </pc:docChg>
  </pc:docChgLst>
  <pc:docChgLst>
    <pc:chgData name="BOUCADAIR Mohamed INNOV/NET" userId="2acbca90-6db1-4111-98c4-832797dda751" providerId="ADAL" clId="{A64BD271-A47C-4266-84F7-4325E25623CE}"/>
    <pc:docChg chg="custSel modSld">
      <pc:chgData name="BOUCADAIR Mohamed INNOV/NET" userId="2acbca90-6db1-4111-98c4-832797dda751" providerId="ADAL" clId="{A64BD271-A47C-4266-84F7-4325E25623CE}" dt="2026-06-17T14:23:17.706" v="6" actId="20577"/>
      <pc:docMkLst>
        <pc:docMk/>
      </pc:docMkLst>
      <pc:sldChg chg="modSp mod">
        <pc:chgData name="BOUCADAIR Mohamed INNOV/NET" userId="2acbca90-6db1-4111-98c4-832797dda751" providerId="ADAL" clId="{A64BD271-A47C-4266-84F7-4325E25623CE}" dt="2026-06-17T14:23:17.706" v="6" actId="20577"/>
        <pc:sldMkLst>
          <pc:docMk/>
          <pc:sldMk cId="132822887" sldId="257"/>
        </pc:sldMkLst>
        <pc:spChg chg="mod">
          <ac:chgData name="BOUCADAIR Mohamed INNOV/NET" userId="2acbca90-6db1-4111-98c4-832797dda751" providerId="ADAL" clId="{A64BD271-A47C-4266-84F7-4325E25623CE}" dt="2026-06-17T14:23:17.706" v="6" actId="20577"/>
          <ac:spMkLst>
            <pc:docMk/>
            <pc:sldMk cId="132822887" sldId="257"/>
            <ac:spMk id="5" creationId="{CBE55EBD-1B16-433A-2B82-E65DC5EA1A56}"/>
          </ac:spMkLst>
        </pc:spChg>
      </pc:sldChg>
    </pc:docChg>
  </pc:docChgLst>
  <pc:docChgLst>
    <pc:chgData name="Graf Thomas, SCS-INI-NET-VNC-E2E" userId="487bc3e3-9ce7-4cdd-b7b4-8899ea88d289" providerId="ADAL" clId="{ADEEF08A-D719-4B50-A383-4105EDA2C206}"/>
    <pc:docChg chg="undo custSel addSld delSld modSld sldOrd">
      <pc:chgData name="Graf Thomas, SCS-INI-NET-VNC-E2E" userId="487bc3e3-9ce7-4cdd-b7b4-8899ea88d289" providerId="ADAL" clId="{ADEEF08A-D719-4B50-A383-4105EDA2C206}" dt="2026-07-17T06:37:23.872" v="3619" actId="27636"/>
      <pc:docMkLst>
        <pc:docMk/>
      </pc:docMkLst>
      <pc:sldChg chg="addSp delSp modSp mod">
        <pc:chgData name="Graf Thomas, SCS-INI-NET-VNC-E2E" userId="487bc3e3-9ce7-4cdd-b7b4-8899ea88d289" providerId="ADAL" clId="{ADEEF08A-D719-4B50-A383-4105EDA2C206}" dt="2026-07-17T06:34:52.008" v="3613" actId="255"/>
        <pc:sldMkLst>
          <pc:docMk/>
          <pc:sldMk cId="132822887" sldId="257"/>
        </pc:sldMkLst>
        <pc:spChg chg="mod">
          <ac:chgData name="Graf Thomas, SCS-INI-NET-VNC-E2E" userId="487bc3e3-9ce7-4cdd-b7b4-8899ea88d289" providerId="ADAL" clId="{ADEEF08A-D719-4B50-A383-4105EDA2C206}" dt="2026-07-16T16:17:31.512" v="1176" actId="207"/>
          <ac:spMkLst>
            <pc:docMk/>
            <pc:sldMk cId="132822887" sldId="257"/>
            <ac:spMk id="2" creationId="{6841F4A8-32C7-087F-ADC5-EC992FA45176}"/>
          </ac:spMkLst>
        </pc:spChg>
        <pc:spChg chg="del mod">
          <ac:chgData name="Graf Thomas, SCS-INI-NET-VNC-E2E" userId="487bc3e3-9ce7-4cdd-b7b4-8899ea88d289" providerId="ADAL" clId="{ADEEF08A-D719-4B50-A383-4105EDA2C206}" dt="2026-07-16T16:01:53.011" v="204" actId="478"/>
          <ac:spMkLst>
            <pc:docMk/>
            <pc:sldMk cId="132822887" sldId="257"/>
            <ac:spMk id="3" creationId="{5082E14F-0499-0D67-CCEB-98C164D73BB5}"/>
          </ac:spMkLst>
        </pc:spChg>
        <pc:spChg chg="add mod">
          <ac:chgData name="Graf Thomas, SCS-INI-NET-VNC-E2E" userId="487bc3e3-9ce7-4cdd-b7b4-8899ea88d289" providerId="ADAL" clId="{ADEEF08A-D719-4B50-A383-4105EDA2C206}" dt="2026-07-17T06:34:52.008" v="3613" actId="255"/>
          <ac:spMkLst>
            <pc:docMk/>
            <pc:sldMk cId="132822887" sldId="257"/>
            <ac:spMk id="7" creationId="{248D66F8-6806-57F6-0160-5489F3BAE6A5}"/>
          </ac:spMkLst>
        </pc:spChg>
      </pc:sldChg>
      <pc:sldChg chg="modSp add mod">
        <pc:chgData name="Graf Thomas, SCS-INI-NET-VNC-E2E" userId="487bc3e3-9ce7-4cdd-b7b4-8899ea88d289" providerId="ADAL" clId="{ADEEF08A-D719-4B50-A383-4105EDA2C206}" dt="2026-07-17T06:37:23.872" v="3619" actId="27636"/>
        <pc:sldMkLst>
          <pc:docMk/>
          <pc:sldMk cId="1240641244" sldId="258"/>
        </pc:sldMkLst>
        <pc:spChg chg="mod">
          <ac:chgData name="Graf Thomas, SCS-INI-NET-VNC-E2E" userId="487bc3e3-9ce7-4cdd-b7b4-8899ea88d289" providerId="ADAL" clId="{ADEEF08A-D719-4B50-A383-4105EDA2C206}" dt="2026-07-16T16:18:16.643" v="1275" actId="20577"/>
          <ac:spMkLst>
            <pc:docMk/>
            <pc:sldMk cId="1240641244" sldId="258"/>
            <ac:spMk id="2" creationId="{8E81B28E-AA75-415B-152A-A811333D7DA5}"/>
          </ac:spMkLst>
        </pc:spChg>
        <pc:spChg chg="mod">
          <ac:chgData name="Graf Thomas, SCS-INI-NET-VNC-E2E" userId="487bc3e3-9ce7-4cdd-b7b4-8899ea88d289" providerId="ADAL" clId="{ADEEF08A-D719-4B50-A383-4105EDA2C206}" dt="2026-07-17T06:37:23.872" v="3619" actId="27636"/>
          <ac:spMkLst>
            <pc:docMk/>
            <pc:sldMk cId="1240641244" sldId="258"/>
            <ac:spMk id="7" creationId="{8C7D807F-11E5-B824-6B59-63243D338B51}"/>
          </ac:spMkLst>
        </pc:spChg>
      </pc:sldChg>
      <pc:sldChg chg="modSp add mod">
        <pc:chgData name="Graf Thomas, SCS-INI-NET-VNC-E2E" userId="487bc3e3-9ce7-4cdd-b7b4-8899ea88d289" providerId="ADAL" clId="{ADEEF08A-D719-4B50-A383-4105EDA2C206}" dt="2026-07-16T16:40:42.219" v="1676" actId="113"/>
        <pc:sldMkLst>
          <pc:docMk/>
          <pc:sldMk cId="462324294" sldId="259"/>
        </pc:sldMkLst>
        <pc:spChg chg="mod">
          <ac:chgData name="Graf Thomas, SCS-INI-NET-VNC-E2E" userId="487bc3e3-9ce7-4cdd-b7b4-8899ea88d289" providerId="ADAL" clId="{ADEEF08A-D719-4B50-A383-4105EDA2C206}" dt="2026-07-16T16:39:08.112" v="1659" actId="20577"/>
          <ac:spMkLst>
            <pc:docMk/>
            <pc:sldMk cId="462324294" sldId="259"/>
            <ac:spMk id="2" creationId="{0BA507DB-6C51-AFE1-A8EF-54CF63C7998B}"/>
          </ac:spMkLst>
        </pc:spChg>
        <pc:spChg chg="mod">
          <ac:chgData name="Graf Thomas, SCS-INI-NET-VNC-E2E" userId="487bc3e3-9ce7-4cdd-b7b4-8899ea88d289" providerId="ADAL" clId="{ADEEF08A-D719-4B50-A383-4105EDA2C206}" dt="2026-07-16T16:40:42.219" v="1676" actId="113"/>
          <ac:spMkLst>
            <pc:docMk/>
            <pc:sldMk cId="462324294" sldId="259"/>
            <ac:spMk id="7" creationId="{0B41CFE9-4AE3-BEE4-5A10-AA81557BC79D}"/>
          </ac:spMkLst>
        </pc:spChg>
      </pc:sldChg>
      <pc:sldChg chg="modSp add del mod">
        <pc:chgData name="Graf Thomas, SCS-INI-NET-VNC-E2E" userId="487bc3e3-9ce7-4cdd-b7b4-8899ea88d289" providerId="ADAL" clId="{ADEEF08A-D719-4B50-A383-4105EDA2C206}" dt="2026-07-16T16:40:14.069" v="1674" actId="47"/>
        <pc:sldMkLst>
          <pc:docMk/>
          <pc:sldMk cId="2836864743" sldId="260"/>
        </pc:sldMkLst>
        <pc:spChg chg="mod">
          <ac:chgData name="Graf Thomas, SCS-INI-NET-VNC-E2E" userId="487bc3e3-9ce7-4cdd-b7b4-8899ea88d289" providerId="ADAL" clId="{ADEEF08A-D719-4B50-A383-4105EDA2C206}" dt="2026-07-16T16:39:14.299" v="1661" actId="20577"/>
          <ac:spMkLst>
            <pc:docMk/>
            <pc:sldMk cId="2836864743" sldId="260"/>
            <ac:spMk id="2" creationId="{C4C30B76-60F9-3301-29F3-1DB3B7EB2972}"/>
          </ac:spMkLst>
        </pc:spChg>
        <pc:spChg chg="mod">
          <ac:chgData name="Graf Thomas, SCS-INI-NET-VNC-E2E" userId="487bc3e3-9ce7-4cdd-b7b4-8899ea88d289" providerId="ADAL" clId="{ADEEF08A-D719-4B50-A383-4105EDA2C206}" dt="2026-07-16T16:39:55.062" v="1668" actId="21"/>
          <ac:spMkLst>
            <pc:docMk/>
            <pc:sldMk cId="2836864743" sldId="260"/>
            <ac:spMk id="7" creationId="{8AC4F278-38F1-636D-8E09-14E175E1395C}"/>
          </ac:spMkLst>
        </pc:spChg>
      </pc:sldChg>
      <pc:sldChg chg="modSp add mod">
        <pc:chgData name="Graf Thomas, SCS-INI-NET-VNC-E2E" userId="487bc3e3-9ce7-4cdd-b7b4-8899ea88d289" providerId="ADAL" clId="{ADEEF08A-D719-4B50-A383-4105EDA2C206}" dt="2026-07-16T16:51:30.031" v="1831" actId="20577"/>
        <pc:sldMkLst>
          <pc:docMk/>
          <pc:sldMk cId="2444596887" sldId="261"/>
        </pc:sldMkLst>
        <pc:spChg chg="mod">
          <ac:chgData name="Graf Thomas, SCS-INI-NET-VNC-E2E" userId="487bc3e3-9ce7-4cdd-b7b4-8899ea88d289" providerId="ADAL" clId="{ADEEF08A-D719-4B50-A383-4105EDA2C206}" dt="2026-07-16T16:39:49.005" v="1667" actId="20577"/>
          <ac:spMkLst>
            <pc:docMk/>
            <pc:sldMk cId="2444596887" sldId="261"/>
            <ac:spMk id="2" creationId="{F9ACB641-0717-8896-2F8B-778EB5D2292B}"/>
          </ac:spMkLst>
        </pc:spChg>
        <pc:spChg chg="mod">
          <ac:chgData name="Graf Thomas, SCS-INI-NET-VNC-E2E" userId="487bc3e3-9ce7-4cdd-b7b4-8899ea88d289" providerId="ADAL" clId="{ADEEF08A-D719-4B50-A383-4105EDA2C206}" dt="2026-07-16T16:51:30.031" v="1831" actId="20577"/>
          <ac:spMkLst>
            <pc:docMk/>
            <pc:sldMk cId="2444596887" sldId="261"/>
            <ac:spMk id="7" creationId="{F68745F3-F0E9-00F5-F0D0-8A26EE30034C}"/>
          </ac:spMkLst>
        </pc:spChg>
      </pc:sldChg>
      <pc:sldChg chg="modSp add mod ord">
        <pc:chgData name="Graf Thomas, SCS-INI-NET-VNC-E2E" userId="487bc3e3-9ce7-4cdd-b7b4-8899ea88d289" providerId="ADAL" clId="{ADEEF08A-D719-4B50-A383-4105EDA2C206}" dt="2026-07-17T06:23:48.713" v="2668" actId="20577"/>
        <pc:sldMkLst>
          <pc:docMk/>
          <pc:sldMk cId="2139218905" sldId="262"/>
        </pc:sldMkLst>
        <pc:spChg chg="mod">
          <ac:chgData name="Graf Thomas, SCS-INI-NET-VNC-E2E" userId="487bc3e3-9ce7-4cdd-b7b4-8899ea88d289" providerId="ADAL" clId="{ADEEF08A-D719-4B50-A383-4105EDA2C206}" dt="2026-07-16T16:57:07.769" v="2019" actId="5793"/>
          <ac:spMkLst>
            <pc:docMk/>
            <pc:sldMk cId="2139218905" sldId="262"/>
            <ac:spMk id="2" creationId="{EA14A787-FCF0-118E-9C73-6BB85D38DFD4}"/>
          </ac:spMkLst>
        </pc:spChg>
        <pc:spChg chg="mod">
          <ac:chgData name="Graf Thomas, SCS-INI-NET-VNC-E2E" userId="487bc3e3-9ce7-4cdd-b7b4-8899ea88d289" providerId="ADAL" clId="{ADEEF08A-D719-4B50-A383-4105EDA2C206}" dt="2026-07-17T06:23:48.713" v="2668" actId="20577"/>
          <ac:spMkLst>
            <pc:docMk/>
            <pc:sldMk cId="2139218905" sldId="262"/>
            <ac:spMk id="7" creationId="{C233CD4B-C0F7-E199-F847-ABF9F506AB7C}"/>
          </ac:spMkLst>
        </pc:spChg>
      </pc:sldChg>
      <pc:sldChg chg="modSp add mod">
        <pc:chgData name="Graf Thomas, SCS-INI-NET-VNC-E2E" userId="487bc3e3-9ce7-4cdd-b7b4-8899ea88d289" providerId="ADAL" clId="{ADEEF08A-D719-4B50-A383-4105EDA2C206}" dt="2026-07-17T06:24:06.514" v="2700" actId="20577"/>
        <pc:sldMkLst>
          <pc:docMk/>
          <pc:sldMk cId="3285331412" sldId="263"/>
        </pc:sldMkLst>
        <pc:spChg chg="mod">
          <ac:chgData name="Graf Thomas, SCS-INI-NET-VNC-E2E" userId="487bc3e3-9ce7-4cdd-b7b4-8899ea88d289" providerId="ADAL" clId="{ADEEF08A-D719-4B50-A383-4105EDA2C206}" dt="2026-07-16T16:57:23.059" v="2046" actId="5793"/>
          <ac:spMkLst>
            <pc:docMk/>
            <pc:sldMk cId="3285331412" sldId="263"/>
            <ac:spMk id="2" creationId="{673A8EFC-8A19-34A8-1275-E849D0C3EAB4}"/>
          </ac:spMkLst>
        </pc:spChg>
        <pc:spChg chg="mod">
          <ac:chgData name="Graf Thomas, SCS-INI-NET-VNC-E2E" userId="487bc3e3-9ce7-4cdd-b7b4-8899ea88d289" providerId="ADAL" clId="{ADEEF08A-D719-4B50-A383-4105EDA2C206}" dt="2026-07-17T06:24:06.514" v="2700" actId="20577"/>
          <ac:spMkLst>
            <pc:docMk/>
            <pc:sldMk cId="3285331412" sldId="263"/>
            <ac:spMk id="7" creationId="{5308ABA7-4527-00C1-874F-7E7640A72C7B}"/>
          </ac:spMkLst>
        </pc:spChg>
      </pc:sldChg>
      <pc:sldChg chg="modSp add del mod ord">
        <pc:chgData name="Graf Thomas, SCS-INI-NET-VNC-E2E" userId="487bc3e3-9ce7-4cdd-b7b4-8899ea88d289" providerId="ADAL" clId="{ADEEF08A-D719-4B50-A383-4105EDA2C206}" dt="2026-07-16T17:01:22.664" v="2420" actId="47"/>
        <pc:sldMkLst>
          <pc:docMk/>
          <pc:sldMk cId="2514416032" sldId="264"/>
        </pc:sldMkLst>
        <pc:spChg chg="mod">
          <ac:chgData name="Graf Thomas, SCS-INI-NET-VNC-E2E" userId="487bc3e3-9ce7-4cdd-b7b4-8899ea88d289" providerId="ADAL" clId="{ADEEF08A-D719-4B50-A383-4105EDA2C206}" dt="2026-07-16T17:00:20.046" v="2367" actId="20577"/>
          <ac:spMkLst>
            <pc:docMk/>
            <pc:sldMk cId="2514416032" sldId="264"/>
            <ac:spMk id="2" creationId="{4B2FC692-A91A-C008-6791-C09508A2B3CE}"/>
          </ac:spMkLst>
        </pc:spChg>
        <pc:spChg chg="mod">
          <ac:chgData name="Graf Thomas, SCS-INI-NET-VNC-E2E" userId="487bc3e3-9ce7-4cdd-b7b4-8899ea88d289" providerId="ADAL" clId="{ADEEF08A-D719-4B50-A383-4105EDA2C206}" dt="2026-07-16T16:59:39.112" v="2343" actId="20577"/>
          <ac:spMkLst>
            <pc:docMk/>
            <pc:sldMk cId="2514416032" sldId="264"/>
            <ac:spMk id="7" creationId="{FB491758-2380-55F0-8357-DF85BC2345B0}"/>
          </ac:spMkLst>
        </pc:spChg>
      </pc:sldChg>
      <pc:sldChg chg="modSp add mod">
        <pc:chgData name="Graf Thomas, SCS-INI-NET-VNC-E2E" userId="487bc3e3-9ce7-4cdd-b7b4-8899ea88d289" providerId="ADAL" clId="{ADEEF08A-D719-4B50-A383-4105EDA2C206}" dt="2026-07-17T06:25:05.882" v="2771" actId="113"/>
        <pc:sldMkLst>
          <pc:docMk/>
          <pc:sldMk cId="3885164701" sldId="264"/>
        </pc:sldMkLst>
        <pc:spChg chg="mod">
          <ac:chgData name="Graf Thomas, SCS-INI-NET-VNC-E2E" userId="487bc3e3-9ce7-4cdd-b7b4-8899ea88d289" providerId="ADAL" clId="{ADEEF08A-D719-4B50-A383-4105EDA2C206}" dt="2026-07-16T17:02:19.462" v="2456" actId="20577"/>
          <ac:spMkLst>
            <pc:docMk/>
            <pc:sldMk cId="3885164701" sldId="264"/>
            <ac:spMk id="2" creationId="{10B3C94C-A3C0-9DA1-FB03-2B3D71FE2000}"/>
          </ac:spMkLst>
        </pc:spChg>
        <pc:spChg chg="mod">
          <ac:chgData name="Graf Thomas, SCS-INI-NET-VNC-E2E" userId="487bc3e3-9ce7-4cdd-b7b4-8899ea88d289" providerId="ADAL" clId="{ADEEF08A-D719-4B50-A383-4105EDA2C206}" dt="2026-07-17T06:25:05.882" v="2771" actId="113"/>
          <ac:spMkLst>
            <pc:docMk/>
            <pc:sldMk cId="3885164701" sldId="264"/>
            <ac:spMk id="7" creationId="{3E160783-7107-08E5-6D32-2A9A38DE362B}"/>
          </ac:spMkLst>
        </pc:spChg>
      </pc:sldChg>
      <pc:sldChg chg="modSp add mod">
        <pc:chgData name="Graf Thomas, SCS-INI-NET-VNC-E2E" userId="487bc3e3-9ce7-4cdd-b7b4-8899ea88d289" providerId="ADAL" clId="{ADEEF08A-D719-4B50-A383-4105EDA2C206}" dt="2026-07-17T06:36:24.125" v="3617" actId="20577"/>
        <pc:sldMkLst>
          <pc:docMk/>
          <pc:sldMk cId="3408177417" sldId="265"/>
        </pc:sldMkLst>
        <pc:spChg chg="mod">
          <ac:chgData name="Graf Thomas, SCS-INI-NET-VNC-E2E" userId="487bc3e3-9ce7-4cdd-b7b4-8899ea88d289" providerId="ADAL" clId="{ADEEF08A-D719-4B50-A383-4105EDA2C206}" dt="2026-07-17T06:33:56.909" v="3590" actId="20577"/>
          <ac:spMkLst>
            <pc:docMk/>
            <pc:sldMk cId="3408177417" sldId="265"/>
            <ac:spMk id="2" creationId="{C08AA8F0-7F6A-117E-FF20-A92B69E4CEDC}"/>
          </ac:spMkLst>
        </pc:spChg>
        <pc:spChg chg="mod">
          <ac:chgData name="Graf Thomas, SCS-INI-NET-VNC-E2E" userId="487bc3e3-9ce7-4cdd-b7b4-8899ea88d289" providerId="ADAL" clId="{ADEEF08A-D719-4B50-A383-4105EDA2C206}" dt="2026-07-17T06:36:24.125" v="3617" actId="20577"/>
          <ac:spMkLst>
            <pc:docMk/>
            <pc:sldMk cId="3408177417" sldId="265"/>
            <ac:spMk id="7" creationId="{52A7B108-FF11-38B4-BC0C-F765E4AE58D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3813BE-9644-4EB0-A6C4-0B9517916EF9}" type="datetimeFigureOut">
              <a:rPr lang="fr-FR" smtClean="0"/>
              <a:t>16/07/2026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D3F37D-BF49-4E40-8231-8F5CF7906328}" type="slidenum">
              <a:rPr lang="fr-FR" smtClean="0"/>
              <a:t>‹#›</a:t>
            </a:fld>
            <a:endParaRPr lang="fr-FR" dirty="0"/>
          </a:p>
        </p:txBody>
      </p:sp>
    </p:spTree>
    <p:extLst>
      <p:ext uri="{BB962C8B-B14F-4D97-AF65-F5344CB8AC3E}">
        <p14:creationId xmlns:p14="http://schemas.microsoft.com/office/powerpoint/2010/main" val="3325894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6D3F37D-BF49-4E40-8231-8F5CF7906328}" type="slidenum">
              <a:rPr lang="fr-FR" smtClean="0"/>
              <a:t>1</a:t>
            </a:fld>
            <a:endParaRPr lang="fr-FR" dirty="0"/>
          </a:p>
        </p:txBody>
      </p:sp>
    </p:spTree>
    <p:extLst>
      <p:ext uri="{BB962C8B-B14F-4D97-AF65-F5344CB8AC3E}">
        <p14:creationId xmlns:p14="http://schemas.microsoft.com/office/powerpoint/2010/main" val="2309380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BBCE2-7733-C070-F8B9-89EC03A0F06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2F67483-C1F0-7D56-9E62-D5F47C6C7BE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5136CA6-C93B-E2C1-50A9-5B03F0AEC7E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691A470-166E-1CF9-539D-123BEAED49E7}"/>
              </a:ext>
            </a:extLst>
          </p:cNvPr>
          <p:cNvSpPr>
            <a:spLocks noGrp="1"/>
          </p:cNvSpPr>
          <p:nvPr>
            <p:ph type="sldNum" sz="quarter" idx="5"/>
          </p:nvPr>
        </p:nvSpPr>
        <p:spPr/>
        <p:txBody>
          <a:bodyPr/>
          <a:lstStyle/>
          <a:p>
            <a:fld id="{B6D3F37D-BF49-4E40-8231-8F5CF7906328}" type="slidenum">
              <a:rPr lang="fr-FR" smtClean="0"/>
              <a:t>2</a:t>
            </a:fld>
            <a:endParaRPr lang="fr-FR" dirty="0"/>
          </a:p>
        </p:txBody>
      </p:sp>
    </p:spTree>
    <p:extLst>
      <p:ext uri="{BB962C8B-B14F-4D97-AF65-F5344CB8AC3E}">
        <p14:creationId xmlns:p14="http://schemas.microsoft.com/office/powerpoint/2010/main" val="3064044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12D04-0689-AD92-5284-5C8FD5969EB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CD38EE2-832A-9C2A-33AF-008E55E1B49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D9E1E09-FCD4-96BE-67A3-B91310357F3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59A9A29-F179-F6AC-CC42-B408BDF8CC26}"/>
              </a:ext>
            </a:extLst>
          </p:cNvPr>
          <p:cNvSpPr>
            <a:spLocks noGrp="1"/>
          </p:cNvSpPr>
          <p:nvPr>
            <p:ph type="sldNum" sz="quarter" idx="5"/>
          </p:nvPr>
        </p:nvSpPr>
        <p:spPr/>
        <p:txBody>
          <a:bodyPr/>
          <a:lstStyle/>
          <a:p>
            <a:fld id="{B6D3F37D-BF49-4E40-8231-8F5CF7906328}" type="slidenum">
              <a:rPr lang="fr-FR" smtClean="0"/>
              <a:t>3</a:t>
            </a:fld>
            <a:endParaRPr lang="fr-FR" dirty="0"/>
          </a:p>
        </p:txBody>
      </p:sp>
    </p:spTree>
    <p:extLst>
      <p:ext uri="{BB962C8B-B14F-4D97-AF65-F5344CB8AC3E}">
        <p14:creationId xmlns:p14="http://schemas.microsoft.com/office/powerpoint/2010/main" val="2883487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401D5-0179-721C-EC97-5D7BBF40B3C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7C7CC2B-A59C-FFE0-D2E9-B83CA589B97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0B22A3B-607F-636A-7AA5-85FF8D69782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3F26C4E-41C9-549D-204D-21E834B687E6}"/>
              </a:ext>
            </a:extLst>
          </p:cNvPr>
          <p:cNvSpPr>
            <a:spLocks noGrp="1"/>
          </p:cNvSpPr>
          <p:nvPr>
            <p:ph type="sldNum" sz="quarter" idx="5"/>
          </p:nvPr>
        </p:nvSpPr>
        <p:spPr/>
        <p:txBody>
          <a:bodyPr/>
          <a:lstStyle/>
          <a:p>
            <a:fld id="{B6D3F37D-BF49-4E40-8231-8F5CF7906328}" type="slidenum">
              <a:rPr lang="fr-FR" smtClean="0"/>
              <a:t>4</a:t>
            </a:fld>
            <a:endParaRPr lang="fr-FR" dirty="0"/>
          </a:p>
        </p:txBody>
      </p:sp>
    </p:spTree>
    <p:extLst>
      <p:ext uri="{BB962C8B-B14F-4D97-AF65-F5344CB8AC3E}">
        <p14:creationId xmlns:p14="http://schemas.microsoft.com/office/powerpoint/2010/main" val="2397814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A3727-4BC9-9AB9-D5CE-9DF9CA61CB9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F166342-3269-864E-7813-32204B3AD34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4BACA27-BA2F-7072-0EC0-DC7DB2BC980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72AF3D3-75F1-7195-AF5D-75C7999D38AC}"/>
              </a:ext>
            </a:extLst>
          </p:cNvPr>
          <p:cNvSpPr>
            <a:spLocks noGrp="1"/>
          </p:cNvSpPr>
          <p:nvPr>
            <p:ph type="sldNum" sz="quarter" idx="5"/>
          </p:nvPr>
        </p:nvSpPr>
        <p:spPr/>
        <p:txBody>
          <a:bodyPr/>
          <a:lstStyle/>
          <a:p>
            <a:fld id="{B6D3F37D-BF49-4E40-8231-8F5CF7906328}" type="slidenum">
              <a:rPr lang="fr-FR" smtClean="0"/>
              <a:t>5</a:t>
            </a:fld>
            <a:endParaRPr lang="fr-FR" dirty="0"/>
          </a:p>
        </p:txBody>
      </p:sp>
    </p:spTree>
    <p:extLst>
      <p:ext uri="{BB962C8B-B14F-4D97-AF65-F5344CB8AC3E}">
        <p14:creationId xmlns:p14="http://schemas.microsoft.com/office/powerpoint/2010/main" val="21139095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4CD9E-E297-EF7B-0E2C-0C32B15F725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202BA8-B922-864C-A334-CAD23A19220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7C324EE-2765-A4C4-E10B-3B35D565DAA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DFC5945-9181-7561-CE32-7C879A3C53AC}"/>
              </a:ext>
            </a:extLst>
          </p:cNvPr>
          <p:cNvSpPr>
            <a:spLocks noGrp="1"/>
          </p:cNvSpPr>
          <p:nvPr>
            <p:ph type="sldNum" sz="quarter" idx="5"/>
          </p:nvPr>
        </p:nvSpPr>
        <p:spPr/>
        <p:txBody>
          <a:bodyPr/>
          <a:lstStyle/>
          <a:p>
            <a:fld id="{B6D3F37D-BF49-4E40-8231-8F5CF7906328}" type="slidenum">
              <a:rPr lang="fr-FR" smtClean="0"/>
              <a:t>6</a:t>
            </a:fld>
            <a:endParaRPr lang="fr-FR" dirty="0"/>
          </a:p>
        </p:txBody>
      </p:sp>
    </p:spTree>
    <p:extLst>
      <p:ext uri="{BB962C8B-B14F-4D97-AF65-F5344CB8AC3E}">
        <p14:creationId xmlns:p14="http://schemas.microsoft.com/office/powerpoint/2010/main" val="3970076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789E4-EA80-7431-2AA4-D8F21CD476A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93F7ADF-0CC4-45B0-DD81-6CAED26C33E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93D10BA-EDEE-38AB-BD30-249D519F73E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BD8EBF7-57F5-D789-59EE-F8DF9CC9F50F}"/>
              </a:ext>
            </a:extLst>
          </p:cNvPr>
          <p:cNvSpPr>
            <a:spLocks noGrp="1"/>
          </p:cNvSpPr>
          <p:nvPr>
            <p:ph type="sldNum" sz="quarter" idx="5"/>
          </p:nvPr>
        </p:nvSpPr>
        <p:spPr/>
        <p:txBody>
          <a:bodyPr/>
          <a:lstStyle/>
          <a:p>
            <a:fld id="{B6D3F37D-BF49-4E40-8231-8F5CF7906328}" type="slidenum">
              <a:rPr lang="fr-FR" smtClean="0"/>
              <a:t>7</a:t>
            </a:fld>
            <a:endParaRPr lang="fr-FR" dirty="0"/>
          </a:p>
        </p:txBody>
      </p:sp>
    </p:spTree>
    <p:extLst>
      <p:ext uri="{BB962C8B-B14F-4D97-AF65-F5344CB8AC3E}">
        <p14:creationId xmlns:p14="http://schemas.microsoft.com/office/powerpoint/2010/main" val="1222640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46DFF-987B-C934-6CC5-93EFB0D2162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B342835-56FA-3F58-321A-C12BE7219C3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1264C25-854E-4FB0-7235-71A4C0D59CC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23E1353-D216-C833-2A03-C991267C39FE}"/>
              </a:ext>
            </a:extLst>
          </p:cNvPr>
          <p:cNvSpPr>
            <a:spLocks noGrp="1"/>
          </p:cNvSpPr>
          <p:nvPr>
            <p:ph type="sldNum" sz="quarter" idx="5"/>
          </p:nvPr>
        </p:nvSpPr>
        <p:spPr/>
        <p:txBody>
          <a:bodyPr/>
          <a:lstStyle/>
          <a:p>
            <a:fld id="{B6D3F37D-BF49-4E40-8231-8F5CF7906328}" type="slidenum">
              <a:rPr lang="fr-FR" smtClean="0"/>
              <a:t>8</a:t>
            </a:fld>
            <a:endParaRPr lang="fr-FR" dirty="0"/>
          </a:p>
        </p:txBody>
      </p:sp>
    </p:spTree>
    <p:extLst>
      <p:ext uri="{BB962C8B-B14F-4D97-AF65-F5344CB8AC3E}">
        <p14:creationId xmlns:p14="http://schemas.microsoft.com/office/powerpoint/2010/main" val="2820136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ECF847-9D6D-1DA0-A5D8-10C6F99FDBBF}"/>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CE2D889-B679-C0E0-AF90-00847D55D9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80BC217-0853-988C-FDAA-D3D44FDE5D24}"/>
              </a:ext>
            </a:extLst>
          </p:cNvPr>
          <p:cNvSpPr>
            <a:spLocks noGrp="1"/>
          </p:cNvSpPr>
          <p:nvPr>
            <p:ph type="dt" sz="half" idx="10"/>
          </p:nvPr>
        </p:nvSpPr>
        <p:spPr/>
        <p:txBody>
          <a:bodyPr/>
          <a:lstStyle/>
          <a:p>
            <a:fld id="{AF3A2D09-215D-4610-87DE-176F93FAFFFB}" type="datetime1">
              <a:rPr lang="fr-FR" smtClean="0"/>
              <a:t>16/07/2026</a:t>
            </a:fld>
            <a:endParaRPr lang="fr-FR" dirty="0"/>
          </a:p>
        </p:txBody>
      </p:sp>
      <p:sp>
        <p:nvSpPr>
          <p:cNvPr id="5" name="Espace réservé du pied de page 4">
            <a:extLst>
              <a:ext uri="{FF2B5EF4-FFF2-40B4-BE49-F238E27FC236}">
                <a16:creationId xmlns:a16="http://schemas.microsoft.com/office/drawing/2014/main" id="{FB1B9BC2-D238-88DD-9EC0-B9544C13D1E9}"/>
              </a:ext>
            </a:extLst>
          </p:cNvPr>
          <p:cNvSpPr>
            <a:spLocks noGrp="1"/>
          </p:cNvSpPr>
          <p:nvPr>
            <p:ph type="ftr" sz="quarter" idx="11"/>
          </p:nvPr>
        </p:nvSpPr>
        <p:spPr/>
        <p:txBody>
          <a:bodyPr/>
          <a:lstStyle/>
          <a:p>
            <a:r>
              <a:rPr lang="en-US" dirty="0"/>
              <a:t>State of the OPSAREA Nation</a:t>
            </a:r>
            <a:endParaRPr lang="fr-FR" dirty="0"/>
          </a:p>
        </p:txBody>
      </p:sp>
      <p:sp>
        <p:nvSpPr>
          <p:cNvPr id="6" name="Espace réservé du numéro de diapositive 5">
            <a:extLst>
              <a:ext uri="{FF2B5EF4-FFF2-40B4-BE49-F238E27FC236}">
                <a16:creationId xmlns:a16="http://schemas.microsoft.com/office/drawing/2014/main" id="{6B733819-67B3-07B3-1523-2FDD5F74FB40}"/>
              </a:ext>
            </a:extLst>
          </p:cNvPr>
          <p:cNvSpPr>
            <a:spLocks noGrp="1"/>
          </p:cNvSpPr>
          <p:nvPr>
            <p:ph type="sldNum" sz="quarter" idx="12"/>
          </p:nvPr>
        </p:nvSpPr>
        <p:spPr/>
        <p:txBody>
          <a:bodyPr/>
          <a:lstStyle/>
          <a:p>
            <a:fld id="{3283A980-FD81-4507-8C36-7D223EFDC6B4}" type="slidenum">
              <a:rPr lang="fr-FR" smtClean="0"/>
              <a:t>‹#›</a:t>
            </a:fld>
            <a:endParaRPr lang="fr-FR" dirty="0"/>
          </a:p>
        </p:txBody>
      </p:sp>
    </p:spTree>
    <p:extLst>
      <p:ext uri="{BB962C8B-B14F-4D97-AF65-F5344CB8AC3E}">
        <p14:creationId xmlns:p14="http://schemas.microsoft.com/office/powerpoint/2010/main" val="3658401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022CD3-133E-B112-BF71-A52EEFF1D27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21F329F-ABC8-B742-850F-B82146138E1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2D809C6-D516-E9D3-1853-8DF9EE1F6397}"/>
              </a:ext>
            </a:extLst>
          </p:cNvPr>
          <p:cNvSpPr>
            <a:spLocks noGrp="1"/>
          </p:cNvSpPr>
          <p:nvPr>
            <p:ph type="dt" sz="half" idx="10"/>
          </p:nvPr>
        </p:nvSpPr>
        <p:spPr/>
        <p:txBody>
          <a:bodyPr/>
          <a:lstStyle/>
          <a:p>
            <a:fld id="{1FEACCCC-DFCC-4756-9119-F1F4182DEE79}" type="datetime1">
              <a:rPr lang="fr-FR" smtClean="0"/>
              <a:t>16/07/2026</a:t>
            </a:fld>
            <a:endParaRPr lang="fr-FR" dirty="0"/>
          </a:p>
        </p:txBody>
      </p:sp>
      <p:sp>
        <p:nvSpPr>
          <p:cNvPr id="5" name="Espace réservé du pied de page 4">
            <a:extLst>
              <a:ext uri="{FF2B5EF4-FFF2-40B4-BE49-F238E27FC236}">
                <a16:creationId xmlns:a16="http://schemas.microsoft.com/office/drawing/2014/main" id="{C28A5374-A1CB-7F2D-630E-3CE477F19A7B}"/>
              </a:ext>
            </a:extLst>
          </p:cNvPr>
          <p:cNvSpPr>
            <a:spLocks noGrp="1"/>
          </p:cNvSpPr>
          <p:nvPr>
            <p:ph type="ftr" sz="quarter" idx="11"/>
          </p:nvPr>
        </p:nvSpPr>
        <p:spPr/>
        <p:txBody>
          <a:bodyPr/>
          <a:lstStyle/>
          <a:p>
            <a:r>
              <a:rPr lang="en-US" dirty="0"/>
              <a:t>State of the OPSAREA Nation</a:t>
            </a:r>
            <a:endParaRPr lang="fr-FR" dirty="0"/>
          </a:p>
        </p:txBody>
      </p:sp>
      <p:sp>
        <p:nvSpPr>
          <p:cNvPr id="6" name="Espace réservé du numéro de diapositive 5">
            <a:extLst>
              <a:ext uri="{FF2B5EF4-FFF2-40B4-BE49-F238E27FC236}">
                <a16:creationId xmlns:a16="http://schemas.microsoft.com/office/drawing/2014/main" id="{9959D3C9-5AC6-A267-D2A8-147DD07F2BFC}"/>
              </a:ext>
            </a:extLst>
          </p:cNvPr>
          <p:cNvSpPr>
            <a:spLocks noGrp="1"/>
          </p:cNvSpPr>
          <p:nvPr>
            <p:ph type="sldNum" sz="quarter" idx="12"/>
          </p:nvPr>
        </p:nvSpPr>
        <p:spPr/>
        <p:txBody>
          <a:bodyPr/>
          <a:lstStyle/>
          <a:p>
            <a:fld id="{3283A980-FD81-4507-8C36-7D223EFDC6B4}" type="slidenum">
              <a:rPr lang="fr-FR" smtClean="0"/>
              <a:t>‹#›</a:t>
            </a:fld>
            <a:endParaRPr lang="fr-FR" dirty="0"/>
          </a:p>
        </p:txBody>
      </p:sp>
    </p:spTree>
    <p:extLst>
      <p:ext uri="{BB962C8B-B14F-4D97-AF65-F5344CB8AC3E}">
        <p14:creationId xmlns:p14="http://schemas.microsoft.com/office/powerpoint/2010/main" val="4116886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464B3A-99CF-3292-EF24-B415601DC5A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754CFD4F-1FE4-9AB0-6818-AE79890087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753FF20-16E1-4CE9-9DF6-42536FD75E9D}"/>
              </a:ext>
            </a:extLst>
          </p:cNvPr>
          <p:cNvSpPr>
            <a:spLocks noGrp="1"/>
          </p:cNvSpPr>
          <p:nvPr>
            <p:ph type="dt" sz="half" idx="10"/>
          </p:nvPr>
        </p:nvSpPr>
        <p:spPr/>
        <p:txBody>
          <a:bodyPr/>
          <a:lstStyle/>
          <a:p>
            <a:fld id="{F166DA53-6888-4012-9540-B1A2D306F057}" type="datetime1">
              <a:rPr lang="fr-FR" smtClean="0"/>
              <a:t>16/07/2026</a:t>
            </a:fld>
            <a:endParaRPr lang="fr-FR" dirty="0"/>
          </a:p>
        </p:txBody>
      </p:sp>
      <p:sp>
        <p:nvSpPr>
          <p:cNvPr id="5" name="Espace réservé du pied de page 4">
            <a:extLst>
              <a:ext uri="{FF2B5EF4-FFF2-40B4-BE49-F238E27FC236}">
                <a16:creationId xmlns:a16="http://schemas.microsoft.com/office/drawing/2014/main" id="{44B06DBA-D7F9-8BF5-1CCE-88F8067EB06A}"/>
              </a:ext>
            </a:extLst>
          </p:cNvPr>
          <p:cNvSpPr>
            <a:spLocks noGrp="1"/>
          </p:cNvSpPr>
          <p:nvPr>
            <p:ph type="ftr" sz="quarter" idx="11"/>
          </p:nvPr>
        </p:nvSpPr>
        <p:spPr/>
        <p:txBody>
          <a:bodyPr/>
          <a:lstStyle/>
          <a:p>
            <a:r>
              <a:rPr lang="en-US" dirty="0"/>
              <a:t>State of the OPSAREA Nation</a:t>
            </a:r>
            <a:endParaRPr lang="fr-FR" dirty="0"/>
          </a:p>
        </p:txBody>
      </p:sp>
      <p:sp>
        <p:nvSpPr>
          <p:cNvPr id="6" name="Espace réservé du numéro de diapositive 5">
            <a:extLst>
              <a:ext uri="{FF2B5EF4-FFF2-40B4-BE49-F238E27FC236}">
                <a16:creationId xmlns:a16="http://schemas.microsoft.com/office/drawing/2014/main" id="{A323B1FC-9E8E-3A5F-8BD3-CF8810F074D5}"/>
              </a:ext>
            </a:extLst>
          </p:cNvPr>
          <p:cNvSpPr>
            <a:spLocks noGrp="1"/>
          </p:cNvSpPr>
          <p:nvPr>
            <p:ph type="sldNum" sz="quarter" idx="12"/>
          </p:nvPr>
        </p:nvSpPr>
        <p:spPr/>
        <p:txBody>
          <a:bodyPr/>
          <a:lstStyle/>
          <a:p>
            <a:fld id="{3283A980-FD81-4507-8C36-7D223EFDC6B4}" type="slidenum">
              <a:rPr lang="fr-FR" smtClean="0"/>
              <a:t>‹#›</a:t>
            </a:fld>
            <a:endParaRPr lang="fr-FR" dirty="0"/>
          </a:p>
        </p:txBody>
      </p:sp>
    </p:spTree>
    <p:extLst>
      <p:ext uri="{BB962C8B-B14F-4D97-AF65-F5344CB8AC3E}">
        <p14:creationId xmlns:p14="http://schemas.microsoft.com/office/powerpoint/2010/main" val="1200396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49B6BF-3982-3762-9481-6C29B49CADE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D0F4F63-B247-A47A-562F-CBB6CD2280A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F090F6E-8F2C-136E-D160-F5B938BF60EE}"/>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B69BC5D7-8D22-C40E-6E22-C3F4D860C9DD}"/>
              </a:ext>
            </a:extLst>
          </p:cNvPr>
          <p:cNvSpPr>
            <a:spLocks noGrp="1"/>
          </p:cNvSpPr>
          <p:nvPr>
            <p:ph type="dt" sz="half" idx="10"/>
          </p:nvPr>
        </p:nvSpPr>
        <p:spPr/>
        <p:txBody>
          <a:bodyPr/>
          <a:lstStyle/>
          <a:p>
            <a:fld id="{B2712EA3-61AF-4B68-96B7-FD0EF5B6D1CF}" type="datetime1">
              <a:rPr lang="fr-FR" smtClean="0"/>
              <a:t>16/07/2026</a:t>
            </a:fld>
            <a:endParaRPr lang="fr-FR" dirty="0"/>
          </a:p>
        </p:txBody>
      </p:sp>
      <p:sp>
        <p:nvSpPr>
          <p:cNvPr id="6" name="Espace réservé du pied de page 5">
            <a:extLst>
              <a:ext uri="{FF2B5EF4-FFF2-40B4-BE49-F238E27FC236}">
                <a16:creationId xmlns:a16="http://schemas.microsoft.com/office/drawing/2014/main" id="{0C5DBC7F-78FE-5B6D-D02D-CEF1A40C4092}"/>
              </a:ext>
            </a:extLst>
          </p:cNvPr>
          <p:cNvSpPr>
            <a:spLocks noGrp="1"/>
          </p:cNvSpPr>
          <p:nvPr>
            <p:ph type="ftr" sz="quarter" idx="11"/>
          </p:nvPr>
        </p:nvSpPr>
        <p:spPr/>
        <p:txBody>
          <a:bodyPr/>
          <a:lstStyle/>
          <a:p>
            <a:r>
              <a:rPr lang="en-US" dirty="0"/>
              <a:t>State of the OPSAREA Nation</a:t>
            </a:r>
            <a:endParaRPr lang="fr-FR" dirty="0"/>
          </a:p>
        </p:txBody>
      </p:sp>
      <p:sp>
        <p:nvSpPr>
          <p:cNvPr id="7" name="Espace réservé du numéro de diapositive 6">
            <a:extLst>
              <a:ext uri="{FF2B5EF4-FFF2-40B4-BE49-F238E27FC236}">
                <a16:creationId xmlns:a16="http://schemas.microsoft.com/office/drawing/2014/main" id="{170BB8DE-8B44-D99B-FBF7-DA27824F6805}"/>
              </a:ext>
            </a:extLst>
          </p:cNvPr>
          <p:cNvSpPr>
            <a:spLocks noGrp="1"/>
          </p:cNvSpPr>
          <p:nvPr>
            <p:ph type="sldNum" sz="quarter" idx="12"/>
          </p:nvPr>
        </p:nvSpPr>
        <p:spPr/>
        <p:txBody>
          <a:bodyPr/>
          <a:lstStyle/>
          <a:p>
            <a:fld id="{3283A980-FD81-4507-8C36-7D223EFDC6B4}" type="slidenum">
              <a:rPr lang="fr-FR" smtClean="0"/>
              <a:t>‹#›</a:t>
            </a:fld>
            <a:endParaRPr lang="fr-FR" dirty="0"/>
          </a:p>
        </p:txBody>
      </p:sp>
    </p:spTree>
    <p:extLst>
      <p:ext uri="{BB962C8B-B14F-4D97-AF65-F5344CB8AC3E}">
        <p14:creationId xmlns:p14="http://schemas.microsoft.com/office/powerpoint/2010/main" val="4113134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E6B1E6-4068-A95F-7719-38EC3A9CB41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B0087445-2DE4-F4CE-E569-AC5057CC5B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287634C-61CD-CEB6-F147-DAC205FB77D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2E34D6D-C220-F3E6-3091-46241BBCBE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CE7FF3C-9359-771A-295E-86F6759EB43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1F17CA6-89AB-77B2-6DA8-B396A1274162}"/>
              </a:ext>
            </a:extLst>
          </p:cNvPr>
          <p:cNvSpPr>
            <a:spLocks noGrp="1"/>
          </p:cNvSpPr>
          <p:nvPr>
            <p:ph type="dt" sz="half" idx="10"/>
          </p:nvPr>
        </p:nvSpPr>
        <p:spPr/>
        <p:txBody>
          <a:bodyPr/>
          <a:lstStyle/>
          <a:p>
            <a:fld id="{397F3E34-6190-4D3B-AA13-9C745685F55B}" type="datetime1">
              <a:rPr lang="fr-FR" smtClean="0"/>
              <a:t>16/07/2026</a:t>
            </a:fld>
            <a:endParaRPr lang="fr-FR" dirty="0"/>
          </a:p>
        </p:txBody>
      </p:sp>
      <p:sp>
        <p:nvSpPr>
          <p:cNvPr id="8" name="Espace réservé du pied de page 7">
            <a:extLst>
              <a:ext uri="{FF2B5EF4-FFF2-40B4-BE49-F238E27FC236}">
                <a16:creationId xmlns:a16="http://schemas.microsoft.com/office/drawing/2014/main" id="{56D1F000-9C5C-6D16-E94D-C958E62FA231}"/>
              </a:ext>
            </a:extLst>
          </p:cNvPr>
          <p:cNvSpPr>
            <a:spLocks noGrp="1"/>
          </p:cNvSpPr>
          <p:nvPr>
            <p:ph type="ftr" sz="quarter" idx="11"/>
          </p:nvPr>
        </p:nvSpPr>
        <p:spPr/>
        <p:txBody>
          <a:bodyPr/>
          <a:lstStyle/>
          <a:p>
            <a:r>
              <a:rPr lang="en-US" dirty="0"/>
              <a:t>State of the OPSAREA Nation</a:t>
            </a:r>
            <a:endParaRPr lang="fr-FR" dirty="0"/>
          </a:p>
        </p:txBody>
      </p:sp>
      <p:sp>
        <p:nvSpPr>
          <p:cNvPr id="9" name="Espace réservé du numéro de diapositive 8">
            <a:extLst>
              <a:ext uri="{FF2B5EF4-FFF2-40B4-BE49-F238E27FC236}">
                <a16:creationId xmlns:a16="http://schemas.microsoft.com/office/drawing/2014/main" id="{C2443E45-4770-0B98-DF1F-38A3BD2A0889}"/>
              </a:ext>
            </a:extLst>
          </p:cNvPr>
          <p:cNvSpPr>
            <a:spLocks noGrp="1"/>
          </p:cNvSpPr>
          <p:nvPr>
            <p:ph type="sldNum" sz="quarter" idx="12"/>
          </p:nvPr>
        </p:nvSpPr>
        <p:spPr/>
        <p:txBody>
          <a:bodyPr/>
          <a:lstStyle/>
          <a:p>
            <a:fld id="{3283A980-FD81-4507-8C36-7D223EFDC6B4}" type="slidenum">
              <a:rPr lang="fr-FR" smtClean="0"/>
              <a:t>‹#›</a:t>
            </a:fld>
            <a:endParaRPr lang="fr-FR" dirty="0"/>
          </a:p>
        </p:txBody>
      </p:sp>
    </p:spTree>
    <p:extLst>
      <p:ext uri="{BB962C8B-B14F-4D97-AF65-F5344CB8AC3E}">
        <p14:creationId xmlns:p14="http://schemas.microsoft.com/office/powerpoint/2010/main" val="3208042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4DE97B-900A-7B90-D568-38DD53882E84}"/>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A0C35EA8-361B-A149-AD65-5D72A0518FBC}"/>
              </a:ext>
            </a:extLst>
          </p:cNvPr>
          <p:cNvSpPr>
            <a:spLocks noGrp="1"/>
          </p:cNvSpPr>
          <p:nvPr>
            <p:ph type="dt" sz="half" idx="10"/>
          </p:nvPr>
        </p:nvSpPr>
        <p:spPr/>
        <p:txBody>
          <a:bodyPr/>
          <a:lstStyle/>
          <a:p>
            <a:fld id="{16A0672A-08CA-4958-B194-97B82EC017A1}" type="datetime1">
              <a:rPr lang="fr-FR" smtClean="0"/>
              <a:t>16/07/2026</a:t>
            </a:fld>
            <a:endParaRPr lang="fr-FR" dirty="0"/>
          </a:p>
        </p:txBody>
      </p:sp>
      <p:sp>
        <p:nvSpPr>
          <p:cNvPr id="4" name="Espace réservé du pied de page 3">
            <a:extLst>
              <a:ext uri="{FF2B5EF4-FFF2-40B4-BE49-F238E27FC236}">
                <a16:creationId xmlns:a16="http://schemas.microsoft.com/office/drawing/2014/main" id="{24C43E95-0F3B-7AA1-7348-7F0BF01FFCDE}"/>
              </a:ext>
            </a:extLst>
          </p:cNvPr>
          <p:cNvSpPr>
            <a:spLocks noGrp="1"/>
          </p:cNvSpPr>
          <p:nvPr>
            <p:ph type="ftr" sz="quarter" idx="11"/>
          </p:nvPr>
        </p:nvSpPr>
        <p:spPr/>
        <p:txBody>
          <a:bodyPr/>
          <a:lstStyle/>
          <a:p>
            <a:r>
              <a:rPr lang="en-US" dirty="0"/>
              <a:t>State of the OPSAREA Nation</a:t>
            </a:r>
            <a:endParaRPr lang="fr-FR" dirty="0"/>
          </a:p>
        </p:txBody>
      </p:sp>
      <p:sp>
        <p:nvSpPr>
          <p:cNvPr id="5" name="Espace réservé du numéro de diapositive 4">
            <a:extLst>
              <a:ext uri="{FF2B5EF4-FFF2-40B4-BE49-F238E27FC236}">
                <a16:creationId xmlns:a16="http://schemas.microsoft.com/office/drawing/2014/main" id="{D9AA3F42-923F-BD08-4393-18B0172BD392}"/>
              </a:ext>
            </a:extLst>
          </p:cNvPr>
          <p:cNvSpPr>
            <a:spLocks noGrp="1"/>
          </p:cNvSpPr>
          <p:nvPr>
            <p:ph type="sldNum" sz="quarter" idx="12"/>
          </p:nvPr>
        </p:nvSpPr>
        <p:spPr/>
        <p:txBody>
          <a:bodyPr/>
          <a:lstStyle/>
          <a:p>
            <a:fld id="{3283A980-FD81-4507-8C36-7D223EFDC6B4}" type="slidenum">
              <a:rPr lang="fr-FR" smtClean="0"/>
              <a:t>‹#›</a:t>
            </a:fld>
            <a:endParaRPr lang="fr-FR" dirty="0"/>
          </a:p>
        </p:txBody>
      </p:sp>
    </p:spTree>
    <p:extLst>
      <p:ext uri="{BB962C8B-B14F-4D97-AF65-F5344CB8AC3E}">
        <p14:creationId xmlns:p14="http://schemas.microsoft.com/office/powerpoint/2010/main" val="588756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2EB279A-F3CD-33D3-EA27-016F268A318B}"/>
              </a:ext>
            </a:extLst>
          </p:cNvPr>
          <p:cNvSpPr>
            <a:spLocks noGrp="1"/>
          </p:cNvSpPr>
          <p:nvPr>
            <p:ph type="dt" sz="half" idx="10"/>
          </p:nvPr>
        </p:nvSpPr>
        <p:spPr/>
        <p:txBody>
          <a:bodyPr/>
          <a:lstStyle/>
          <a:p>
            <a:fld id="{716B3D01-0A26-4955-A3B9-82886643D6B4}" type="datetime1">
              <a:rPr lang="fr-FR" smtClean="0"/>
              <a:t>16/07/2026</a:t>
            </a:fld>
            <a:endParaRPr lang="fr-FR" dirty="0"/>
          </a:p>
        </p:txBody>
      </p:sp>
      <p:sp>
        <p:nvSpPr>
          <p:cNvPr id="3" name="Espace réservé du pied de page 2">
            <a:extLst>
              <a:ext uri="{FF2B5EF4-FFF2-40B4-BE49-F238E27FC236}">
                <a16:creationId xmlns:a16="http://schemas.microsoft.com/office/drawing/2014/main" id="{1B1FAC42-A37D-775D-B2C7-4761A68DA7A7}"/>
              </a:ext>
            </a:extLst>
          </p:cNvPr>
          <p:cNvSpPr>
            <a:spLocks noGrp="1"/>
          </p:cNvSpPr>
          <p:nvPr>
            <p:ph type="ftr" sz="quarter" idx="11"/>
          </p:nvPr>
        </p:nvSpPr>
        <p:spPr/>
        <p:txBody>
          <a:bodyPr/>
          <a:lstStyle/>
          <a:p>
            <a:r>
              <a:rPr lang="en-US" dirty="0"/>
              <a:t>State of the OPSAREA Nation</a:t>
            </a:r>
            <a:endParaRPr lang="fr-FR" dirty="0"/>
          </a:p>
        </p:txBody>
      </p:sp>
      <p:sp>
        <p:nvSpPr>
          <p:cNvPr id="4" name="Espace réservé du numéro de diapositive 3">
            <a:extLst>
              <a:ext uri="{FF2B5EF4-FFF2-40B4-BE49-F238E27FC236}">
                <a16:creationId xmlns:a16="http://schemas.microsoft.com/office/drawing/2014/main" id="{70C5BD1F-18D9-C57E-DB0C-EEB39D11B3D3}"/>
              </a:ext>
            </a:extLst>
          </p:cNvPr>
          <p:cNvSpPr>
            <a:spLocks noGrp="1"/>
          </p:cNvSpPr>
          <p:nvPr>
            <p:ph type="sldNum" sz="quarter" idx="12"/>
          </p:nvPr>
        </p:nvSpPr>
        <p:spPr/>
        <p:txBody>
          <a:bodyPr/>
          <a:lstStyle/>
          <a:p>
            <a:fld id="{3283A980-FD81-4507-8C36-7D223EFDC6B4}" type="slidenum">
              <a:rPr lang="fr-FR" smtClean="0"/>
              <a:t>‹#›</a:t>
            </a:fld>
            <a:endParaRPr lang="fr-FR" dirty="0"/>
          </a:p>
        </p:txBody>
      </p:sp>
    </p:spTree>
    <p:extLst>
      <p:ext uri="{BB962C8B-B14F-4D97-AF65-F5344CB8AC3E}">
        <p14:creationId xmlns:p14="http://schemas.microsoft.com/office/powerpoint/2010/main" val="3389091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7E9BA2-99B5-84A9-1761-D615F942FD2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2C6BCA8D-6065-496B-1D95-55D20C1580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020A9BB-5962-0C2B-0A47-44B2AE271B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2F688F2-7FF1-1A25-3029-1887998D6DDD}"/>
              </a:ext>
            </a:extLst>
          </p:cNvPr>
          <p:cNvSpPr>
            <a:spLocks noGrp="1"/>
          </p:cNvSpPr>
          <p:nvPr>
            <p:ph type="dt" sz="half" idx="10"/>
          </p:nvPr>
        </p:nvSpPr>
        <p:spPr/>
        <p:txBody>
          <a:bodyPr/>
          <a:lstStyle/>
          <a:p>
            <a:fld id="{13A4B2D0-68E8-43E1-BC8F-2FA077EAE1FE}" type="datetime1">
              <a:rPr lang="fr-FR" smtClean="0"/>
              <a:t>16/07/2026</a:t>
            </a:fld>
            <a:endParaRPr lang="fr-FR" dirty="0"/>
          </a:p>
        </p:txBody>
      </p:sp>
      <p:sp>
        <p:nvSpPr>
          <p:cNvPr id="6" name="Espace réservé du pied de page 5">
            <a:extLst>
              <a:ext uri="{FF2B5EF4-FFF2-40B4-BE49-F238E27FC236}">
                <a16:creationId xmlns:a16="http://schemas.microsoft.com/office/drawing/2014/main" id="{27219BBF-6719-C327-AFE7-CB99673A7430}"/>
              </a:ext>
            </a:extLst>
          </p:cNvPr>
          <p:cNvSpPr>
            <a:spLocks noGrp="1"/>
          </p:cNvSpPr>
          <p:nvPr>
            <p:ph type="ftr" sz="quarter" idx="11"/>
          </p:nvPr>
        </p:nvSpPr>
        <p:spPr/>
        <p:txBody>
          <a:bodyPr/>
          <a:lstStyle/>
          <a:p>
            <a:r>
              <a:rPr lang="en-US" dirty="0"/>
              <a:t>State of the OPSAREA Nation</a:t>
            </a:r>
            <a:endParaRPr lang="fr-FR" dirty="0"/>
          </a:p>
        </p:txBody>
      </p:sp>
      <p:sp>
        <p:nvSpPr>
          <p:cNvPr id="7" name="Espace réservé du numéro de diapositive 6">
            <a:extLst>
              <a:ext uri="{FF2B5EF4-FFF2-40B4-BE49-F238E27FC236}">
                <a16:creationId xmlns:a16="http://schemas.microsoft.com/office/drawing/2014/main" id="{8EFE7842-F323-78D6-AFEC-CC527142D4C4}"/>
              </a:ext>
            </a:extLst>
          </p:cNvPr>
          <p:cNvSpPr>
            <a:spLocks noGrp="1"/>
          </p:cNvSpPr>
          <p:nvPr>
            <p:ph type="sldNum" sz="quarter" idx="12"/>
          </p:nvPr>
        </p:nvSpPr>
        <p:spPr/>
        <p:txBody>
          <a:bodyPr/>
          <a:lstStyle/>
          <a:p>
            <a:fld id="{3283A980-FD81-4507-8C36-7D223EFDC6B4}" type="slidenum">
              <a:rPr lang="fr-FR" smtClean="0"/>
              <a:t>‹#›</a:t>
            </a:fld>
            <a:endParaRPr lang="fr-FR" dirty="0"/>
          </a:p>
        </p:txBody>
      </p:sp>
    </p:spTree>
    <p:extLst>
      <p:ext uri="{BB962C8B-B14F-4D97-AF65-F5344CB8AC3E}">
        <p14:creationId xmlns:p14="http://schemas.microsoft.com/office/powerpoint/2010/main" val="3085042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F6DC9D-B62D-358B-1D1E-107CF87D5FC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A609BC4-BB25-4E0C-148E-65DA0EEA28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dirty="0"/>
          </a:p>
        </p:txBody>
      </p:sp>
      <p:sp>
        <p:nvSpPr>
          <p:cNvPr id="4" name="Espace réservé du texte 3">
            <a:extLst>
              <a:ext uri="{FF2B5EF4-FFF2-40B4-BE49-F238E27FC236}">
                <a16:creationId xmlns:a16="http://schemas.microsoft.com/office/drawing/2014/main" id="{869A923F-5B8A-443B-B290-50E4E17BA4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AF42D6D-9BE2-2E42-A82C-67D2606245E9}"/>
              </a:ext>
            </a:extLst>
          </p:cNvPr>
          <p:cNvSpPr>
            <a:spLocks noGrp="1"/>
          </p:cNvSpPr>
          <p:nvPr>
            <p:ph type="dt" sz="half" idx="10"/>
          </p:nvPr>
        </p:nvSpPr>
        <p:spPr/>
        <p:txBody>
          <a:bodyPr/>
          <a:lstStyle/>
          <a:p>
            <a:fld id="{631352CE-85DA-4448-A952-A5096EB6C4CB}" type="datetime1">
              <a:rPr lang="fr-FR" smtClean="0"/>
              <a:t>16/07/2026</a:t>
            </a:fld>
            <a:endParaRPr lang="fr-FR" dirty="0"/>
          </a:p>
        </p:txBody>
      </p:sp>
      <p:sp>
        <p:nvSpPr>
          <p:cNvPr id="6" name="Espace réservé du pied de page 5">
            <a:extLst>
              <a:ext uri="{FF2B5EF4-FFF2-40B4-BE49-F238E27FC236}">
                <a16:creationId xmlns:a16="http://schemas.microsoft.com/office/drawing/2014/main" id="{6265D3CB-CE39-EAEA-B52B-9F8F6B4C7384}"/>
              </a:ext>
            </a:extLst>
          </p:cNvPr>
          <p:cNvSpPr>
            <a:spLocks noGrp="1"/>
          </p:cNvSpPr>
          <p:nvPr>
            <p:ph type="ftr" sz="quarter" idx="11"/>
          </p:nvPr>
        </p:nvSpPr>
        <p:spPr/>
        <p:txBody>
          <a:bodyPr/>
          <a:lstStyle/>
          <a:p>
            <a:r>
              <a:rPr lang="en-US" dirty="0"/>
              <a:t>State of the OPSAREA Nation</a:t>
            </a:r>
            <a:endParaRPr lang="fr-FR" dirty="0"/>
          </a:p>
        </p:txBody>
      </p:sp>
      <p:sp>
        <p:nvSpPr>
          <p:cNvPr id="7" name="Espace réservé du numéro de diapositive 6">
            <a:extLst>
              <a:ext uri="{FF2B5EF4-FFF2-40B4-BE49-F238E27FC236}">
                <a16:creationId xmlns:a16="http://schemas.microsoft.com/office/drawing/2014/main" id="{E7FD9C42-1A07-3665-5E46-E085C76A959B}"/>
              </a:ext>
            </a:extLst>
          </p:cNvPr>
          <p:cNvSpPr>
            <a:spLocks noGrp="1"/>
          </p:cNvSpPr>
          <p:nvPr>
            <p:ph type="sldNum" sz="quarter" idx="12"/>
          </p:nvPr>
        </p:nvSpPr>
        <p:spPr/>
        <p:txBody>
          <a:bodyPr/>
          <a:lstStyle/>
          <a:p>
            <a:fld id="{3283A980-FD81-4507-8C36-7D223EFDC6B4}" type="slidenum">
              <a:rPr lang="fr-FR" smtClean="0"/>
              <a:t>‹#›</a:t>
            </a:fld>
            <a:endParaRPr lang="fr-FR" dirty="0"/>
          </a:p>
        </p:txBody>
      </p:sp>
    </p:spTree>
    <p:extLst>
      <p:ext uri="{BB962C8B-B14F-4D97-AF65-F5344CB8AC3E}">
        <p14:creationId xmlns:p14="http://schemas.microsoft.com/office/powerpoint/2010/main" val="876841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A5D150-95DB-AF11-B4EA-7431A0FDB7B7}"/>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19620BD-22BF-B48F-EAD1-B0A616745F26}"/>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7BFA904-3D88-EF8B-65F3-823E378ACCA1}"/>
              </a:ext>
            </a:extLst>
          </p:cNvPr>
          <p:cNvSpPr>
            <a:spLocks noGrp="1"/>
          </p:cNvSpPr>
          <p:nvPr>
            <p:ph type="dt" sz="half" idx="10"/>
          </p:nvPr>
        </p:nvSpPr>
        <p:spPr/>
        <p:txBody>
          <a:bodyPr/>
          <a:lstStyle/>
          <a:p>
            <a:fld id="{7F2B3DBA-070E-4070-BF49-61ED05E982A8}" type="datetime1">
              <a:rPr lang="fr-FR" smtClean="0"/>
              <a:t>16/07/2026</a:t>
            </a:fld>
            <a:endParaRPr lang="fr-FR" dirty="0"/>
          </a:p>
        </p:txBody>
      </p:sp>
      <p:sp>
        <p:nvSpPr>
          <p:cNvPr id="5" name="Espace réservé du pied de page 4">
            <a:extLst>
              <a:ext uri="{FF2B5EF4-FFF2-40B4-BE49-F238E27FC236}">
                <a16:creationId xmlns:a16="http://schemas.microsoft.com/office/drawing/2014/main" id="{DE440F60-F7FC-C7FB-988B-A45ED5251948}"/>
              </a:ext>
            </a:extLst>
          </p:cNvPr>
          <p:cNvSpPr>
            <a:spLocks noGrp="1"/>
          </p:cNvSpPr>
          <p:nvPr>
            <p:ph type="ftr" sz="quarter" idx="11"/>
          </p:nvPr>
        </p:nvSpPr>
        <p:spPr/>
        <p:txBody>
          <a:bodyPr/>
          <a:lstStyle/>
          <a:p>
            <a:r>
              <a:rPr lang="en-US" dirty="0"/>
              <a:t>State of the OPSAREA Nation</a:t>
            </a:r>
            <a:endParaRPr lang="fr-FR" dirty="0"/>
          </a:p>
        </p:txBody>
      </p:sp>
      <p:sp>
        <p:nvSpPr>
          <p:cNvPr id="6" name="Espace réservé du numéro de diapositive 5">
            <a:extLst>
              <a:ext uri="{FF2B5EF4-FFF2-40B4-BE49-F238E27FC236}">
                <a16:creationId xmlns:a16="http://schemas.microsoft.com/office/drawing/2014/main" id="{8D451192-4578-D6B0-F723-66B25E278F88}"/>
              </a:ext>
            </a:extLst>
          </p:cNvPr>
          <p:cNvSpPr>
            <a:spLocks noGrp="1"/>
          </p:cNvSpPr>
          <p:nvPr>
            <p:ph type="sldNum" sz="quarter" idx="12"/>
          </p:nvPr>
        </p:nvSpPr>
        <p:spPr/>
        <p:txBody>
          <a:bodyPr/>
          <a:lstStyle/>
          <a:p>
            <a:fld id="{3283A980-FD81-4507-8C36-7D223EFDC6B4}" type="slidenum">
              <a:rPr lang="fr-FR" smtClean="0"/>
              <a:t>‹#›</a:t>
            </a:fld>
            <a:endParaRPr lang="fr-FR" dirty="0"/>
          </a:p>
        </p:txBody>
      </p:sp>
    </p:spTree>
    <p:extLst>
      <p:ext uri="{BB962C8B-B14F-4D97-AF65-F5344CB8AC3E}">
        <p14:creationId xmlns:p14="http://schemas.microsoft.com/office/powerpoint/2010/main" val="370199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485F695-1EEF-BB93-585A-ECE8AF1874B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F7F644B-2AA7-C062-BEF5-2B63F970D5C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3CF99E4-CBD7-2C3C-FCD6-2CAA4A5982B1}"/>
              </a:ext>
            </a:extLst>
          </p:cNvPr>
          <p:cNvSpPr>
            <a:spLocks noGrp="1"/>
          </p:cNvSpPr>
          <p:nvPr>
            <p:ph type="dt" sz="half" idx="10"/>
          </p:nvPr>
        </p:nvSpPr>
        <p:spPr/>
        <p:txBody>
          <a:bodyPr/>
          <a:lstStyle/>
          <a:p>
            <a:fld id="{1861926C-C024-4DC6-8C34-EC76F14394CD}" type="datetime1">
              <a:rPr lang="fr-FR" smtClean="0"/>
              <a:t>16/07/2026</a:t>
            </a:fld>
            <a:endParaRPr lang="fr-FR" dirty="0"/>
          </a:p>
        </p:txBody>
      </p:sp>
      <p:sp>
        <p:nvSpPr>
          <p:cNvPr id="5" name="Espace réservé du pied de page 4">
            <a:extLst>
              <a:ext uri="{FF2B5EF4-FFF2-40B4-BE49-F238E27FC236}">
                <a16:creationId xmlns:a16="http://schemas.microsoft.com/office/drawing/2014/main" id="{B5E78E49-A527-D9C9-9C4D-FE91DDB0BBBE}"/>
              </a:ext>
            </a:extLst>
          </p:cNvPr>
          <p:cNvSpPr>
            <a:spLocks noGrp="1"/>
          </p:cNvSpPr>
          <p:nvPr>
            <p:ph type="ftr" sz="quarter" idx="11"/>
          </p:nvPr>
        </p:nvSpPr>
        <p:spPr/>
        <p:txBody>
          <a:bodyPr/>
          <a:lstStyle/>
          <a:p>
            <a:r>
              <a:rPr lang="en-US" dirty="0"/>
              <a:t>State of the OPSAREA Nation</a:t>
            </a:r>
            <a:endParaRPr lang="fr-FR" dirty="0"/>
          </a:p>
        </p:txBody>
      </p:sp>
      <p:sp>
        <p:nvSpPr>
          <p:cNvPr id="6" name="Espace réservé du numéro de diapositive 5">
            <a:extLst>
              <a:ext uri="{FF2B5EF4-FFF2-40B4-BE49-F238E27FC236}">
                <a16:creationId xmlns:a16="http://schemas.microsoft.com/office/drawing/2014/main" id="{35C996A4-0850-DBB6-808C-4E85BBA0A8F4}"/>
              </a:ext>
            </a:extLst>
          </p:cNvPr>
          <p:cNvSpPr>
            <a:spLocks noGrp="1"/>
          </p:cNvSpPr>
          <p:nvPr>
            <p:ph type="sldNum" sz="quarter" idx="12"/>
          </p:nvPr>
        </p:nvSpPr>
        <p:spPr/>
        <p:txBody>
          <a:bodyPr/>
          <a:lstStyle/>
          <a:p>
            <a:fld id="{3283A980-FD81-4507-8C36-7D223EFDC6B4}" type="slidenum">
              <a:rPr lang="fr-FR" smtClean="0"/>
              <a:t>‹#›</a:t>
            </a:fld>
            <a:endParaRPr lang="fr-FR" dirty="0"/>
          </a:p>
        </p:txBody>
      </p:sp>
    </p:spTree>
    <p:extLst>
      <p:ext uri="{BB962C8B-B14F-4D97-AF65-F5344CB8AC3E}">
        <p14:creationId xmlns:p14="http://schemas.microsoft.com/office/powerpoint/2010/main" val="2598659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0908114-F54D-703B-5897-9BACC3FD6C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A6813AA-1932-60F0-4C8F-B68D24CDB2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62A9375-7A6F-1C85-FF40-9BEDD29E8E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B112E7-EB8B-4390-BCC3-B52E854F5AF2}" type="datetime1">
              <a:rPr lang="fr-FR" smtClean="0"/>
              <a:t>16/07/2026</a:t>
            </a:fld>
            <a:endParaRPr lang="fr-FR" dirty="0"/>
          </a:p>
        </p:txBody>
      </p:sp>
      <p:sp>
        <p:nvSpPr>
          <p:cNvPr id="5" name="Espace réservé du pied de page 4">
            <a:extLst>
              <a:ext uri="{FF2B5EF4-FFF2-40B4-BE49-F238E27FC236}">
                <a16:creationId xmlns:a16="http://schemas.microsoft.com/office/drawing/2014/main" id="{D7B2D9DD-0A78-B010-8346-AA4E543539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State of the OPSAREA Nation</a:t>
            </a:r>
            <a:endParaRPr lang="fr-FR" dirty="0"/>
          </a:p>
        </p:txBody>
      </p:sp>
      <p:sp>
        <p:nvSpPr>
          <p:cNvPr id="6" name="Espace réservé du numéro de diapositive 5">
            <a:extLst>
              <a:ext uri="{FF2B5EF4-FFF2-40B4-BE49-F238E27FC236}">
                <a16:creationId xmlns:a16="http://schemas.microsoft.com/office/drawing/2014/main" id="{0507BE1D-05FA-B80C-CACD-8873DE425D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83A980-FD81-4507-8C36-7D223EFDC6B4}" type="slidenum">
              <a:rPr lang="fr-FR" smtClean="0"/>
              <a:t>‹#›</a:t>
            </a:fld>
            <a:endParaRPr lang="fr-FR" dirty="0"/>
          </a:p>
        </p:txBody>
      </p:sp>
    </p:spTree>
    <p:extLst>
      <p:ext uri="{BB962C8B-B14F-4D97-AF65-F5344CB8AC3E}">
        <p14:creationId xmlns:p14="http://schemas.microsoft.com/office/powerpoint/2010/main" val="9086971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atatracker.ietf.org/meeting/125/materials/slides-125-opsarea-7-intelligent-operation-and-maintenance-practices-and-reflections-00"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datatracker.ietf.org/meeting/125/materials/slides-125-opsarea-6-challenges-of-aiops-for-carrier-ip-networks-00" TargetMode="External"/><Relationship Id="rId4" Type="http://schemas.openxmlformats.org/officeDocument/2006/relationships/hyperlink" Target="https://datatracker.ietf.org/meeting/125/materials/slides-125-opsarea-5-ops-challenges-and-practices-in-the-ai-era-01"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mailarchive.ietf.org/arch/msg/nmop/wV-zNaoUZfmSwCkPzAUgylFfb9I/"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IETF-OPS-AD/AINETOP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datatracker.ietf.org/doc/html/draft-mackey-nmop-kg-for-netops" TargetMode="External"/><Relationship Id="rId3" Type="http://schemas.openxmlformats.org/officeDocument/2006/relationships/hyperlink" Target="https://datatracker.ietf.org/doc/html/draft-irtf-nmrg-network-digital-twin-arch" TargetMode="External"/><Relationship Id="rId7" Type="http://schemas.openxmlformats.org/officeDocument/2006/relationships/hyperlink" Target="https://datatracker.ietf.org/doc/html/draft-zhao-nmop-network-management-agen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datatracker.ietf.org/doc/html/draft-ietf-nmop-yang-message-broker-integration" TargetMode="External"/><Relationship Id="rId5" Type="http://schemas.openxmlformats.org/officeDocument/2006/relationships/hyperlink" Target="https://datatracker.ietf.org/doc/html/draft-ietf-nmop-simap-concept" TargetMode="External"/><Relationship Id="rId4" Type="http://schemas.openxmlformats.org/officeDocument/2006/relationships/hyperlink" Target="https://datatracker.ietf.org/doc/html/draft-irtf-nmrg-ibn-usecases" TargetMode="External"/><Relationship Id="rId9" Type="http://schemas.openxmlformats.org/officeDocument/2006/relationships/hyperlink" Target="https://en.wikipedia.org/wiki/Model_Context_Protocol"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41F4A8-32C7-087F-ADC5-EC992FA45176}"/>
              </a:ext>
            </a:extLst>
          </p:cNvPr>
          <p:cNvSpPr>
            <a:spLocks noGrp="1"/>
          </p:cNvSpPr>
          <p:nvPr>
            <p:ph type="title"/>
          </p:nvPr>
        </p:nvSpPr>
        <p:spPr/>
        <p:txBody>
          <a:bodyPr>
            <a:normAutofit fontScale="90000"/>
          </a:bodyPr>
          <a:lstStyle/>
          <a:p>
            <a:r>
              <a:rPr lang="en-US" dirty="0"/>
              <a:t>IRTF/IETF OPS Transfer between NMRG/NMOPS</a:t>
            </a:r>
            <a:br>
              <a:rPr lang="en-US" dirty="0"/>
            </a:br>
            <a:r>
              <a:rPr lang="en-US" dirty="0">
                <a:solidFill>
                  <a:schemeClr val="bg2">
                    <a:lumMod val="75000"/>
                  </a:schemeClr>
                </a:solidFill>
              </a:rPr>
              <a:t>Status &amp; Exploring Collaboration Opportunities</a:t>
            </a:r>
            <a:endParaRPr lang="fr-FR" dirty="0">
              <a:solidFill>
                <a:schemeClr val="bg2">
                  <a:lumMod val="75000"/>
                </a:schemeClr>
              </a:solidFill>
            </a:endParaRPr>
          </a:p>
        </p:txBody>
      </p:sp>
      <p:sp>
        <p:nvSpPr>
          <p:cNvPr id="5" name="Espace réservé du pied de page 4">
            <a:extLst>
              <a:ext uri="{FF2B5EF4-FFF2-40B4-BE49-F238E27FC236}">
                <a16:creationId xmlns:a16="http://schemas.microsoft.com/office/drawing/2014/main" id="{CBE55EBD-1B16-433A-2B82-E65DC5EA1A56}"/>
              </a:ext>
            </a:extLst>
          </p:cNvPr>
          <p:cNvSpPr>
            <a:spLocks noGrp="1"/>
          </p:cNvSpPr>
          <p:nvPr>
            <p:ph type="ftr" sz="quarter" idx="11"/>
          </p:nvPr>
        </p:nvSpPr>
        <p:spPr/>
        <p:txBody>
          <a:bodyPr/>
          <a:lstStyle/>
          <a:p>
            <a:r>
              <a:rPr lang="en-US" dirty="0"/>
              <a:t>State of the OPSAREA Nation (IETF#126)</a:t>
            </a:r>
            <a:endParaRPr lang="fr-FR" dirty="0"/>
          </a:p>
        </p:txBody>
      </p:sp>
      <p:sp>
        <p:nvSpPr>
          <p:cNvPr id="6" name="Espace réservé du numéro de diapositive 5">
            <a:extLst>
              <a:ext uri="{FF2B5EF4-FFF2-40B4-BE49-F238E27FC236}">
                <a16:creationId xmlns:a16="http://schemas.microsoft.com/office/drawing/2014/main" id="{B956CA9C-7437-7A9E-8A7D-F2499DC181BA}"/>
              </a:ext>
            </a:extLst>
          </p:cNvPr>
          <p:cNvSpPr>
            <a:spLocks noGrp="1"/>
          </p:cNvSpPr>
          <p:nvPr>
            <p:ph type="sldNum" sz="quarter" idx="12"/>
          </p:nvPr>
        </p:nvSpPr>
        <p:spPr/>
        <p:txBody>
          <a:bodyPr/>
          <a:lstStyle/>
          <a:p>
            <a:fld id="{3283A980-FD81-4507-8C36-7D223EFDC6B4}" type="slidenum">
              <a:rPr lang="fr-FR" smtClean="0"/>
              <a:t>1</a:t>
            </a:fld>
            <a:endParaRPr lang="fr-FR" dirty="0"/>
          </a:p>
        </p:txBody>
      </p:sp>
      <p:sp>
        <p:nvSpPr>
          <p:cNvPr id="7" name="Content Placeholder 6">
            <a:extLst>
              <a:ext uri="{FF2B5EF4-FFF2-40B4-BE49-F238E27FC236}">
                <a16:creationId xmlns:a16="http://schemas.microsoft.com/office/drawing/2014/main" id="{248D66F8-6806-57F6-0160-5489F3BAE6A5}"/>
              </a:ext>
            </a:extLst>
          </p:cNvPr>
          <p:cNvSpPr>
            <a:spLocks noGrp="1"/>
          </p:cNvSpPr>
          <p:nvPr>
            <p:ph idx="1"/>
          </p:nvPr>
        </p:nvSpPr>
        <p:spPr/>
        <p:txBody>
          <a:bodyPr>
            <a:noAutofit/>
          </a:bodyPr>
          <a:lstStyle/>
          <a:p>
            <a:pPr marL="0" indent="0">
              <a:buNone/>
            </a:pPr>
            <a:r>
              <a:rPr lang="en-US" sz="2400" b="1" dirty="0"/>
              <a:t>The NMRG charter states: </a:t>
            </a:r>
            <a:r>
              <a:rPr lang="en-US" sz="2400" dirty="0"/>
              <a:t>“The IETF Operations and Management Area Directors are members of the NMRG mailing list and invited to NMRG meetings in order to ensure free flow of information in both directions, and to avoid duplication of work with the various IETF working groups.”</a:t>
            </a:r>
          </a:p>
          <a:p>
            <a:pPr marL="0" indent="0">
              <a:buNone/>
            </a:pPr>
            <a:r>
              <a:rPr lang="en-US" sz="2400" dirty="0"/>
              <a:t>Looking at the </a:t>
            </a:r>
            <a:r>
              <a:rPr lang="en-US" sz="2400" dirty="0" err="1"/>
              <a:t>bluesheets</a:t>
            </a:r>
            <a:r>
              <a:rPr lang="en-US" sz="2400" dirty="0"/>
              <a:t> of IETF 125, we can observe that NMRG had 107 and NMOP had 115 participants, and </a:t>
            </a:r>
            <a:r>
              <a:rPr lang="en-US" sz="2400" b="1" dirty="0"/>
              <a:t>only 36 participants </a:t>
            </a:r>
            <a:r>
              <a:rPr lang="en-US" sz="2400" dirty="0"/>
              <a:t>were attending both NMRG and NMOP.</a:t>
            </a:r>
          </a:p>
          <a:p>
            <a:pPr marL="0" indent="0">
              <a:buNone/>
            </a:pPr>
            <a:r>
              <a:rPr lang="en-US" sz="2400" dirty="0"/>
              <a:t>AI, digital twins, knowledge graphs, large language models, generative AI etc. used to be a topics for research only. Looking at the 3 (</a:t>
            </a:r>
            <a:r>
              <a:rPr lang="en-US" sz="2400" dirty="0">
                <a:hlinkClick r:id="rId3"/>
              </a:rPr>
              <a:t>China Unicom</a:t>
            </a:r>
            <a:r>
              <a:rPr lang="en-US" sz="2400" dirty="0"/>
              <a:t>, </a:t>
            </a:r>
            <a:r>
              <a:rPr lang="en-US" sz="2400" dirty="0">
                <a:hlinkClick r:id="rId4"/>
              </a:rPr>
              <a:t>China Telecom</a:t>
            </a:r>
            <a:r>
              <a:rPr lang="en-US" sz="2400" dirty="0"/>
              <a:t>, </a:t>
            </a:r>
            <a:r>
              <a:rPr lang="en-US" sz="2400" dirty="0">
                <a:hlinkClick r:id="rId5"/>
              </a:rPr>
              <a:t>China Mobile</a:t>
            </a:r>
            <a:r>
              <a:rPr lang="en-US" sz="2400" dirty="0"/>
              <a:t>) network operator presentations at the OPSAREA 125, </a:t>
            </a:r>
            <a:r>
              <a:rPr lang="en-US" sz="2400" b="1" dirty="0">
                <a:solidFill>
                  <a:srgbClr val="FF0000"/>
                </a:solidFill>
              </a:rPr>
              <a:t>the gap between research and operation has considerably narrowed. </a:t>
            </a:r>
          </a:p>
          <a:p>
            <a:pPr marL="0" indent="0">
              <a:buNone/>
            </a:pPr>
            <a:r>
              <a:rPr lang="en-US" sz="2400" dirty="0"/>
              <a:t>Its perhaps time to bring these two communities closer together to.</a:t>
            </a:r>
            <a:endParaRPr lang="de-CH" sz="2400" dirty="0"/>
          </a:p>
        </p:txBody>
      </p:sp>
    </p:spTree>
    <p:extLst>
      <p:ext uri="{BB962C8B-B14F-4D97-AF65-F5344CB8AC3E}">
        <p14:creationId xmlns:p14="http://schemas.microsoft.com/office/powerpoint/2010/main" val="132822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DF676-3470-5699-E4A3-5519C1F5EC7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E81B28E-AA75-415B-152A-A811333D7DA5}"/>
              </a:ext>
            </a:extLst>
          </p:cNvPr>
          <p:cNvSpPr>
            <a:spLocks noGrp="1"/>
          </p:cNvSpPr>
          <p:nvPr>
            <p:ph type="title"/>
          </p:nvPr>
        </p:nvSpPr>
        <p:spPr/>
        <p:txBody>
          <a:bodyPr>
            <a:normAutofit fontScale="90000"/>
          </a:bodyPr>
          <a:lstStyle/>
          <a:p>
            <a:r>
              <a:rPr lang="en-US" dirty="0"/>
              <a:t>IRTF/IETF OPS Transfer between NMRG/NMOPS</a:t>
            </a:r>
            <a:br>
              <a:rPr lang="en-US" dirty="0"/>
            </a:br>
            <a:r>
              <a:rPr lang="en-US" dirty="0">
                <a:solidFill>
                  <a:schemeClr val="bg2">
                    <a:lumMod val="75000"/>
                  </a:schemeClr>
                </a:solidFill>
              </a:rPr>
              <a:t>Is there interests and common scope?</a:t>
            </a:r>
            <a:endParaRPr lang="fr-FR" dirty="0">
              <a:solidFill>
                <a:schemeClr val="bg2">
                  <a:lumMod val="75000"/>
                </a:schemeClr>
              </a:solidFill>
            </a:endParaRPr>
          </a:p>
        </p:txBody>
      </p:sp>
      <p:sp>
        <p:nvSpPr>
          <p:cNvPr id="5" name="Espace réservé du pied de page 4">
            <a:extLst>
              <a:ext uri="{FF2B5EF4-FFF2-40B4-BE49-F238E27FC236}">
                <a16:creationId xmlns:a16="http://schemas.microsoft.com/office/drawing/2014/main" id="{9DBC2ED5-8781-A926-D06E-3ADB1EC5F7D4}"/>
              </a:ext>
            </a:extLst>
          </p:cNvPr>
          <p:cNvSpPr>
            <a:spLocks noGrp="1"/>
          </p:cNvSpPr>
          <p:nvPr>
            <p:ph type="ftr" sz="quarter" idx="11"/>
          </p:nvPr>
        </p:nvSpPr>
        <p:spPr/>
        <p:txBody>
          <a:bodyPr/>
          <a:lstStyle/>
          <a:p>
            <a:r>
              <a:rPr lang="en-US" dirty="0"/>
              <a:t>State of the OPSAREA Nation (IETF#126)</a:t>
            </a:r>
            <a:endParaRPr lang="fr-FR" dirty="0"/>
          </a:p>
        </p:txBody>
      </p:sp>
      <p:sp>
        <p:nvSpPr>
          <p:cNvPr id="6" name="Espace réservé du numéro de diapositive 5">
            <a:extLst>
              <a:ext uri="{FF2B5EF4-FFF2-40B4-BE49-F238E27FC236}">
                <a16:creationId xmlns:a16="http://schemas.microsoft.com/office/drawing/2014/main" id="{48B32BC4-05BB-F985-5990-85575A2FEADD}"/>
              </a:ext>
            </a:extLst>
          </p:cNvPr>
          <p:cNvSpPr>
            <a:spLocks noGrp="1"/>
          </p:cNvSpPr>
          <p:nvPr>
            <p:ph type="sldNum" sz="quarter" idx="12"/>
          </p:nvPr>
        </p:nvSpPr>
        <p:spPr/>
        <p:txBody>
          <a:bodyPr/>
          <a:lstStyle/>
          <a:p>
            <a:fld id="{3283A980-FD81-4507-8C36-7D223EFDC6B4}" type="slidenum">
              <a:rPr lang="fr-FR" smtClean="0"/>
              <a:t>2</a:t>
            </a:fld>
            <a:endParaRPr lang="fr-FR" dirty="0"/>
          </a:p>
        </p:txBody>
      </p:sp>
      <p:sp>
        <p:nvSpPr>
          <p:cNvPr id="7" name="Content Placeholder 6">
            <a:extLst>
              <a:ext uri="{FF2B5EF4-FFF2-40B4-BE49-F238E27FC236}">
                <a16:creationId xmlns:a16="http://schemas.microsoft.com/office/drawing/2014/main" id="{8C7D807F-11E5-B824-6B59-63243D338B51}"/>
              </a:ext>
            </a:extLst>
          </p:cNvPr>
          <p:cNvSpPr>
            <a:spLocks noGrp="1"/>
          </p:cNvSpPr>
          <p:nvPr>
            <p:ph idx="1"/>
          </p:nvPr>
        </p:nvSpPr>
        <p:spPr/>
        <p:txBody>
          <a:bodyPr>
            <a:normAutofit fontScale="85000" lnSpcReduction="10000"/>
          </a:bodyPr>
          <a:lstStyle/>
          <a:p>
            <a:pPr marL="0" indent="0">
              <a:buNone/>
            </a:pPr>
            <a:r>
              <a:rPr lang="en-US" dirty="0"/>
              <a:t>We </a:t>
            </a:r>
            <a:r>
              <a:rPr lang="en-US" dirty="0">
                <a:hlinkClick r:id="rId3"/>
              </a:rPr>
              <a:t>reached out </a:t>
            </a:r>
            <a:r>
              <a:rPr lang="en-US" dirty="0"/>
              <a:t>to NMRG, NMOP and OPSAWG and asked the following questions:</a:t>
            </a:r>
          </a:p>
          <a:p>
            <a:r>
              <a:rPr lang="en-US" dirty="0"/>
              <a:t>Would you agree that the lifecycle on research and industry adoption of model and data driven network management becomes accelerated and therefore research and industry adoption comes </a:t>
            </a:r>
            <a:r>
              <a:rPr lang="en-US"/>
              <a:t>more closer </a:t>
            </a:r>
            <a:r>
              <a:rPr lang="en-US" dirty="0"/>
              <a:t>together?</a:t>
            </a:r>
            <a:br>
              <a:rPr lang="en-US" dirty="0"/>
            </a:br>
            <a:r>
              <a:rPr lang="en-US" dirty="0"/>
              <a:t>-&gt; </a:t>
            </a:r>
            <a:r>
              <a:rPr lang="en-US" b="1" dirty="0">
                <a:solidFill>
                  <a:srgbClr val="FF0000"/>
                </a:solidFill>
              </a:rPr>
              <a:t>Nobody answered no.</a:t>
            </a:r>
            <a:r>
              <a:rPr lang="en-US" dirty="0"/>
              <a:t> </a:t>
            </a:r>
          </a:p>
          <a:p>
            <a:r>
              <a:rPr lang="en-US" dirty="0"/>
              <a:t>Is there an interest at the NMRG and NMOP communities to have an exchange on currently adopted and future proposed work to identify synergies and common interests in both working groups and discuss how they could be addressed better?</a:t>
            </a:r>
            <a:br>
              <a:rPr lang="en-US" dirty="0"/>
            </a:br>
            <a:r>
              <a:rPr lang="en-US" dirty="0"/>
              <a:t>-&gt; From the feedback I concluded: </a:t>
            </a:r>
            <a:r>
              <a:rPr lang="en-US" b="1" dirty="0">
                <a:solidFill>
                  <a:srgbClr val="FF0000"/>
                </a:solidFill>
              </a:rPr>
              <a:t>YES</a:t>
            </a:r>
          </a:p>
          <a:p>
            <a:r>
              <a:rPr lang="en-US" dirty="0"/>
              <a:t>Do you have a particular topic, set of documents or interest already in mind?</a:t>
            </a:r>
            <a:br>
              <a:rPr lang="en-US" dirty="0"/>
            </a:br>
            <a:r>
              <a:rPr lang="en-US" dirty="0"/>
              <a:t>-&gt; We go </a:t>
            </a:r>
            <a:r>
              <a:rPr lang="en-US" b="1" dirty="0">
                <a:solidFill>
                  <a:srgbClr val="FF0000"/>
                </a:solidFill>
              </a:rPr>
              <a:t>a lot of comments…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240641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02FFB-3E03-0898-2C52-081226FA6BC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BA507DB-6C51-AFE1-A8EF-54CF63C7998B}"/>
              </a:ext>
            </a:extLst>
          </p:cNvPr>
          <p:cNvSpPr>
            <a:spLocks noGrp="1"/>
          </p:cNvSpPr>
          <p:nvPr>
            <p:ph type="title"/>
          </p:nvPr>
        </p:nvSpPr>
        <p:spPr/>
        <p:txBody>
          <a:bodyPr>
            <a:normAutofit fontScale="90000"/>
          </a:bodyPr>
          <a:lstStyle/>
          <a:p>
            <a:r>
              <a:rPr lang="en-US" dirty="0"/>
              <a:t>IRTF/IETF OPS Transfer between NMRG/NMOPS</a:t>
            </a:r>
            <a:br>
              <a:rPr lang="en-US" dirty="0"/>
            </a:br>
            <a:r>
              <a:rPr lang="en-US" dirty="0">
                <a:solidFill>
                  <a:schemeClr val="bg2">
                    <a:lumMod val="75000"/>
                  </a:schemeClr>
                </a:solidFill>
              </a:rPr>
              <a:t>Example voices (1)</a:t>
            </a:r>
            <a:endParaRPr lang="fr-FR" dirty="0">
              <a:solidFill>
                <a:schemeClr val="bg2">
                  <a:lumMod val="75000"/>
                </a:schemeClr>
              </a:solidFill>
            </a:endParaRPr>
          </a:p>
        </p:txBody>
      </p:sp>
      <p:sp>
        <p:nvSpPr>
          <p:cNvPr id="5" name="Espace réservé du pied de page 4">
            <a:extLst>
              <a:ext uri="{FF2B5EF4-FFF2-40B4-BE49-F238E27FC236}">
                <a16:creationId xmlns:a16="http://schemas.microsoft.com/office/drawing/2014/main" id="{00FFDA24-8FF5-7F07-428D-E9965AF926BB}"/>
              </a:ext>
            </a:extLst>
          </p:cNvPr>
          <p:cNvSpPr>
            <a:spLocks noGrp="1"/>
          </p:cNvSpPr>
          <p:nvPr>
            <p:ph type="ftr" sz="quarter" idx="11"/>
          </p:nvPr>
        </p:nvSpPr>
        <p:spPr/>
        <p:txBody>
          <a:bodyPr/>
          <a:lstStyle/>
          <a:p>
            <a:r>
              <a:rPr lang="en-US" dirty="0"/>
              <a:t>State of the OPSAREA Nation (IETF#126)</a:t>
            </a:r>
            <a:endParaRPr lang="fr-FR" dirty="0"/>
          </a:p>
        </p:txBody>
      </p:sp>
      <p:sp>
        <p:nvSpPr>
          <p:cNvPr id="6" name="Espace réservé du numéro de diapositive 5">
            <a:extLst>
              <a:ext uri="{FF2B5EF4-FFF2-40B4-BE49-F238E27FC236}">
                <a16:creationId xmlns:a16="http://schemas.microsoft.com/office/drawing/2014/main" id="{44AED5DB-BA39-1E5A-53A1-F57BB7A14A1C}"/>
              </a:ext>
            </a:extLst>
          </p:cNvPr>
          <p:cNvSpPr>
            <a:spLocks noGrp="1"/>
          </p:cNvSpPr>
          <p:nvPr>
            <p:ph type="sldNum" sz="quarter" idx="12"/>
          </p:nvPr>
        </p:nvSpPr>
        <p:spPr/>
        <p:txBody>
          <a:bodyPr/>
          <a:lstStyle/>
          <a:p>
            <a:fld id="{3283A980-FD81-4507-8C36-7D223EFDC6B4}" type="slidenum">
              <a:rPr lang="fr-FR" smtClean="0"/>
              <a:t>3</a:t>
            </a:fld>
            <a:endParaRPr lang="fr-FR" dirty="0"/>
          </a:p>
        </p:txBody>
      </p:sp>
      <p:sp>
        <p:nvSpPr>
          <p:cNvPr id="7" name="Content Placeholder 6">
            <a:extLst>
              <a:ext uri="{FF2B5EF4-FFF2-40B4-BE49-F238E27FC236}">
                <a16:creationId xmlns:a16="http://schemas.microsoft.com/office/drawing/2014/main" id="{0B41CFE9-4AE3-BEE4-5A10-AA81557BC79D}"/>
              </a:ext>
            </a:extLst>
          </p:cNvPr>
          <p:cNvSpPr>
            <a:spLocks noGrp="1"/>
          </p:cNvSpPr>
          <p:nvPr>
            <p:ph idx="1"/>
          </p:nvPr>
        </p:nvSpPr>
        <p:spPr>
          <a:xfrm>
            <a:off x="838200" y="2006082"/>
            <a:ext cx="10515600" cy="4170881"/>
          </a:xfrm>
        </p:spPr>
        <p:txBody>
          <a:bodyPr>
            <a:noAutofit/>
          </a:bodyPr>
          <a:lstStyle/>
          <a:p>
            <a:pPr marL="0" indent="0">
              <a:spcBef>
                <a:spcPts val="600"/>
              </a:spcBef>
              <a:buNone/>
            </a:pPr>
            <a:r>
              <a:rPr lang="en-US" sz="1600" b="1" dirty="0"/>
              <a:t>Brad Peters </a:t>
            </a:r>
            <a:r>
              <a:rPr lang="en-US" sz="1600" dirty="0"/>
              <a:t>(NBN Australia): My personal views are that data driven network management is fundamental baseline as management evolves. The ability to enable AI for management processes requires not only the schema, the run time data but also the view of how these relate to the network being managed. </a:t>
            </a:r>
          </a:p>
          <a:p>
            <a:pPr marL="0" indent="0">
              <a:spcBef>
                <a:spcPts val="600"/>
              </a:spcBef>
              <a:buNone/>
            </a:pPr>
            <a:r>
              <a:rPr lang="de-CH" sz="1600" b="1" dirty="0"/>
              <a:t>Bernard Kavanagh </a:t>
            </a:r>
            <a:r>
              <a:rPr lang="de-CH" sz="1600" dirty="0"/>
              <a:t>(</a:t>
            </a:r>
            <a:r>
              <a:rPr lang="de-CH" sz="1600" dirty="0" err="1"/>
              <a:t>PingCAP</a:t>
            </a:r>
            <a:r>
              <a:rPr lang="de-CH" sz="1600" dirty="0"/>
              <a:t>): </a:t>
            </a:r>
            <a:r>
              <a:rPr lang="en-US" sz="1600" dirty="0"/>
              <a:t>yes, to all three of the questions, and Brad has articulated the reason more precisely than I've seen it put before. The stack Brad describes is right: schema, runtime data, topology view, and process encoding as an overlay for agents. What strikes me is that this is also exactly where a lot of real-world agent deployments are quietly failing, not because the information model is wrong, but because there's no defined layer for runtime retrieval and recall between that model and the agent's actual decision loop.</a:t>
            </a:r>
          </a:p>
          <a:p>
            <a:pPr marL="0" indent="0">
              <a:spcBef>
                <a:spcPts val="600"/>
              </a:spcBef>
              <a:buNone/>
            </a:pPr>
            <a:r>
              <a:rPr lang="de-CH" sz="1600" b="1" dirty="0"/>
              <a:t>Christopher Janz </a:t>
            </a:r>
            <a:r>
              <a:rPr lang="de-CH" sz="1600" dirty="0"/>
              <a:t>(Huawei): </a:t>
            </a:r>
            <a:r>
              <a:rPr lang="en-US" sz="1600" dirty="0"/>
              <a:t>But one might ask: what is the best focal point for standardization going forward? The emerging world is one in which systems are cognitive. In the pre-cognitive world, data models - a stable basis for system-to-system communication - were the natural targets for standardization. Cognitive systems may not require that basis a priori.</a:t>
            </a:r>
          </a:p>
          <a:p>
            <a:pPr marL="0" indent="0">
              <a:spcBef>
                <a:spcPts val="600"/>
              </a:spcBef>
              <a:buNone/>
            </a:pPr>
            <a:r>
              <a:rPr lang="de-CH" sz="1600" b="1" dirty="0"/>
              <a:t>Iulisloi Zacarias </a:t>
            </a:r>
            <a:r>
              <a:rPr lang="de-CH" sz="1600" dirty="0"/>
              <a:t>(University of Braunschweig): </a:t>
            </a:r>
            <a:r>
              <a:rPr lang="en-US" sz="1600" dirty="0"/>
              <a:t>At </a:t>
            </a:r>
            <a:r>
              <a:rPr lang="en-US" sz="1600" dirty="0" err="1"/>
              <a:t>EuCNC</a:t>
            </a:r>
            <a:r>
              <a:rPr lang="en-US" sz="1600" dirty="0"/>
              <a:t> we presented the Q1/Planning and Reasoning part, where we input high-level intents, and get an "orchestrator" agent to decompose the tasks into many sub-tasks. We then measured how "well" the orchestrator agent could route the commands to the right "sub-agents" in the network.</a:t>
            </a:r>
          </a:p>
          <a:p>
            <a:pPr marL="0" indent="0">
              <a:spcBef>
                <a:spcPts val="600"/>
              </a:spcBef>
              <a:buNone/>
            </a:pPr>
            <a:r>
              <a:rPr lang="de-CH" sz="1600" b="1" dirty="0"/>
              <a:t>Joe Clarke </a:t>
            </a:r>
            <a:r>
              <a:rPr lang="de-CH" sz="1600" dirty="0"/>
              <a:t>(Cisco) </a:t>
            </a:r>
            <a:r>
              <a:rPr lang="en-US" sz="1600" dirty="0"/>
              <a:t>This is where Digital Twin comes into place.  You don’t necessarily want a model to “learn” as it’s going through your production network.  Testing its “reasoning” in a twin environment makes it safer for doing that self-correction and iteration.</a:t>
            </a:r>
          </a:p>
        </p:txBody>
      </p:sp>
    </p:spTree>
    <p:extLst>
      <p:ext uri="{BB962C8B-B14F-4D97-AF65-F5344CB8AC3E}">
        <p14:creationId xmlns:p14="http://schemas.microsoft.com/office/powerpoint/2010/main" val="462324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D6658-1859-D5A4-438E-E8F9D88F10D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9ACB641-0717-8896-2F8B-778EB5D2292B}"/>
              </a:ext>
            </a:extLst>
          </p:cNvPr>
          <p:cNvSpPr>
            <a:spLocks noGrp="1"/>
          </p:cNvSpPr>
          <p:nvPr>
            <p:ph type="title"/>
          </p:nvPr>
        </p:nvSpPr>
        <p:spPr/>
        <p:txBody>
          <a:bodyPr>
            <a:normAutofit fontScale="90000"/>
          </a:bodyPr>
          <a:lstStyle/>
          <a:p>
            <a:r>
              <a:rPr lang="en-US" dirty="0"/>
              <a:t>IRTF/IETF OPS Transfer between NMRG/NMOPS</a:t>
            </a:r>
            <a:br>
              <a:rPr lang="en-US" dirty="0"/>
            </a:br>
            <a:r>
              <a:rPr lang="en-US" dirty="0">
                <a:solidFill>
                  <a:schemeClr val="bg2">
                    <a:lumMod val="75000"/>
                  </a:schemeClr>
                </a:solidFill>
              </a:rPr>
              <a:t>Example voices (2)</a:t>
            </a:r>
            <a:endParaRPr lang="fr-FR" dirty="0">
              <a:solidFill>
                <a:schemeClr val="bg2">
                  <a:lumMod val="75000"/>
                </a:schemeClr>
              </a:solidFill>
            </a:endParaRPr>
          </a:p>
        </p:txBody>
      </p:sp>
      <p:sp>
        <p:nvSpPr>
          <p:cNvPr id="5" name="Espace réservé du pied de page 4">
            <a:extLst>
              <a:ext uri="{FF2B5EF4-FFF2-40B4-BE49-F238E27FC236}">
                <a16:creationId xmlns:a16="http://schemas.microsoft.com/office/drawing/2014/main" id="{A6C2AAD4-80D9-6537-3CCB-A12089101645}"/>
              </a:ext>
            </a:extLst>
          </p:cNvPr>
          <p:cNvSpPr>
            <a:spLocks noGrp="1"/>
          </p:cNvSpPr>
          <p:nvPr>
            <p:ph type="ftr" sz="quarter" idx="11"/>
          </p:nvPr>
        </p:nvSpPr>
        <p:spPr/>
        <p:txBody>
          <a:bodyPr/>
          <a:lstStyle/>
          <a:p>
            <a:r>
              <a:rPr lang="en-US" dirty="0"/>
              <a:t>State of the OPSAREA Nation (IETF#126)</a:t>
            </a:r>
            <a:endParaRPr lang="fr-FR" dirty="0"/>
          </a:p>
        </p:txBody>
      </p:sp>
      <p:sp>
        <p:nvSpPr>
          <p:cNvPr id="6" name="Espace réservé du numéro de diapositive 5">
            <a:extLst>
              <a:ext uri="{FF2B5EF4-FFF2-40B4-BE49-F238E27FC236}">
                <a16:creationId xmlns:a16="http://schemas.microsoft.com/office/drawing/2014/main" id="{79A3EE56-6CC2-8167-0CCD-750E9E5C1EB9}"/>
              </a:ext>
            </a:extLst>
          </p:cNvPr>
          <p:cNvSpPr>
            <a:spLocks noGrp="1"/>
          </p:cNvSpPr>
          <p:nvPr>
            <p:ph type="sldNum" sz="quarter" idx="12"/>
          </p:nvPr>
        </p:nvSpPr>
        <p:spPr/>
        <p:txBody>
          <a:bodyPr/>
          <a:lstStyle/>
          <a:p>
            <a:fld id="{3283A980-FD81-4507-8C36-7D223EFDC6B4}" type="slidenum">
              <a:rPr lang="fr-FR" smtClean="0"/>
              <a:t>4</a:t>
            </a:fld>
            <a:endParaRPr lang="fr-FR" dirty="0"/>
          </a:p>
        </p:txBody>
      </p:sp>
      <p:sp>
        <p:nvSpPr>
          <p:cNvPr id="7" name="Content Placeholder 6">
            <a:extLst>
              <a:ext uri="{FF2B5EF4-FFF2-40B4-BE49-F238E27FC236}">
                <a16:creationId xmlns:a16="http://schemas.microsoft.com/office/drawing/2014/main" id="{F68745F3-F0E9-00F5-F0D0-8A26EE30034C}"/>
              </a:ext>
            </a:extLst>
          </p:cNvPr>
          <p:cNvSpPr>
            <a:spLocks noGrp="1"/>
          </p:cNvSpPr>
          <p:nvPr>
            <p:ph idx="1"/>
          </p:nvPr>
        </p:nvSpPr>
        <p:spPr>
          <a:xfrm>
            <a:off x="838200" y="2006082"/>
            <a:ext cx="10515600" cy="4170881"/>
          </a:xfrm>
        </p:spPr>
        <p:txBody>
          <a:bodyPr>
            <a:noAutofit/>
          </a:bodyPr>
          <a:lstStyle/>
          <a:p>
            <a:pPr marL="0" indent="0">
              <a:spcBef>
                <a:spcPts val="600"/>
              </a:spcBef>
              <a:buNone/>
            </a:pPr>
            <a:r>
              <a:rPr lang="de-CH" sz="1600" b="1" dirty="0"/>
              <a:t>Xing Zhao </a:t>
            </a:r>
            <a:r>
              <a:rPr lang="de-CH" sz="1600" dirty="0"/>
              <a:t>(</a:t>
            </a:r>
            <a:r>
              <a:rPr lang="en-US" sz="1600" dirty="0"/>
              <a:t>CAICT): Glad to see that many people starting to pay attention to AI agents for network management. I agree that the capabilities of AI agents include perception, planning and reasoning, tool invocation and execution, plus learning and self-optimization. I fully agree that </a:t>
            </a:r>
            <a:r>
              <a:rPr lang="de-CH" sz="1600" dirty="0"/>
              <a:t>"</a:t>
            </a:r>
            <a:r>
              <a:rPr lang="de-CH" sz="1600" dirty="0" err="1"/>
              <a:t>pre‑execution</a:t>
            </a:r>
            <a:r>
              <a:rPr lang="de-CH" sz="1600" dirty="0"/>
              <a:t> </a:t>
            </a:r>
            <a:r>
              <a:rPr lang="de-CH" sz="1600" dirty="0" err="1"/>
              <a:t>validation</a:t>
            </a:r>
            <a:r>
              <a:rPr lang="de-CH" sz="1600" dirty="0"/>
              <a:t> </a:t>
            </a:r>
            <a:r>
              <a:rPr lang="de-CH" sz="1600" dirty="0" err="1"/>
              <a:t>layer</a:t>
            </a:r>
            <a:r>
              <a:rPr lang="de-CH" sz="1600" dirty="0"/>
              <a:t>" </a:t>
            </a:r>
            <a:r>
              <a:rPr lang="de-CH" sz="1600" dirty="0" err="1"/>
              <a:t>is</a:t>
            </a:r>
            <a:r>
              <a:rPr lang="en-US" sz="1600" dirty="0"/>
              <a:t> critical and it should be done during the decision-making phase. </a:t>
            </a:r>
          </a:p>
          <a:p>
            <a:pPr marL="0" indent="0">
              <a:spcBef>
                <a:spcPts val="600"/>
              </a:spcBef>
              <a:buNone/>
            </a:pPr>
            <a:r>
              <a:rPr lang="en-US" sz="1600" b="1" dirty="0"/>
              <a:t>Dan Voyer </a:t>
            </a:r>
            <a:r>
              <a:rPr lang="en-US" sz="1600" dirty="0"/>
              <a:t>(Cisco) I agree that the cycle between research ideas and operational adoption is getting shorter, especially around data-driven network management, anomaly detection, digital twins, and AI/agent-assisted operations. There is already relevant work that can help anchor this discussion. In NMOP, documents such as SIMAP, the network anomaly architecture and semantics work, the network incident YANG model, and YANG/message-broker integration are already touching many of these foundation</a:t>
            </a:r>
          </a:p>
          <a:p>
            <a:pPr marL="0" indent="0">
              <a:spcBef>
                <a:spcPts val="600"/>
              </a:spcBef>
              <a:buNone/>
            </a:pPr>
            <a:r>
              <a:rPr lang="de-CH" sz="1600" b="1" dirty="0"/>
              <a:t>Alex Huang Feng </a:t>
            </a:r>
            <a:r>
              <a:rPr lang="de-CH" sz="1600" dirty="0"/>
              <a:t>(INSA University Lyon): </a:t>
            </a:r>
            <a:r>
              <a:rPr lang="en-US" sz="1600" dirty="0"/>
              <a:t>I do think that both NMOP and NMRG communities have a lot to gain from a collaboration perspective. My feeling over the last few years at NMRG is that the community have been trying to </a:t>
            </a:r>
            <a:r>
              <a:rPr lang="en-US" sz="1600" dirty="0" err="1"/>
              <a:t>standardise</a:t>
            </a:r>
            <a:r>
              <a:rPr lang="en-US" sz="1600" dirty="0"/>
              <a:t> documents rather than being researchers and test ideas. Something I miss at NMRG is the “experiment” approach. This was very well solved at NMOP, where part of the WG meeting is solely dedicated to present Hackathon projects and other presentations related to the WG.</a:t>
            </a:r>
          </a:p>
          <a:p>
            <a:pPr marL="0" indent="0">
              <a:spcBef>
                <a:spcPts val="600"/>
              </a:spcBef>
              <a:buNone/>
            </a:pPr>
            <a:r>
              <a:rPr lang="en-US" sz="1600" b="1" dirty="0"/>
              <a:t>Qin Wu </a:t>
            </a:r>
            <a:r>
              <a:rPr lang="en-US" sz="1600" dirty="0"/>
              <a:t>(Huawei): Yes, many AIOPS related work (</a:t>
            </a:r>
            <a:r>
              <a:rPr lang="en-US" sz="1600" dirty="0">
                <a:hlinkClick r:id="rId3"/>
              </a:rPr>
              <a:t>https://github.com/IETF-OPS-AD/AINETOPS</a:t>
            </a:r>
            <a:r>
              <a:rPr lang="en-US" sz="1600" dirty="0"/>
              <a:t>) has been distributed in various different places, driven by individual, lack a good coordination, encouraging more exchange between NMRG and NMOP communities, since both Group request 2 sessions in each IETF meeting, I am wondering whether a joint meeting can be planned to make good use of time for both group members.</a:t>
            </a:r>
          </a:p>
        </p:txBody>
      </p:sp>
    </p:spTree>
    <p:extLst>
      <p:ext uri="{BB962C8B-B14F-4D97-AF65-F5344CB8AC3E}">
        <p14:creationId xmlns:p14="http://schemas.microsoft.com/office/powerpoint/2010/main" val="2444596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DE08E-ACC6-71A8-DA9E-4C22527DF07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A14A787-FCF0-118E-9C73-6BB85D38DFD4}"/>
              </a:ext>
            </a:extLst>
          </p:cNvPr>
          <p:cNvSpPr>
            <a:spLocks noGrp="1"/>
          </p:cNvSpPr>
          <p:nvPr>
            <p:ph type="title"/>
          </p:nvPr>
        </p:nvSpPr>
        <p:spPr/>
        <p:txBody>
          <a:bodyPr>
            <a:normAutofit fontScale="90000"/>
          </a:bodyPr>
          <a:lstStyle/>
          <a:p>
            <a:r>
              <a:rPr lang="en-US" dirty="0"/>
              <a:t>IRTF/IETF OPS Transfer between NMRG/NMOPS</a:t>
            </a:r>
            <a:br>
              <a:rPr lang="en-US" dirty="0"/>
            </a:br>
            <a:r>
              <a:rPr lang="en-US" dirty="0">
                <a:solidFill>
                  <a:schemeClr val="bg2">
                    <a:lumMod val="75000"/>
                  </a:schemeClr>
                </a:solidFill>
              </a:rPr>
              <a:t>a first proposal for a joint session discussion…</a:t>
            </a:r>
            <a:endParaRPr lang="fr-FR" dirty="0">
              <a:solidFill>
                <a:schemeClr val="bg2">
                  <a:lumMod val="75000"/>
                </a:schemeClr>
              </a:solidFill>
            </a:endParaRPr>
          </a:p>
        </p:txBody>
      </p:sp>
      <p:sp>
        <p:nvSpPr>
          <p:cNvPr id="5" name="Espace réservé du pied de page 4">
            <a:extLst>
              <a:ext uri="{FF2B5EF4-FFF2-40B4-BE49-F238E27FC236}">
                <a16:creationId xmlns:a16="http://schemas.microsoft.com/office/drawing/2014/main" id="{639EC48C-90EF-6BD3-33CA-1674293FBA46}"/>
              </a:ext>
            </a:extLst>
          </p:cNvPr>
          <p:cNvSpPr>
            <a:spLocks noGrp="1"/>
          </p:cNvSpPr>
          <p:nvPr>
            <p:ph type="ftr" sz="quarter" idx="11"/>
          </p:nvPr>
        </p:nvSpPr>
        <p:spPr/>
        <p:txBody>
          <a:bodyPr/>
          <a:lstStyle/>
          <a:p>
            <a:r>
              <a:rPr lang="en-US" dirty="0"/>
              <a:t>State of the OPSAREA Nation (IETF#126)</a:t>
            </a:r>
            <a:endParaRPr lang="fr-FR" dirty="0"/>
          </a:p>
        </p:txBody>
      </p:sp>
      <p:sp>
        <p:nvSpPr>
          <p:cNvPr id="6" name="Espace réservé du numéro de diapositive 5">
            <a:extLst>
              <a:ext uri="{FF2B5EF4-FFF2-40B4-BE49-F238E27FC236}">
                <a16:creationId xmlns:a16="http://schemas.microsoft.com/office/drawing/2014/main" id="{2F975F7A-B53A-227E-460C-650550001AA4}"/>
              </a:ext>
            </a:extLst>
          </p:cNvPr>
          <p:cNvSpPr>
            <a:spLocks noGrp="1"/>
          </p:cNvSpPr>
          <p:nvPr>
            <p:ph type="sldNum" sz="quarter" idx="12"/>
          </p:nvPr>
        </p:nvSpPr>
        <p:spPr/>
        <p:txBody>
          <a:bodyPr/>
          <a:lstStyle/>
          <a:p>
            <a:fld id="{3283A980-FD81-4507-8C36-7D223EFDC6B4}" type="slidenum">
              <a:rPr lang="fr-FR" smtClean="0"/>
              <a:t>5</a:t>
            </a:fld>
            <a:endParaRPr lang="fr-FR" dirty="0"/>
          </a:p>
        </p:txBody>
      </p:sp>
      <p:sp>
        <p:nvSpPr>
          <p:cNvPr id="7" name="Content Placeholder 6">
            <a:extLst>
              <a:ext uri="{FF2B5EF4-FFF2-40B4-BE49-F238E27FC236}">
                <a16:creationId xmlns:a16="http://schemas.microsoft.com/office/drawing/2014/main" id="{C233CD4B-C0F7-E199-F847-ABF9F506AB7C}"/>
              </a:ext>
            </a:extLst>
          </p:cNvPr>
          <p:cNvSpPr>
            <a:spLocks noGrp="1"/>
          </p:cNvSpPr>
          <p:nvPr>
            <p:ph idx="1"/>
          </p:nvPr>
        </p:nvSpPr>
        <p:spPr>
          <a:xfrm>
            <a:off x="838200" y="1690688"/>
            <a:ext cx="11142306" cy="4486275"/>
          </a:xfrm>
        </p:spPr>
        <p:txBody>
          <a:bodyPr>
            <a:noAutofit/>
          </a:bodyPr>
          <a:lstStyle/>
          <a:p>
            <a:pPr marL="0" indent="0">
              <a:spcBef>
                <a:spcPts val="0"/>
              </a:spcBef>
              <a:spcAft>
                <a:spcPts val="1200"/>
              </a:spcAft>
              <a:buNone/>
            </a:pPr>
            <a:r>
              <a:rPr lang="en-US" sz="1600" dirty="0"/>
              <a:t>From what I personally observed, having an initial discussion on the following existing working group document topics and how they intersect</a:t>
            </a:r>
          </a:p>
          <a:p>
            <a:pPr>
              <a:spcBef>
                <a:spcPts val="300"/>
              </a:spcBef>
            </a:pPr>
            <a:r>
              <a:rPr lang="en-US" sz="1600" dirty="0"/>
              <a:t>Network Digital Twin (</a:t>
            </a:r>
            <a:r>
              <a:rPr lang="en-US" sz="1600" dirty="0">
                <a:hlinkClick r:id="rId3"/>
              </a:rPr>
              <a:t>draft-</a:t>
            </a:r>
            <a:r>
              <a:rPr lang="en-US" sz="1600" dirty="0" err="1">
                <a:hlinkClick r:id="rId3"/>
              </a:rPr>
              <a:t>irtf</a:t>
            </a:r>
            <a:r>
              <a:rPr lang="en-US" sz="1600" dirty="0">
                <a:hlinkClick r:id="rId3"/>
              </a:rPr>
              <a:t>-</a:t>
            </a:r>
            <a:r>
              <a:rPr lang="en-US" sz="1600" dirty="0" err="1">
                <a:hlinkClick r:id="rId3"/>
              </a:rPr>
              <a:t>nmrg</a:t>
            </a:r>
            <a:r>
              <a:rPr lang="en-US" sz="1600" dirty="0">
                <a:hlinkClick r:id="rId3"/>
              </a:rPr>
              <a:t>-network-digital-twin-arch</a:t>
            </a:r>
            <a:r>
              <a:rPr lang="en-US" sz="1600" dirty="0"/>
              <a:t>)</a:t>
            </a:r>
          </a:p>
          <a:p>
            <a:pPr>
              <a:spcBef>
                <a:spcPts val="300"/>
              </a:spcBef>
            </a:pPr>
            <a:r>
              <a:rPr lang="en-US" sz="1600" dirty="0"/>
              <a:t>Intent-Based Networking (</a:t>
            </a:r>
            <a:r>
              <a:rPr lang="en-US" sz="1600" dirty="0">
                <a:hlinkClick r:id="rId4"/>
              </a:rPr>
              <a:t>draft-</a:t>
            </a:r>
            <a:r>
              <a:rPr lang="en-US" sz="1600" dirty="0" err="1">
                <a:hlinkClick r:id="rId4"/>
              </a:rPr>
              <a:t>irtf</a:t>
            </a:r>
            <a:r>
              <a:rPr lang="en-US" sz="1600" dirty="0">
                <a:hlinkClick r:id="rId4"/>
              </a:rPr>
              <a:t>-</a:t>
            </a:r>
            <a:r>
              <a:rPr lang="en-US" sz="1600" dirty="0" err="1">
                <a:hlinkClick r:id="rId4"/>
              </a:rPr>
              <a:t>nmrg</a:t>
            </a:r>
            <a:r>
              <a:rPr lang="en-US" sz="1600" dirty="0">
                <a:hlinkClick r:id="rId4"/>
              </a:rPr>
              <a:t>-ibn-</a:t>
            </a:r>
            <a:r>
              <a:rPr lang="en-US" sz="1600" dirty="0" err="1">
                <a:hlinkClick r:id="rId4"/>
              </a:rPr>
              <a:t>usecases</a:t>
            </a:r>
            <a:r>
              <a:rPr lang="en-US" sz="1600" dirty="0"/>
              <a:t>)</a:t>
            </a:r>
          </a:p>
          <a:p>
            <a:pPr>
              <a:spcBef>
                <a:spcPts val="300"/>
              </a:spcBef>
            </a:pPr>
            <a:r>
              <a:rPr lang="en-US" sz="1600" dirty="0"/>
              <a:t>SIMAP (</a:t>
            </a:r>
            <a:r>
              <a:rPr lang="en-US" sz="1600" dirty="0">
                <a:hlinkClick r:id="rId5"/>
              </a:rPr>
              <a:t>draft-</a:t>
            </a:r>
            <a:r>
              <a:rPr lang="en-US" sz="1600" dirty="0" err="1">
                <a:hlinkClick r:id="rId5"/>
              </a:rPr>
              <a:t>ietf</a:t>
            </a:r>
            <a:r>
              <a:rPr lang="en-US" sz="1600" dirty="0">
                <a:hlinkClick r:id="rId5"/>
              </a:rPr>
              <a:t>-</a:t>
            </a:r>
            <a:r>
              <a:rPr lang="en-US" sz="1600" dirty="0" err="1">
                <a:hlinkClick r:id="rId5"/>
              </a:rPr>
              <a:t>nmop</a:t>
            </a:r>
            <a:r>
              <a:rPr lang="en-US" sz="1600" dirty="0">
                <a:hlinkClick r:id="rId5"/>
              </a:rPr>
              <a:t>-</a:t>
            </a:r>
            <a:r>
              <a:rPr lang="en-US" sz="1600" dirty="0" err="1">
                <a:hlinkClick r:id="rId5"/>
              </a:rPr>
              <a:t>simap</a:t>
            </a:r>
            <a:r>
              <a:rPr lang="en-US" sz="1600" dirty="0">
                <a:hlinkClick r:id="rId5"/>
              </a:rPr>
              <a:t>-concept</a:t>
            </a:r>
            <a:r>
              <a:rPr lang="en-US" sz="1600" dirty="0"/>
              <a:t>)</a:t>
            </a:r>
          </a:p>
          <a:p>
            <a:pPr>
              <a:spcBef>
                <a:spcPts val="300"/>
              </a:spcBef>
            </a:pPr>
            <a:r>
              <a:rPr lang="en-US" sz="1600" dirty="0"/>
              <a:t>YANG-Push to Message Broker integration (</a:t>
            </a:r>
            <a:r>
              <a:rPr lang="en-US" sz="1600" dirty="0">
                <a:hlinkClick r:id="rId6"/>
              </a:rPr>
              <a:t>draft-</a:t>
            </a:r>
            <a:r>
              <a:rPr lang="en-US" sz="1600" dirty="0" err="1">
                <a:hlinkClick r:id="rId6"/>
              </a:rPr>
              <a:t>ietf</a:t>
            </a:r>
            <a:r>
              <a:rPr lang="en-US" sz="1600" dirty="0">
                <a:hlinkClick r:id="rId6"/>
              </a:rPr>
              <a:t>-</a:t>
            </a:r>
            <a:r>
              <a:rPr lang="en-US" sz="1600" dirty="0" err="1">
                <a:hlinkClick r:id="rId6"/>
              </a:rPr>
              <a:t>nmop</a:t>
            </a:r>
            <a:r>
              <a:rPr lang="en-US" sz="1600" dirty="0">
                <a:hlinkClick r:id="rId6"/>
              </a:rPr>
              <a:t>-yang-message-broker-integration</a:t>
            </a:r>
            <a:r>
              <a:rPr lang="en-US" sz="1600" dirty="0"/>
              <a:t>)</a:t>
            </a:r>
          </a:p>
          <a:p>
            <a:pPr>
              <a:spcBef>
                <a:spcPts val="300"/>
              </a:spcBef>
            </a:pPr>
            <a:r>
              <a:rPr lang="en-US" sz="1600" dirty="0"/>
              <a:t>Network Management Agent Functional Architecture (</a:t>
            </a:r>
            <a:r>
              <a:rPr lang="en-US" sz="1600" dirty="0">
                <a:hlinkClick r:id="rId7"/>
              </a:rPr>
              <a:t>draft-</a:t>
            </a:r>
            <a:r>
              <a:rPr lang="en-US" sz="1600" dirty="0" err="1">
                <a:hlinkClick r:id="rId7"/>
              </a:rPr>
              <a:t>zhao</a:t>
            </a:r>
            <a:r>
              <a:rPr lang="en-US" sz="1600" dirty="0">
                <a:hlinkClick r:id="rId7"/>
              </a:rPr>
              <a:t>-</a:t>
            </a:r>
            <a:r>
              <a:rPr lang="en-US" sz="1600" dirty="0" err="1">
                <a:hlinkClick r:id="rId7"/>
              </a:rPr>
              <a:t>nmop</a:t>
            </a:r>
            <a:r>
              <a:rPr lang="en-US" sz="1600" dirty="0">
                <a:hlinkClick r:id="rId7"/>
              </a:rPr>
              <a:t>-network-management-agent</a:t>
            </a:r>
            <a:r>
              <a:rPr lang="en-US" sz="1600" dirty="0"/>
              <a:t>)</a:t>
            </a:r>
          </a:p>
          <a:p>
            <a:pPr>
              <a:spcBef>
                <a:spcPts val="300"/>
              </a:spcBef>
            </a:pPr>
            <a:r>
              <a:rPr lang="en-US" sz="1600" dirty="0"/>
              <a:t>Knowledge Graph Framework for Network Operations (</a:t>
            </a:r>
            <a:r>
              <a:rPr lang="en-US" sz="1600" dirty="0">
                <a:hlinkClick r:id="rId8"/>
              </a:rPr>
              <a:t>draft-</a:t>
            </a:r>
            <a:r>
              <a:rPr lang="en-US" sz="1600" dirty="0" err="1">
                <a:hlinkClick r:id="rId8"/>
              </a:rPr>
              <a:t>mackey</a:t>
            </a:r>
            <a:r>
              <a:rPr lang="en-US" sz="1600" dirty="0">
                <a:hlinkClick r:id="rId8"/>
              </a:rPr>
              <a:t>-</a:t>
            </a:r>
            <a:r>
              <a:rPr lang="en-US" sz="1600" dirty="0" err="1">
                <a:hlinkClick r:id="rId8"/>
              </a:rPr>
              <a:t>nmop</a:t>
            </a:r>
            <a:r>
              <a:rPr lang="en-US" sz="1600" dirty="0">
                <a:hlinkClick r:id="rId8"/>
              </a:rPr>
              <a:t>-kg-for-netops</a:t>
            </a:r>
            <a:r>
              <a:rPr lang="en-US" sz="1600" dirty="0"/>
              <a:t>)</a:t>
            </a:r>
          </a:p>
          <a:p>
            <a:pPr marL="0" indent="0">
              <a:spcBef>
                <a:spcPts val="1200"/>
              </a:spcBef>
              <a:spcAft>
                <a:spcPts val="1200"/>
              </a:spcAft>
              <a:buNone/>
            </a:pPr>
            <a:r>
              <a:rPr lang="en-US" sz="1600" dirty="0"/>
              <a:t>and then having a discussions on the following raised questions perhaps:</a:t>
            </a:r>
          </a:p>
          <a:p>
            <a:pPr>
              <a:spcBef>
                <a:spcPts val="300"/>
              </a:spcBef>
            </a:pPr>
            <a:r>
              <a:rPr lang="en-US" sz="1600" dirty="0"/>
              <a:t>Which AI agent's capabilities are suitable for network management?</a:t>
            </a:r>
          </a:p>
          <a:p>
            <a:pPr>
              <a:spcBef>
                <a:spcPts val="300"/>
              </a:spcBef>
            </a:pPr>
            <a:r>
              <a:rPr lang="en-US" sz="1600" dirty="0"/>
              <a:t>How does an AI agent interact with Network Digital Twin, Intent-Based Networking, SIMAP, Knowledge Graphs and YANG data in Message Brokers for which AI agent capability?</a:t>
            </a:r>
          </a:p>
          <a:p>
            <a:pPr>
              <a:spcBef>
                <a:spcPts val="300"/>
              </a:spcBef>
            </a:pPr>
            <a:r>
              <a:rPr lang="en-US" sz="1600" dirty="0"/>
              <a:t>What is the impact of an AI network management process to YANG information, service, network and data modelling? </a:t>
            </a:r>
          </a:p>
          <a:p>
            <a:pPr>
              <a:spcBef>
                <a:spcPts val="300"/>
              </a:spcBef>
            </a:pPr>
            <a:r>
              <a:rPr lang="en-US" sz="1600" dirty="0"/>
              <a:t>Is MCP (</a:t>
            </a:r>
            <a:r>
              <a:rPr lang="en-US" sz="1600" dirty="0">
                <a:hlinkClick r:id="rId9"/>
              </a:rPr>
              <a:t>https://en.wikipedia.org/wiki/Model_Context_Protocol</a:t>
            </a:r>
            <a:r>
              <a:rPr lang="en-US" sz="1600" dirty="0"/>
              <a:t>) a suitable protocol between AI agents and IETF network management data sources and system components? Is something missing or should be changed?</a:t>
            </a:r>
          </a:p>
          <a:p>
            <a:pPr marL="0" indent="0">
              <a:spcBef>
                <a:spcPts val="1200"/>
              </a:spcBef>
              <a:buNone/>
            </a:pPr>
            <a:r>
              <a:rPr lang="en-US" sz="1600" dirty="0"/>
              <a:t>Could this be a reasonable next step. </a:t>
            </a:r>
            <a:r>
              <a:rPr lang="en-US" sz="1600" b="1" dirty="0">
                <a:solidFill>
                  <a:srgbClr val="FF0000"/>
                </a:solidFill>
              </a:rPr>
              <a:t>Thoughts?</a:t>
            </a:r>
          </a:p>
        </p:txBody>
      </p:sp>
    </p:spTree>
    <p:extLst>
      <p:ext uri="{BB962C8B-B14F-4D97-AF65-F5344CB8AC3E}">
        <p14:creationId xmlns:p14="http://schemas.microsoft.com/office/powerpoint/2010/main" val="2139218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CF3FD-BAF3-541C-8185-899DD9AD2EA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73A8EFC-8A19-34A8-1275-E849D0C3EAB4}"/>
              </a:ext>
            </a:extLst>
          </p:cNvPr>
          <p:cNvSpPr>
            <a:spLocks noGrp="1"/>
          </p:cNvSpPr>
          <p:nvPr>
            <p:ph type="title"/>
          </p:nvPr>
        </p:nvSpPr>
        <p:spPr/>
        <p:txBody>
          <a:bodyPr>
            <a:normAutofit fontScale="90000"/>
          </a:bodyPr>
          <a:lstStyle/>
          <a:p>
            <a:r>
              <a:rPr lang="en-US" dirty="0"/>
              <a:t>IRTF/IETF OPS Transfer between NMRG/NMOPS</a:t>
            </a:r>
            <a:br>
              <a:rPr lang="en-US" dirty="0"/>
            </a:br>
            <a:r>
              <a:rPr lang="en-US" dirty="0">
                <a:solidFill>
                  <a:schemeClr val="bg2">
                    <a:lumMod val="75000"/>
                  </a:schemeClr>
                </a:solidFill>
              </a:rPr>
              <a:t>or alternatively…</a:t>
            </a:r>
            <a:endParaRPr lang="fr-FR" dirty="0">
              <a:solidFill>
                <a:schemeClr val="bg2">
                  <a:lumMod val="75000"/>
                </a:schemeClr>
              </a:solidFill>
            </a:endParaRPr>
          </a:p>
        </p:txBody>
      </p:sp>
      <p:sp>
        <p:nvSpPr>
          <p:cNvPr id="5" name="Espace réservé du pied de page 4">
            <a:extLst>
              <a:ext uri="{FF2B5EF4-FFF2-40B4-BE49-F238E27FC236}">
                <a16:creationId xmlns:a16="http://schemas.microsoft.com/office/drawing/2014/main" id="{E42D828F-9987-D675-E84C-49E552F76BFF}"/>
              </a:ext>
            </a:extLst>
          </p:cNvPr>
          <p:cNvSpPr>
            <a:spLocks noGrp="1"/>
          </p:cNvSpPr>
          <p:nvPr>
            <p:ph type="ftr" sz="quarter" idx="11"/>
          </p:nvPr>
        </p:nvSpPr>
        <p:spPr/>
        <p:txBody>
          <a:bodyPr/>
          <a:lstStyle/>
          <a:p>
            <a:r>
              <a:rPr lang="en-US" dirty="0"/>
              <a:t>State of the OPSAREA Nation (IETF#126)</a:t>
            </a:r>
            <a:endParaRPr lang="fr-FR" dirty="0"/>
          </a:p>
        </p:txBody>
      </p:sp>
      <p:sp>
        <p:nvSpPr>
          <p:cNvPr id="6" name="Espace réservé du numéro de diapositive 5">
            <a:extLst>
              <a:ext uri="{FF2B5EF4-FFF2-40B4-BE49-F238E27FC236}">
                <a16:creationId xmlns:a16="http://schemas.microsoft.com/office/drawing/2014/main" id="{A3C00A3F-6C0C-E884-3F1C-10D3B9BCBCCE}"/>
              </a:ext>
            </a:extLst>
          </p:cNvPr>
          <p:cNvSpPr>
            <a:spLocks noGrp="1"/>
          </p:cNvSpPr>
          <p:nvPr>
            <p:ph type="sldNum" sz="quarter" idx="12"/>
          </p:nvPr>
        </p:nvSpPr>
        <p:spPr/>
        <p:txBody>
          <a:bodyPr/>
          <a:lstStyle/>
          <a:p>
            <a:fld id="{3283A980-FD81-4507-8C36-7D223EFDC6B4}" type="slidenum">
              <a:rPr lang="fr-FR" smtClean="0"/>
              <a:t>6</a:t>
            </a:fld>
            <a:endParaRPr lang="fr-FR" dirty="0"/>
          </a:p>
        </p:txBody>
      </p:sp>
      <p:sp>
        <p:nvSpPr>
          <p:cNvPr id="7" name="Content Placeholder 6">
            <a:extLst>
              <a:ext uri="{FF2B5EF4-FFF2-40B4-BE49-F238E27FC236}">
                <a16:creationId xmlns:a16="http://schemas.microsoft.com/office/drawing/2014/main" id="{5308ABA7-4527-00C1-874F-7E7640A72C7B}"/>
              </a:ext>
            </a:extLst>
          </p:cNvPr>
          <p:cNvSpPr>
            <a:spLocks noGrp="1"/>
          </p:cNvSpPr>
          <p:nvPr>
            <p:ph idx="1"/>
          </p:nvPr>
        </p:nvSpPr>
        <p:spPr>
          <a:xfrm>
            <a:off x="838200" y="2995127"/>
            <a:ext cx="11142306" cy="3181836"/>
          </a:xfrm>
        </p:spPr>
        <p:txBody>
          <a:bodyPr>
            <a:noAutofit/>
          </a:bodyPr>
          <a:lstStyle/>
          <a:p>
            <a:pPr marL="0" indent="0">
              <a:spcBef>
                <a:spcPts val="0"/>
              </a:spcBef>
              <a:spcAft>
                <a:spcPts val="1200"/>
              </a:spcAft>
              <a:buNone/>
            </a:pPr>
            <a:r>
              <a:rPr lang="en-US" sz="3800" dirty="0"/>
              <a:t>We just ignore that there is interest </a:t>
            </a:r>
            <a:br>
              <a:rPr lang="en-US" sz="3800" dirty="0"/>
            </a:br>
            <a:r>
              <a:rPr lang="en-US" sz="3800" dirty="0"/>
              <a:t>from both sides and wait how this is progressing…</a:t>
            </a:r>
          </a:p>
        </p:txBody>
      </p:sp>
    </p:spTree>
    <p:extLst>
      <p:ext uri="{BB962C8B-B14F-4D97-AF65-F5344CB8AC3E}">
        <p14:creationId xmlns:p14="http://schemas.microsoft.com/office/powerpoint/2010/main" val="3285331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23517-6D0A-B1B8-D6B1-5FB48D4D8EE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0B3C94C-A3C0-9DA1-FB03-2B3D71FE2000}"/>
              </a:ext>
            </a:extLst>
          </p:cNvPr>
          <p:cNvSpPr>
            <a:spLocks noGrp="1"/>
          </p:cNvSpPr>
          <p:nvPr>
            <p:ph type="title"/>
          </p:nvPr>
        </p:nvSpPr>
        <p:spPr/>
        <p:txBody>
          <a:bodyPr>
            <a:normAutofit fontScale="90000"/>
          </a:bodyPr>
          <a:lstStyle/>
          <a:p>
            <a:r>
              <a:rPr lang="en-US" dirty="0"/>
              <a:t>IRTF/IETF OPS Transfer between NMRG/NMOPS</a:t>
            </a:r>
            <a:br>
              <a:rPr lang="en-US" dirty="0"/>
            </a:br>
            <a:r>
              <a:rPr lang="en-US" dirty="0">
                <a:solidFill>
                  <a:schemeClr val="bg2">
                    <a:lumMod val="75000"/>
                  </a:schemeClr>
                </a:solidFill>
              </a:rPr>
              <a:t>what can we lose?</a:t>
            </a:r>
            <a:endParaRPr lang="fr-FR" dirty="0">
              <a:solidFill>
                <a:schemeClr val="bg2">
                  <a:lumMod val="75000"/>
                </a:schemeClr>
              </a:solidFill>
            </a:endParaRPr>
          </a:p>
        </p:txBody>
      </p:sp>
      <p:sp>
        <p:nvSpPr>
          <p:cNvPr id="5" name="Espace réservé du pied de page 4">
            <a:extLst>
              <a:ext uri="{FF2B5EF4-FFF2-40B4-BE49-F238E27FC236}">
                <a16:creationId xmlns:a16="http://schemas.microsoft.com/office/drawing/2014/main" id="{9BFD75BC-BB52-E1DA-A156-4B06D481AF70}"/>
              </a:ext>
            </a:extLst>
          </p:cNvPr>
          <p:cNvSpPr>
            <a:spLocks noGrp="1"/>
          </p:cNvSpPr>
          <p:nvPr>
            <p:ph type="ftr" sz="quarter" idx="11"/>
          </p:nvPr>
        </p:nvSpPr>
        <p:spPr/>
        <p:txBody>
          <a:bodyPr/>
          <a:lstStyle/>
          <a:p>
            <a:r>
              <a:rPr lang="en-US" dirty="0"/>
              <a:t>State of the OPSAREA Nation (IETF#126)</a:t>
            </a:r>
            <a:endParaRPr lang="fr-FR" dirty="0"/>
          </a:p>
        </p:txBody>
      </p:sp>
      <p:sp>
        <p:nvSpPr>
          <p:cNvPr id="6" name="Espace réservé du numéro de diapositive 5">
            <a:extLst>
              <a:ext uri="{FF2B5EF4-FFF2-40B4-BE49-F238E27FC236}">
                <a16:creationId xmlns:a16="http://schemas.microsoft.com/office/drawing/2014/main" id="{20FB67D9-1664-192E-6AF8-CFE1DFC969EE}"/>
              </a:ext>
            </a:extLst>
          </p:cNvPr>
          <p:cNvSpPr>
            <a:spLocks noGrp="1"/>
          </p:cNvSpPr>
          <p:nvPr>
            <p:ph type="sldNum" sz="quarter" idx="12"/>
          </p:nvPr>
        </p:nvSpPr>
        <p:spPr/>
        <p:txBody>
          <a:bodyPr/>
          <a:lstStyle/>
          <a:p>
            <a:fld id="{3283A980-FD81-4507-8C36-7D223EFDC6B4}" type="slidenum">
              <a:rPr lang="fr-FR" smtClean="0"/>
              <a:t>7</a:t>
            </a:fld>
            <a:endParaRPr lang="fr-FR" dirty="0"/>
          </a:p>
        </p:txBody>
      </p:sp>
      <p:sp>
        <p:nvSpPr>
          <p:cNvPr id="7" name="Content Placeholder 6">
            <a:extLst>
              <a:ext uri="{FF2B5EF4-FFF2-40B4-BE49-F238E27FC236}">
                <a16:creationId xmlns:a16="http://schemas.microsoft.com/office/drawing/2014/main" id="{3E160783-7107-08E5-6D32-2A9A38DE362B}"/>
              </a:ext>
            </a:extLst>
          </p:cNvPr>
          <p:cNvSpPr>
            <a:spLocks noGrp="1"/>
          </p:cNvSpPr>
          <p:nvPr>
            <p:ph idx="1"/>
          </p:nvPr>
        </p:nvSpPr>
        <p:spPr>
          <a:xfrm>
            <a:off x="838200" y="2995127"/>
            <a:ext cx="11142306" cy="3181836"/>
          </a:xfrm>
        </p:spPr>
        <p:txBody>
          <a:bodyPr>
            <a:noAutofit/>
          </a:bodyPr>
          <a:lstStyle/>
          <a:p>
            <a:pPr marL="0" indent="0">
              <a:spcBef>
                <a:spcPts val="0"/>
              </a:spcBef>
              <a:spcAft>
                <a:spcPts val="1200"/>
              </a:spcAft>
              <a:buNone/>
            </a:pPr>
            <a:r>
              <a:rPr lang="en-US" sz="3800" b="1" dirty="0">
                <a:solidFill>
                  <a:srgbClr val="FF0000"/>
                </a:solidFill>
              </a:rPr>
              <a:t>Time</a:t>
            </a:r>
            <a:br>
              <a:rPr lang="en-US" sz="3800" dirty="0"/>
            </a:br>
            <a:r>
              <a:rPr lang="en-US" sz="3800" dirty="0"/>
              <a:t>-&gt; Preparing and holding a joint session takes time.</a:t>
            </a:r>
          </a:p>
        </p:txBody>
      </p:sp>
    </p:spTree>
    <p:extLst>
      <p:ext uri="{BB962C8B-B14F-4D97-AF65-F5344CB8AC3E}">
        <p14:creationId xmlns:p14="http://schemas.microsoft.com/office/powerpoint/2010/main" val="3885164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D152D-589F-E0EE-60CE-D4EE5B13DB6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08AA8F0-7F6A-117E-FF20-A92B69E4CEDC}"/>
              </a:ext>
            </a:extLst>
          </p:cNvPr>
          <p:cNvSpPr>
            <a:spLocks noGrp="1"/>
          </p:cNvSpPr>
          <p:nvPr>
            <p:ph type="title"/>
          </p:nvPr>
        </p:nvSpPr>
        <p:spPr/>
        <p:txBody>
          <a:bodyPr>
            <a:normAutofit fontScale="90000"/>
          </a:bodyPr>
          <a:lstStyle/>
          <a:p>
            <a:r>
              <a:rPr lang="en-US" dirty="0"/>
              <a:t>IRTF/IETF OPS Transfer between NMRG/NMOPS</a:t>
            </a:r>
            <a:br>
              <a:rPr lang="en-US" dirty="0"/>
            </a:br>
            <a:r>
              <a:rPr lang="en-US" dirty="0">
                <a:solidFill>
                  <a:schemeClr val="bg2">
                    <a:lumMod val="75000"/>
                  </a:schemeClr>
                </a:solidFill>
              </a:rPr>
              <a:t>what can we gain?</a:t>
            </a:r>
            <a:endParaRPr lang="fr-FR" dirty="0">
              <a:solidFill>
                <a:schemeClr val="bg2">
                  <a:lumMod val="75000"/>
                </a:schemeClr>
              </a:solidFill>
            </a:endParaRPr>
          </a:p>
        </p:txBody>
      </p:sp>
      <p:sp>
        <p:nvSpPr>
          <p:cNvPr id="5" name="Espace réservé du pied de page 4">
            <a:extLst>
              <a:ext uri="{FF2B5EF4-FFF2-40B4-BE49-F238E27FC236}">
                <a16:creationId xmlns:a16="http://schemas.microsoft.com/office/drawing/2014/main" id="{998D7B3F-2BD0-D1FB-1FFC-046DD3306C87}"/>
              </a:ext>
            </a:extLst>
          </p:cNvPr>
          <p:cNvSpPr>
            <a:spLocks noGrp="1"/>
          </p:cNvSpPr>
          <p:nvPr>
            <p:ph type="ftr" sz="quarter" idx="11"/>
          </p:nvPr>
        </p:nvSpPr>
        <p:spPr/>
        <p:txBody>
          <a:bodyPr/>
          <a:lstStyle/>
          <a:p>
            <a:r>
              <a:rPr lang="en-US" dirty="0"/>
              <a:t>State of the OPSAREA Nation (IETF#126)</a:t>
            </a:r>
            <a:endParaRPr lang="fr-FR" dirty="0"/>
          </a:p>
        </p:txBody>
      </p:sp>
      <p:sp>
        <p:nvSpPr>
          <p:cNvPr id="6" name="Espace réservé du numéro de diapositive 5">
            <a:extLst>
              <a:ext uri="{FF2B5EF4-FFF2-40B4-BE49-F238E27FC236}">
                <a16:creationId xmlns:a16="http://schemas.microsoft.com/office/drawing/2014/main" id="{96E9EE66-364D-8003-ECCE-3868C25185BC}"/>
              </a:ext>
            </a:extLst>
          </p:cNvPr>
          <p:cNvSpPr>
            <a:spLocks noGrp="1"/>
          </p:cNvSpPr>
          <p:nvPr>
            <p:ph type="sldNum" sz="quarter" idx="12"/>
          </p:nvPr>
        </p:nvSpPr>
        <p:spPr/>
        <p:txBody>
          <a:bodyPr/>
          <a:lstStyle/>
          <a:p>
            <a:fld id="{3283A980-FD81-4507-8C36-7D223EFDC6B4}" type="slidenum">
              <a:rPr lang="fr-FR" smtClean="0"/>
              <a:t>8</a:t>
            </a:fld>
            <a:endParaRPr lang="fr-FR" dirty="0"/>
          </a:p>
        </p:txBody>
      </p:sp>
      <p:sp>
        <p:nvSpPr>
          <p:cNvPr id="7" name="Content Placeholder 6">
            <a:extLst>
              <a:ext uri="{FF2B5EF4-FFF2-40B4-BE49-F238E27FC236}">
                <a16:creationId xmlns:a16="http://schemas.microsoft.com/office/drawing/2014/main" id="{52A7B108-FF11-38B4-BC0C-F765E4AE58DA}"/>
              </a:ext>
            </a:extLst>
          </p:cNvPr>
          <p:cNvSpPr>
            <a:spLocks noGrp="1"/>
          </p:cNvSpPr>
          <p:nvPr>
            <p:ph idx="1"/>
          </p:nvPr>
        </p:nvSpPr>
        <p:spPr>
          <a:xfrm>
            <a:off x="838200" y="1931437"/>
            <a:ext cx="11142306" cy="4245526"/>
          </a:xfrm>
        </p:spPr>
        <p:txBody>
          <a:bodyPr>
            <a:noAutofit/>
          </a:bodyPr>
          <a:lstStyle/>
          <a:p>
            <a:pPr>
              <a:spcBef>
                <a:spcPts val="0"/>
              </a:spcBef>
              <a:spcAft>
                <a:spcPts val="1200"/>
              </a:spcAft>
            </a:pPr>
            <a:r>
              <a:rPr lang="en-US" dirty="0"/>
              <a:t>increasing discussions and mutual attendance count increase at NMRG and NMOP</a:t>
            </a:r>
          </a:p>
          <a:p>
            <a:pPr>
              <a:spcBef>
                <a:spcPts val="0"/>
              </a:spcBef>
              <a:spcAft>
                <a:spcPts val="1200"/>
              </a:spcAft>
            </a:pPr>
            <a:r>
              <a:rPr lang="en-US" dirty="0"/>
              <a:t>Documents potentially better aligned in the future</a:t>
            </a:r>
          </a:p>
          <a:p>
            <a:pPr>
              <a:spcBef>
                <a:spcPts val="0"/>
              </a:spcBef>
              <a:spcAft>
                <a:spcPts val="1200"/>
              </a:spcAft>
            </a:pPr>
            <a:r>
              <a:rPr lang="en-US" dirty="0"/>
              <a:t>Missing AI related gaps identified</a:t>
            </a:r>
          </a:p>
          <a:p>
            <a:pPr>
              <a:spcBef>
                <a:spcPts val="0"/>
              </a:spcBef>
              <a:spcAft>
                <a:spcPts val="1200"/>
              </a:spcAft>
            </a:pPr>
            <a:endParaRPr lang="en-US" dirty="0"/>
          </a:p>
          <a:p>
            <a:pPr marL="0" indent="0">
              <a:spcBef>
                <a:spcPts val="0"/>
              </a:spcBef>
              <a:spcAft>
                <a:spcPts val="1200"/>
              </a:spcAft>
              <a:buNone/>
            </a:pPr>
            <a:r>
              <a:rPr lang="en-US" dirty="0"/>
              <a:t>Looking at the joint sessions between BMWG and IPPM, two working groups sharing similar charter, joint sessions proved to help in getting a common perspective. </a:t>
            </a:r>
          </a:p>
          <a:p>
            <a:pPr marL="0" indent="0">
              <a:spcBef>
                <a:spcPts val="0"/>
              </a:spcBef>
              <a:spcAft>
                <a:spcPts val="1200"/>
              </a:spcAft>
              <a:buNone/>
            </a:pPr>
            <a:r>
              <a:rPr lang="en-US" dirty="0"/>
              <a:t>Perhaps this works here as well? </a:t>
            </a:r>
            <a:r>
              <a:rPr lang="en-US" dirty="0">
                <a:solidFill>
                  <a:srgbClr val="FF0000"/>
                </a:solidFill>
              </a:rPr>
              <a:t>Worth a try?</a:t>
            </a:r>
          </a:p>
        </p:txBody>
      </p:sp>
    </p:spTree>
    <p:extLst>
      <p:ext uri="{BB962C8B-B14F-4D97-AF65-F5344CB8AC3E}">
        <p14:creationId xmlns:p14="http://schemas.microsoft.com/office/powerpoint/2010/main" val="340817741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7222825-62ea-40f3-96b5-5375c07996e2}" enabled="1" method="Privileged" siteId="{90c7a20a-f34b-40bf-bc48-b9253b6f5d20}" removed="0"/>
  <clbl:label id="{2e1fccfb-80ca-4fe1-a574-1516544edb53}" enabled="1" method="Standard" siteId="{364e5b87-c1c7-420d-9bee-c35d19b557a1}" removed="0"/>
</clbl:labelList>
</file>

<file path=docProps/app.xml><?xml version="1.0" encoding="utf-8"?>
<Properties xmlns="http://schemas.openxmlformats.org/officeDocument/2006/extended-properties" xmlns:vt="http://schemas.openxmlformats.org/officeDocument/2006/docPropsVTypes">
  <TotalTime>0</TotalTime>
  <Words>1441</Words>
  <Application>Microsoft Office PowerPoint</Application>
  <PresentationFormat>Widescreen</PresentationFormat>
  <Paragraphs>70</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Thème Office</vt:lpstr>
      <vt:lpstr>IRTF/IETF OPS Transfer between NMRG/NMOPS Status &amp; Exploring Collaboration Opportunities</vt:lpstr>
      <vt:lpstr>IRTF/IETF OPS Transfer between NMRG/NMOPS Is there interests and common scope?</vt:lpstr>
      <vt:lpstr>IRTF/IETF OPS Transfer between NMRG/NMOPS Example voices (1)</vt:lpstr>
      <vt:lpstr>IRTF/IETF OPS Transfer between NMRG/NMOPS Example voices (2)</vt:lpstr>
      <vt:lpstr>IRTF/IETF OPS Transfer between NMRG/NMOPS a first proposal for a joint session discussion…</vt:lpstr>
      <vt:lpstr>IRTF/IETF OPS Transfer between NMRG/NMOPS or alternatively…</vt:lpstr>
      <vt:lpstr>IRTF/IETF OPS Transfer between NMRG/NMOPS what can we lose?</vt:lpstr>
      <vt:lpstr>IRTF/IETF OPS Transfer between NMRG/NMOPS what can we gain?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WG</dc:title>
  <dc:creator>BOUCADAIR Mohamed INNOV/NET</dc:creator>
  <cp:lastModifiedBy>Graf Thomas, SCS-INI-NET-VNC-E2E</cp:lastModifiedBy>
  <cp:revision>9</cp:revision>
  <dcterms:created xsi:type="dcterms:W3CDTF">2025-06-10T08:42:21Z</dcterms:created>
  <dcterms:modified xsi:type="dcterms:W3CDTF">2026-07-17T06:37:32Z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2025-07-09T17:55:35Z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a1425b22-715d-4ed7-90cb-c133718547d3</vt:lpwstr>
  </property>
  <property fmtid="{D5CDD505-2E9C-101B-9397-08002B2CF9AE}" pid="8" name="MSIP_Label_c8f49a32-fde3-48a5-9266-b5b0972a22dc_ContentBits">
    <vt:lpwstr>2</vt:lpwstr>
  </property>
  <property fmtid="{D5CDD505-2E9C-101B-9397-08002B2CF9AE}" pid="9" name="MSIP_Label_c8f49a32-fde3-48a5-9266-b5b0972a22dc_Tag">
    <vt:lpwstr>50, 3, 0, 1</vt:lpwstr>
  </property>
  <property fmtid="{D5CDD505-2E9C-101B-9397-08002B2CF9AE}" pid="10" name="_readonly">
    <vt:lpwstr/>
  </property>
  <property fmtid="{D5CDD505-2E9C-101B-9397-08002B2CF9AE}" pid="11" name="_change">
    <vt:lpwstr/>
  </property>
  <property fmtid="{D5CDD505-2E9C-101B-9397-08002B2CF9AE}" pid="12" name="_full-control">
    <vt:lpwstr/>
  </property>
  <property fmtid="{D5CDD505-2E9C-101B-9397-08002B2CF9AE}" pid="13" name="sflag">
    <vt:lpwstr>1783542262</vt:lpwstr>
  </property>
</Properties>
</file>