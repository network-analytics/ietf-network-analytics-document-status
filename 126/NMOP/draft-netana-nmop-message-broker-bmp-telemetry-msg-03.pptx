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1041" r:id="rId2"/>
    <p:sldId id="2145706243" r:id="rId3"/>
    <p:sldId id="2145706298" r:id="rId4"/>
    <p:sldId id="2145706313" r:id="rId5"/>
    <p:sldId id="2145706316" r:id="rId6"/>
    <p:sldId id="2145706311" r:id="rId7"/>
    <p:sldId id="2145706312" r:id="rId8"/>
    <p:sldId id="2145706303" r:id="rId9"/>
    <p:sldId id="2145706310" r:id="rId10"/>
    <p:sldId id="2145706315" r:id="rId11"/>
    <p:sldId id="2145706317" r:id="rId12"/>
    <p:sldId id="2145706306" r:id="rId13"/>
    <p:sldId id="2145706309" r:id="rId14"/>
    <p:sldId id="2145706220" r:id="rId1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B30"/>
    <a:srgbClr val="ACAB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AB2929-1981-471E-A8B6-57E934419350}" v="26" dt="2026-07-16T14:28:36.7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53" autoAdjust="0"/>
    <p:restoredTop sz="91695" autoAdjust="0"/>
  </p:normalViewPr>
  <p:slideViewPr>
    <p:cSldViewPr snapToGrid="0">
      <p:cViewPr varScale="1">
        <p:scale>
          <a:sx n="87" d="100"/>
          <a:sy n="87" d="100"/>
        </p:scale>
        <p:origin x="432" y="77"/>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INI-NET-VNC-E2E" userId="487bc3e3-9ce7-4cdd-b7b4-8899ea88d289" providerId="ADAL" clId="{23DAAAFE-1C75-48F9-94BE-1C45A7C23D09}"/>
    <pc:docChg chg="undo custSel addSld delSld modSld sldOrd">
      <pc:chgData name="Graf Thomas, INI-NET-VNC-E2E" userId="487bc3e3-9ce7-4cdd-b7b4-8899ea88d289" providerId="ADAL" clId="{23DAAAFE-1C75-48F9-94BE-1C45A7C23D09}" dt="2025-02-21T09:51:52.396" v="1422" actId="20577"/>
      <pc:docMkLst>
        <pc:docMk/>
      </pc:docMkLst>
      <pc:sldChg chg="del">
        <pc:chgData name="Graf Thomas, INI-NET-VNC-E2E" userId="487bc3e3-9ce7-4cdd-b7b4-8899ea88d289" providerId="ADAL" clId="{23DAAAFE-1C75-48F9-94BE-1C45A7C23D09}" dt="2025-02-13T13:09:40.878" v="1411" actId="47"/>
        <pc:sldMkLst>
          <pc:docMk/>
          <pc:sldMk cId="0" sldId="273"/>
        </pc:sldMkLst>
      </pc:sldChg>
      <pc:sldChg chg="modSp mod">
        <pc:chgData name="Graf Thomas, INI-NET-VNC-E2E" userId="487bc3e3-9ce7-4cdd-b7b4-8899ea88d289" providerId="ADAL" clId="{23DAAAFE-1C75-48F9-94BE-1C45A7C23D09}" dt="2025-02-21T09:51:03.272" v="1418" actId="20577"/>
        <pc:sldMkLst>
          <pc:docMk/>
          <pc:sldMk cId="3578665336" sldId="1041"/>
        </pc:sldMkLst>
      </pc:sldChg>
      <pc:sldChg chg="add ord">
        <pc:chgData name="Graf Thomas, INI-NET-VNC-E2E" userId="487bc3e3-9ce7-4cdd-b7b4-8899ea88d289" providerId="ADAL" clId="{23DAAAFE-1C75-48F9-94BE-1C45A7C23D09}" dt="2025-02-13T12:10:28.301" v="20"/>
        <pc:sldMkLst>
          <pc:docMk/>
          <pc:sldMk cId="1088069469" sldId="26422"/>
        </pc:sldMkLst>
      </pc:sldChg>
      <pc:sldChg chg="add">
        <pc:chgData name="Graf Thomas, INI-NET-VNC-E2E" userId="487bc3e3-9ce7-4cdd-b7b4-8899ea88d289" providerId="ADAL" clId="{23DAAAFE-1C75-48F9-94BE-1C45A7C23D09}" dt="2025-02-13T13:10:06.531" v="1412"/>
        <pc:sldMkLst>
          <pc:docMk/>
          <pc:sldMk cId="670772560" sldId="2145706220"/>
        </pc:sldMkLst>
      </pc:sldChg>
      <pc:sldChg chg="add del">
        <pc:chgData name="Graf Thomas, INI-NET-VNC-E2E" userId="487bc3e3-9ce7-4cdd-b7b4-8899ea88d289" providerId="ADAL" clId="{23DAAAFE-1C75-48F9-94BE-1C45A7C23D09}" dt="2025-02-13T12:22:14.010" v="69" actId="47"/>
        <pc:sldMkLst>
          <pc:docMk/>
          <pc:sldMk cId="3864283889" sldId="2145706236"/>
        </pc:sldMkLst>
      </pc:sldChg>
      <pc:sldChg chg="del">
        <pc:chgData name="Graf Thomas, INI-NET-VNC-E2E" userId="487bc3e3-9ce7-4cdd-b7b4-8899ea88d289" providerId="ADAL" clId="{23DAAAFE-1C75-48F9-94BE-1C45A7C23D09}" dt="2025-02-13T12:09:00.050" v="10" actId="47"/>
        <pc:sldMkLst>
          <pc:docMk/>
          <pc:sldMk cId="2617504443" sldId="2145706242"/>
        </pc:sldMkLst>
      </pc:sldChg>
      <pc:sldChg chg="modSp add mod ord">
        <pc:chgData name="Graf Thomas, INI-NET-VNC-E2E" userId="487bc3e3-9ce7-4cdd-b7b4-8899ea88d289" providerId="ADAL" clId="{23DAAAFE-1C75-48F9-94BE-1C45A7C23D09}" dt="2025-02-13T12:26:03.115" v="93" actId="20577"/>
        <pc:sldMkLst>
          <pc:docMk/>
          <pc:sldMk cId="2325717052" sldId="2145706246"/>
        </pc:sldMkLst>
      </pc:sldChg>
      <pc:sldChg chg="modSp mod ord">
        <pc:chgData name="Graf Thomas, INI-NET-VNC-E2E" userId="487bc3e3-9ce7-4cdd-b7b4-8899ea88d289" providerId="ADAL" clId="{23DAAAFE-1C75-48F9-94BE-1C45A7C23D09}" dt="2025-02-13T12:25:42.282" v="91" actId="13926"/>
        <pc:sldMkLst>
          <pc:docMk/>
          <pc:sldMk cId="2701002203" sldId="2145706256"/>
        </pc:sldMkLst>
      </pc:sldChg>
      <pc:sldChg chg="add ord">
        <pc:chgData name="Graf Thomas, INI-NET-VNC-E2E" userId="487bc3e3-9ce7-4cdd-b7b4-8899ea88d289" providerId="ADAL" clId="{23DAAAFE-1C75-48F9-94BE-1C45A7C23D09}" dt="2025-02-13T12:18:25.700" v="54"/>
        <pc:sldMkLst>
          <pc:docMk/>
          <pc:sldMk cId="3965782337" sldId="2145706257"/>
        </pc:sldMkLst>
      </pc:sldChg>
      <pc:sldChg chg="del">
        <pc:chgData name="Graf Thomas, INI-NET-VNC-E2E" userId="487bc3e3-9ce7-4cdd-b7b4-8899ea88d289" providerId="ADAL" clId="{23DAAAFE-1C75-48F9-94BE-1C45A7C23D09}" dt="2025-02-13T12:21:10.466" v="67" actId="47"/>
        <pc:sldMkLst>
          <pc:docMk/>
          <pc:sldMk cId="2684272815" sldId="2145706258"/>
        </pc:sldMkLst>
      </pc:sldChg>
      <pc:sldChg chg="modSp del mod">
        <pc:chgData name="Graf Thomas, INI-NET-VNC-E2E" userId="487bc3e3-9ce7-4cdd-b7b4-8899ea88d289" providerId="ADAL" clId="{23DAAAFE-1C75-48F9-94BE-1C45A7C23D09}" dt="2025-02-13T12:21:14.404" v="68" actId="47"/>
        <pc:sldMkLst>
          <pc:docMk/>
          <pc:sldMk cId="179949106" sldId="2145706259"/>
        </pc:sldMkLst>
      </pc:sldChg>
      <pc:sldChg chg="modSp add mod ord">
        <pc:chgData name="Graf Thomas, INI-NET-VNC-E2E" userId="487bc3e3-9ce7-4cdd-b7b4-8899ea88d289" providerId="ADAL" clId="{23DAAAFE-1C75-48F9-94BE-1C45A7C23D09}" dt="2025-02-13T12:35:26.707" v="220" actId="13926"/>
        <pc:sldMkLst>
          <pc:docMk/>
          <pc:sldMk cId="218410027" sldId="2145706260"/>
        </pc:sldMkLst>
      </pc:sldChg>
      <pc:sldChg chg="modSp mod">
        <pc:chgData name="Graf Thomas, INI-NET-VNC-E2E" userId="487bc3e3-9ce7-4cdd-b7b4-8899ea88d289" providerId="ADAL" clId="{23DAAAFE-1C75-48F9-94BE-1C45A7C23D09}" dt="2025-02-13T13:06:12.265" v="1265" actId="113"/>
        <pc:sldMkLst>
          <pc:docMk/>
          <pc:sldMk cId="461661054" sldId="2145706267"/>
        </pc:sldMkLst>
      </pc:sldChg>
      <pc:sldChg chg="add ord">
        <pc:chgData name="Graf Thomas, INI-NET-VNC-E2E" userId="487bc3e3-9ce7-4cdd-b7b4-8899ea88d289" providerId="ADAL" clId="{23DAAAFE-1C75-48F9-94BE-1C45A7C23D09}" dt="2025-02-13T12:18:08.286" v="50"/>
        <pc:sldMkLst>
          <pc:docMk/>
          <pc:sldMk cId="3562000331" sldId="2145706269"/>
        </pc:sldMkLst>
      </pc:sldChg>
      <pc:sldChg chg="add ord">
        <pc:chgData name="Graf Thomas, INI-NET-VNC-E2E" userId="487bc3e3-9ce7-4cdd-b7b4-8899ea88d289" providerId="ADAL" clId="{23DAAAFE-1C75-48F9-94BE-1C45A7C23D09}" dt="2025-02-13T12:18:52.283" v="58"/>
        <pc:sldMkLst>
          <pc:docMk/>
          <pc:sldMk cId="2855098073" sldId="2145706270"/>
        </pc:sldMkLst>
      </pc:sldChg>
      <pc:sldChg chg="del">
        <pc:chgData name="Graf Thomas, INI-NET-VNC-E2E" userId="487bc3e3-9ce7-4cdd-b7b4-8899ea88d289" providerId="ADAL" clId="{23DAAAFE-1C75-48F9-94BE-1C45A7C23D09}" dt="2025-02-13T12:08:57.381" v="9" actId="47"/>
        <pc:sldMkLst>
          <pc:docMk/>
          <pc:sldMk cId="2178954233" sldId="2145706271"/>
        </pc:sldMkLst>
      </pc:sldChg>
      <pc:sldChg chg="del">
        <pc:chgData name="Graf Thomas, INI-NET-VNC-E2E" userId="487bc3e3-9ce7-4cdd-b7b4-8899ea88d289" providerId="ADAL" clId="{23DAAAFE-1C75-48F9-94BE-1C45A7C23D09}" dt="2025-02-13T12:09:33.153" v="15" actId="47"/>
        <pc:sldMkLst>
          <pc:docMk/>
          <pc:sldMk cId="1170693214" sldId="2145706272"/>
        </pc:sldMkLst>
      </pc:sldChg>
      <pc:sldChg chg="modSp add mod">
        <pc:chgData name="Graf Thomas, INI-NET-VNC-E2E" userId="487bc3e3-9ce7-4cdd-b7b4-8899ea88d289" providerId="ADAL" clId="{23DAAAFE-1C75-48F9-94BE-1C45A7C23D09}" dt="2025-02-21T09:51:52.396" v="1422" actId="20577"/>
        <pc:sldMkLst>
          <pc:docMk/>
          <pc:sldMk cId="3524404663" sldId="2145706275"/>
        </pc:sldMkLst>
      </pc:sldChg>
      <pc:sldChg chg="modSp add del mod">
        <pc:chgData name="Graf Thomas, INI-NET-VNC-E2E" userId="487bc3e3-9ce7-4cdd-b7b4-8899ea88d289" providerId="ADAL" clId="{23DAAAFE-1C75-48F9-94BE-1C45A7C23D09}" dt="2025-02-13T13:08:56.206" v="1410" actId="47"/>
        <pc:sldMkLst>
          <pc:docMk/>
          <pc:sldMk cId="1674016052" sldId="2145706276"/>
        </pc:sldMkLst>
      </pc:sldChg>
      <pc:sldChg chg="del">
        <pc:chgData name="Graf Thomas, INI-NET-VNC-E2E" userId="487bc3e3-9ce7-4cdd-b7b4-8899ea88d289" providerId="ADAL" clId="{23DAAAFE-1C75-48F9-94BE-1C45A7C23D09}" dt="2025-02-13T12:09:04.367" v="11" actId="47"/>
        <pc:sldMkLst>
          <pc:docMk/>
          <pc:sldMk cId="2551479504" sldId="2145706277"/>
        </pc:sldMkLst>
      </pc:sldChg>
      <pc:sldChg chg="addSp delSp modSp add mod ord">
        <pc:chgData name="Graf Thomas, INI-NET-VNC-E2E" userId="487bc3e3-9ce7-4cdd-b7b4-8899ea88d289" providerId="ADAL" clId="{23DAAAFE-1C75-48F9-94BE-1C45A7C23D09}" dt="2025-02-13T12:13:18.334" v="32"/>
        <pc:sldMkLst>
          <pc:docMk/>
          <pc:sldMk cId="2764131050" sldId="2145706278"/>
        </pc:sldMkLst>
      </pc:sldChg>
      <pc:sldChg chg="add ord">
        <pc:chgData name="Graf Thomas, INI-NET-VNC-E2E" userId="487bc3e3-9ce7-4cdd-b7b4-8899ea88d289" providerId="ADAL" clId="{23DAAAFE-1C75-48F9-94BE-1C45A7C23D09}" dt="2025-02-13T12:10:16.750" v="18"/>
        <pc:sldMkLst>
          <pc:docMk/>
          <pc:sldMk cId="1315775908" sldId="2145706280"/>
        </pc:sldMkLst>
      </pc:sldChg>
      <pc:sldChg chg="add">
        <pc:chgData name="Graf Thomas, INI-NET-VNC-E2E" userId="487bc3e3-9ce7-4cdd-b7b4-8899ea88d289" providerId="ADAL" clId="{23DAAAFE-1C75-48F9-94BE-1C45A7C23D09}" dt="2025-02-13T12:03:35.452" v="2"/>
        <pc:sldMkLst>
          <pc:docMk/>
          <pc:sldMk cId="1875627337" sldId="2145706281"/>
        </pc:sldMkLst>
      </pc:sldChg>
      <pc:sldChg chg="modSp add mod ord">
        <pc:chgData name="Graf Thomas, INI-NET-VNC-E2E" userId="487bc3e3-9ce7-4cdd-b7b4-8899ea88d289" providerId="ADAL" clId="{23DAAAFE-1C75-48F9-94BE-1C45A7C23D09}" dt="2025-02-13T12:18:41.773" v="56"/>
        <pc:sldMkLst>
          <pc:docMk/>
          <pc:sldMk cId="3325836654" sldId="2145706282"/>
        </pc:sldMkLst>
      </pc:sldChg>
      <pc:sldChg chg="modSp add mod">
        <pc:chgData name="Graf Thomas, INI-NET-VNC-E2E" userId="487bc3e3-9ce7-4cdd-b7b4-8899ea88d289" providerId="ADAL" clId="{23DAAAFE-1C75-48F9-94BE-1C45A7C23D09}" dt="2025-02-13T12:28:00.132" v="143" actId="108"/>
        <pc:sldMkLst>
          <pc:docMk/>
          <pc:sldMk cId="1552717135" sldId="2145706283"/>
        </pc:sldMkLst>
      </pc:sldChg>
      <pc:sldChg chg="add del">
        <pc:chgData name="Graf Thomas, INI-NET-VNC-E2E" userId="487bc3e3-9ce7-4cdd-b7b4-8899ea88d289" providerId="ADAL" clId="{23DAAAFE-1C75-48F9-94BE-1C45A7C23D09}" dt="2025-02-13T12:22:45.492" v="70" actId="47"/>
        <pc:sldMkLst>
          <pc:docMk/>
          <pc:sldMk cId="1939643520" sldId="2145706287"/>
        </pc:sldMkLst>
      </pc:sldChg>
      <pc:sldChg chg="add del">
        <pc:chgData name="Graf Thomas, INI-NET-VNC-E2E" userId="487bc3e3-9ce7-4cdd-b7b4-8899ea88d289" providerId="ADAL" clId="{23DAAAFE-1C75-48F9-94BE-1C45A7C23D09}" dt="2025-02-13T12:23:05.178" v="71" actId="47"/>
        <pc:sldMkLst>
          <pc:docMk/>
          <pc:sldMk cId="1775271079" sldId="2145706290"/>
        </pc:sldMkLst>
      </pc:sldChg>
      <pc:sldChg chg="add del">
        <pc:chgData name="Graf Thomas, INI-NET-VNC-E2E" userId="487bc3e3-9ce7-4cdd-b7b4-8899ea88d289" providerId="ADAL" clId="{23DAAAFE-1C75-48F9-94BE-1C45A7C23D09}" dt="2025-02-13T12:23:05.178" v="71" actId="47"/>
        <pc:sldMkLst>
          <pc:docMk/>
          <pc:sldMk cId="1060752161" sldId="2145706291"/>
        </pc:sldMkLst>
      </pc:sldChg>
      <pc:sldChg chg="add del">
        <pc:chgData name="Graf Thomas, INI-NET-VNC-E2E" userId="487bc3e3-9ce7-4cdd-b7b4-8899ea88d289" providerId="ADAL" clId="{23DAAAFE-1C75-48F9-94BE-1C45A7C23D09}" dt="2025-02-13T12:23:05.178" v="71" actId="47"/>
        <pc:sldMkLst>
          <pc:docMk/>
          <pc:sldMk cId="2224309717" sldId="2145706292"/>
        </pc:sldMkLst>
      </pc:sldChg>
      <pc:sldChg chg="modSp add mod ord">
        <pc:chgData name="Graf Thomas, INI-NET-VNC-E2E" userId="487bc3e3-9ce7-4cdd-b7b4-8899ea88d289" providerId="ADAL" clId="{23DAAAFE-1C75-48F9-94BE-1C45A7C23D09}" dt="2025-02-13T12:24:48.450" v="87" actId="108"/>
        <pc:sldMkLst>
          <pc:docMk/>
          <pc:sldMk cId="1033377780" sldId="2145706293"/>
        </pc:sldMkLst>
      </pc:sldChg>
      <pc:sldChg chg="add del">
        <pc:chgData name="Graf Thomas, INI-NET-VNC-E2E" userId="487bc3e3-9ce7-4cdd-b7b4-8899ea88d289" providerId="ADAL" clId="{23DAAAFE-1C75-48F9-94BE-1C45A7C23D09}" dt="2025-02-13T12:09:35.316" v="16" actId="47"/>
        <pc:sldMkLst>
          <pc:docMk/>
          <pc:sldMk cId="2870000217" sldId="2145706294"/>
        </pc:sldMkLst>
      </pc:sldChg>
      <pc:sldChg chg="modSp add mod">
        <pc:chgData name="Graf Thomas, INI-NET-VNC-E2E" userId="487bc3e3-9ce7-4cdd-b7b4-8899ea88d289" providerId="ADAL" clId="{23DAAAFE-1C75-48F9-94BE-1C45A7C23D09}" dt="2025-02-13T12:24:06.050" v="76" actId="108"/>
        <pc:sldMkLst>
          <pc:docMk/>
          <pc:sldMk cId="3181337443" sldId="2145706294"/>
        </pc:sldMkLst>
      </pc:sldChg>
      <pc:sldChg chg="new del">
        <pc:chgData name="Graf Thomas, INI-NET-VNC-E2E" userId="487bc3e3-9ce7-4cdd-b7b4-8899ea88d289" providerId="ADAL" clId="{23DAAAFE-1C75-48F9-94BE-1C45A7C23D09}" dt="2025-02-13T13:26:43.466" v="1414" actId="47"/>
        <pc:sldMkLst>
          <pc:docMk/>
          <pc:sldMk cId="1838475321" sldId="2145706295"/>
        </pc:sldMkLst>
      </pc:sldChg>
    </pc:docChg>
  </pc:docChgLst>
  <pc:docChgLst>
    <pc:chgData name="Graf Thomas, SCS-INI-NET-VNC-E2E" userId="487bc3e3-9ce7-4cdd-b7b4-8899ea88d289" providerId="ADAL" clId="{54A39940-08FA-4A7E-9BB9-600FEA25ABAF}"/>
    <pc:docChg chg="undo redo custSel addSld delSld modSld sldOrd">
      <pc:chgData name="Graf Thomas, SCS-INI-NET-VNC-E2E" userId="487bc3e3-9ce7-4cdd-b7b4-8899ea88d289" providerId="ADAL" clId="{54A39940-08FA-4A7E-9BB9-600FEA25ABAF}" dt="2025-10-26T13:07:06.475" v="9735" actId="14100"/>
      <pc:docMkLst>
        <pc:docMk/>
      </pc:docMkLst>
      <pc:sldChg chg="modSp mod">
        <pc:chgData name="Graf Thomas, SCS-INI-NET-VNC-E2E" userId="487bc3e3-9ce7-4cdd-b7b4-8899ea88d289" providerId="ADAL" clId="{54A39940-08FA-4A7E-9BB9-600FEA25ABAF}" dt="2025-10-26T13:05:39.020" v="9726" actId="20577"/>
        <pc:sldMkLst>
          <pc:docMk/>
          <pc:sldMk cId="3578665336" sldId="1041"/>
        </pc:sldMkLst>
      </pc:sldChg>
      <pc:sldChg chg="addSp delSp modSp mod ord">
        <pc:chgData name="Graf Thomas, SCS-INI-NET-VNC-E2E" userId="487bc3e3-9ce7-4cdd-b7b4-8899ea88d289" providerId="ADAL" clId="{54A39940-08FA-4A7E-9BB9-600FEA25ABAF}" dt="2025-10-18T07:13:55.081" v="9527" actId="20577"/>
        <pc:sldMkLst>
          <pc:docMk/>
          <pc:sldMk cId="1088069469" sldId="26422"/>
        </pc:sldMkLst>
      </pc:sldChg>
      <pc:sldChg chg="del">
        <pc:chgData name="Graf Thomas, SCS-INI-NET-VNC-E2E" userId="487bc3e3-9ce7-4cdd-b7b4-8899ea88d289" providerId="ADAL" clId="{54A39940-08FA-4A7E-9BB9-600FEA25ABAF}" dt="2025-10-17T08:44:45.036" v="3045" actId="47"/>
        <pc:sldMkLst>
          <pc:docMk/>
          <pc:sldMk cId="2325717052" sldId="2145706246"/>
        </pc:sldMkLst>
      </pc:sldChg>
      <pc:sldChg chg="del">
        <pc:chgData name="Graf Thomas, SCS-INI-NET-VNC-E2E" userId="487bc3e3-9ce7-4cdd-b7b4-8899ea88d289" providerId="ADAL" clId="{54A39940-08FA-4A7E-9BB9-600FEA25ABAF}" dt="2025-10-17T08:44:45.036" v="3045" actId="47"/>
        <pc:sldMkLst>
          <pc:docMk/>
          <pc:sldMk cId="2701002203" sldId="2145706256"/>
        </pc:sldMkLst>
      </pc:sldChg>
      <pc:sldChg chg="del">
        <pc:chgData name="Graf Thomas, SCS-INI-NET-VNC-E2E" userId="487bc3e3-9ce7-4cdd-b7b4-8899ea88d289" providerId="ADAL" clId="{54A39940-08FA-4A7E-9BB9-600FEA25ABAF}" dt="2025-10-17T08:44:45.036" v="3045" actId="47"/>
        <pc:sldMkLst>
          <pc:docMk/>
          <pc:sldMk cId="3965782337" sldId="2145706257"/>
        </pc:sldMkLst>
      </pc:sldChg>
      <pc:sldChg chg="del">
        <pc:chgData name="Graf Thomas, SCS-INI-NET-VNC-E2E" userId="487bc3e3-9ce7-4cdd-b7b4-8899ea88d289" providerId="ADAL" clId="{54A39940-08FA-4A7E-9BB9-600FEA25ABAF}" dt="2025-10-17T08:44:45.036" v="3045" actId="47"/>
        <pc:sldMkLst>
          <pc:docMk/>
          <pc:sldMk cId="218410027" sldId="2145706260"/>
        </pc:sldMkLst>
      </pc:sldChg>
      <pc:sldChg chg="addSp delSp modSp del mod ord">
        <pc:chgData name="Graf Thomas, SCS-INI-NET-VNC-E2E" userId="487bc3e3-9ce7-4cdd-b7b4-8899ea88d289" providerId="ADAL" clId="{54A39940-08FA-4A7E-9BB9-600FEA25ABAF}" dt="2025-10-18T06:57:04.074" v="9521" actId="2696"/>
        <pc:sldMkLst>
          <pc:docMk/>
          <pc:sldMk cId="461661054" sldId="2145706267"/>
        </pc:sldMkLst>
      </pc:sldChg>
      <pc:sldChg chg="del">
        <pc:chgData name="Graf Thomas, SCS-INI-NET-VNC-E2E" userId="487bc3e3-9ce7-4cdd-b7b4-8899ea88d289" providerId="ADAL" clId="{54A39940-08FA-4A7E-9BB9-600FEA25ABAF}" dt="2025-10-17T08:44:45.036" v="3045" actId="47"/>
        <pc:sldMkLst>
          <pc:docMk/>
          <pc:sldMk cId="3562000331" sldId="2145706269"/>
        </pc:sldMkLst>
      </pc:sldChg>
      <pc:sldChg chg="del">
        <pc:chgData name="Graf Thomas, SCS-INI-NET-VNC-E2E" userId="487bc3e3-9ce7-4cdd-b7b4-8899ea88d289" providerId="ADAL" clId="{54A39940-08FA-4A7E-9BB9-600FEA25ABAF}" dt="2025-10-17T08:44:45.036" v="3045" actId="47"/>
        <pc:sldMkLst>
          <pc:docMk/>
          <pc:sldMk cId="2855098073" sldId="2145706270"/>
        </pc:sldMkLst>
      </pc:sldChg>
      <pc:sldChg chg="del">
        <pc:chgData name="Graf Thomas, SCS-INI-NET-VNC-E2E" userId="487bc3e3-9ce7-4cdd-b7b4-8899ea88d289" providerId="ADAL" clId="{54A39940-08FA-4A7E-9BB9-600FEA25ABAF}" dt="2025-10-17T08:44:45.036" v="3045" actId="47"/>
        <pc:sldMkLst>
          <pc:docMk/>
          <pc:sldMk cId="1062704173" sldId="2145706274"/>
        </pc:sldMkLst>
      </pc:sldChg>
      <pc:sldChg chg="del">
        <pc:chgData name="Graf Thomas, SCS-INI-NET-VNC-E2E" userId="487bc3e3-9ce7-4cdd-b7b4-8899ea88d289" providerId="ADAL" clId="{54A39940-08FA-4A7E-9BB9-600FEA25ABAF}" dt="2025-10-17T08:44:45.036" v="3045" actId="47"/>
        <pc:sldMkLst>
          <pc:docMk/>
          <pc:sldMk cId="3524404663" sldId="2145706275"/>
        </pc:sldMkLst>
      </pc:sldChg>
      <pc:sldChg chg="del">
        <pc:chgData name="Graf Thomas, SCS-INI-NET-VNC-E2E" userId="487bc3e3-9ce7-4cdd-b7b4-8899ea88d289" providerId="ADAL" clId="{54A39940-08FA-4A7E-9BB9-600FEA25ABAF}" dt="2025-10-17T07:49:59.140" v="177" actId="47"/>
        <pc:sldMkLst>
          <pc:docMk/>
          <pc:sldMk cId="2764131050" sldId="2145706278"/>
        </pc:sldMkLst>
      </pc:sldChg>
      <pc:sldChg chg="addSp delSp modSp mod ord">
        <pc:chgData name="Graf Thomas, SCS-INI-NET-VNC-E2E" userId="487bc3e3-9ce7-4cdd-b7b4-8899ea88d289" providerId="ADAL" clId="{54A39940-08FA-4A7E-9BB9-600FEA25ABAF}" dt="2025-10-18T06:49:48.158" v="9408" actId="14100"/>
        <pc:sldMkLst>
          <pc:docMk/>
          <pc:sldMk cId="1315775908" sldId="2145706280"/>
        </pc:sldMkLst>
      </pc:sldChg>
      <pc:sldChg chg="del">
        <pc:chgData name="Graf Thomas, SCS-INI-NET-VNC-E2E" userId="487bc3e3-9ce7-4cdd-b7b4-8899ea88d289" providerId="ADAL" clId="{54A39940-08FA-4A7E-9BB9-600FEA25ABAF}" dt="2025-10-17T08:44:45.036" v="3045" actId="47"/>
        <pc:sldMkLst>
          <pc:docMk/>
          <pc:sldMk cId="1875627337" sldId="2145706281"/>
        </pc:sldMkLst>
      </pc:sldChg>
      <pc:sldChg chg="del">
        <pc:chgData name="Graf Thomas, SCS-INI-NET-VNC-E2E" userId="487bc3e3-9ce7-4cdd-b7b4-8899ea88d289" providerId="ADAL" clId="{54A39940-08FA-4A7E-9BB9-600FEA25ABAF}" dt="2025-10-17T08:44:45.036" v="3045" actId="47"/>
        <pc:sldMkLst>
          <pc:docMk/>
          <pc:sldMk cId="3325836654" sldId="2145706282"/>
        </pc:sldMkLst>
      </pc:sldChg>
      <pc:sldChg chg="del">
        <pc:chgData name="Graf Thomas, SCS-INI-NET-VNC-E2E" userId="487bc3e3-9ce7-4cdd-b7b4-8899ea88d289" providerId="ADAL" clId="{54A39940-08FA-4A7E-9BB9-600FEA25ABAF}" dt="2025-10-17T08:44:45.036" v="3045" actId="47"/>
        <pc:sldMkLst>
          <pc:docMk/>
          <pc:sldMk cId="1552717135" sldId="2145706283"/>
        </pc:sldMkLst>
      </pc:sldChg>
      <pc:sldChg chg="del">
        <pc:chgData name="Graf Thomas, SCS-INI-NET-VNC-E2E" userId="487bc3e3-9ce7-4cdd-b7b4-8899ea88d289" providerId="ADAL" clId="{54A39940-08FA-4A7E-9BB9-600FEA25ABAF}" dt="2025-10-17T08:44:45.036" v="3045" actId="47"/>
        <pc:sldMkLst>
          <pc:docMk/>
          <pc:sldMk cId="1033377780" sldId="2145706293"/>
        </pc:sldMkLst>
      </pc:sldChg>
      <pc:sldChg chg="del ord">
        <pc:chgData name="Graf Thomas, SCS-INI-NET-VNC-E2E" userId="487bc3e3-9ce7-4cdd-b7b4-8899ea88d289" providerId="ADAL" clId="{54A39940-08FA-4A7E-9BB9-600FEA25ABAF}" dt="2025-10-17T10:25:52.156" v="5436" actId="47"/>
        <pc:sldMkLst>
          <pc:docMk/>
          <pc:sldMk cId="3181337443" sldId="2145706294"/>
        </pc:sldMkLst>
      </pc:sldChg>
      <pc:sldChg chg="addSp delSp modSp add mod ord">
        <pc:chgData name="Graf Thomas, SCS-INI-NET-VNC-E2E" userId="487bc3e3-9ce7-4cdd-b7b4-8899ea88d289" providerId="ADAL" clId="{54A39940-08FA-4A7E-9BB9-600FEA25ABAF}" dt="2025-10-18T06:49:37.411" v="9406" actId="255"/>
        <pc:sldMkLst>
          <pc:docMk/>
          <pc:sldMk cId="3685482022" sldId="2145706295"/>
        </pc:sldMkLst>
      </pc:sldChg>
      <pc:sldChg chg="addSp delSp modSp add mod">
        <pc:chgData name="Graf Thomas, SCS-INI-NET-VNC-E2E" userId="487bc3e3-9ce7-4cdd-b7b4-8899ea88d289" providerId="ADAL" clId="{54A39940-08FA-4A7E-9BB9-600FEA25ABAF}" dt="2025-10-18T07:15:00.500" v="9550" actId="20577"/>
        <pc:sldMkLst>
          <pc:docMk/>
          <pc:sldMk cId="1475201924" sldId="2145706296"/>
        </pc:sldMkLst>
      </pc:sldChg>
      <pc:sldChg chg="addSp delSp modSp add mod ord">
        <pc:chgData name="Graf Thomas, SCS-INI-NET-VNC-E2E" userId="487bc3e3-9ce7-4cdd-b7b4-8899ea88d289" providerId="ADAL" clId="{54A39940-08FA-4A7E-9BB9-600FEA25ABAF}" dt="2025-10-18T06:52:01.348" v="9487"/>
        <pc:sldMkLst>
          <pc:docMk/>
          <pc:sldMk cId="710783608" sldId="2145706297"/>
        </pc:sldMkLst>
      </pc:sldChg>
      <pc:sldChg chg="addSp delSp modSp add mod ord">
        <pc:chgData name="Graf Thomas, SCS-INI-NET-VNC-E2E" userId="487bc3e3-9ce7-4cdd-b7b4-8899ea88d289" providerId="ADAL" clId="{54A39940-08FA-4A7E-9BB9-600FEA25ABAF}" dt="2025-10-18T06:51:55.628" v="9485"/>
        <pc:sldMkLst>
          <pc:docMk/>
          <pc:sldMk cId="3625312977" sldId="2145706298"/>
        </pc:sldMkLst>
      </pc:sldChg>
      <pc:sldChg chg="addSp delSp modSp add mod ord">
        <pc:chgData name="Graf Thomas, SCS-INI-NET-VNC-E2E" userId="487bc3e3-9ce7-4cdd-b7b4-8899ea88d289" providerId="ADAL" clId="{54A39940-08FA-4A7E-9BB9-600FEA25ABAF}" dt="2025-10-18T06:51:34.868" v="9477" actId="20577"/>
        <pc:sldMkLst>
          <pc:docMk/>
          <pc:sldMk cId="2117458142" sldId="2145706299"/>
        </pc:sldMkLst>
      </pc:sldChg>
      <pc:sldChg chg="addSp delSp modSp add mod">
        <pc:chgData name="Graf Thomas, SCS-INI-NET-VNC-E2E" userId="487bc3e3-9ce7-4cdd-b7b4-8899ea88d289" providerId="ADAL" clId="{54A39940-08FA-4A7E-9BB9-600FEA25ABAF}" dt="2025-10-18T07:13:35.576" v="9523" actId="20577"/>
        <pc:sldMkLst>
          <pc:docMk/>
          <pc:sldMk cId="1230411846" sldId="2145706300"/>
        </pc:sldMkLst>
      </pc:sldChg>
      <pc:sldChg chg="addSp delSp modSp add mod">
        <pc:chgData name="Graf Thomas, SCS-INI-NET-VNC-E2E" userId="487bc3e3-9ce7-4cdd-b7b4-8899ea88d289" providerId="ADAL" clId="{54A39940-08FA-4A7E-9BB9-600FEA25ABAF}" dt="2025-10-18T07:13:58.738" v="9531" actId="20577"/>
        <pc:sldMkLst>
          <pc:docMk/>
          <pc:sldMk cId="4162477740" sldId="2145706301"/>
        </pc:sldMkLst>
      </pc:sldChg>
      <pc:sldChg chg="delSp modSp add mod ord">
        <pc:chgData name="Graf Thomas, SCS-INI-NET-VNC-E2E" userId="487bc3e3-9ce7-4cdd-b7b4-8899ea88d289" providerId="ADAL" clId="{54A39940-08FA-4A7E-9BB9-600FEA25ABAF}" dt="2025-10-18T06:10:02.903" v="6169" actId="20577"/>
        <pc:sldMkLst>
          <pc:docMk/>
          <pc:sldMk cId="1190312228" sldId="2145706302"/>
        </pc:sldMkLst>
      </pc:sldChg>
      <pc:sldChg chg="modSp add mod">
        <pc:chgData name="Graf Thomas, SCS-INI-NET-VNC-E2E" userId="487bc3e3-9ce7-4cdd-b7b4-8899ea88d289" providerId="ADAL" clId="{54A39940-08FA-4A7E-9BB9-600FEA25ABAF}" dt="2025-10-18T06:09:55.667" v="6164" actId="20577"/>
        <pc:sldMkLst>
          <pc:docMk/>
          <pc:sldMk cId="4251917088" sldId="2145706303"/>
        </pc:sldMkLst>
      </pc:sldChg>
      <pc:sldChg chg="modSp add mod ord">
        <pc:chgData name="Graf Thomas, SCS-INI-NET-VNC-E2E" userId="487bc3e3-9ce7-4cdd-b7b4-8899ea88d289" providerId="ADAL" clId="{54A39940-08FA-4A7E-9BB9-600FEA25ABAF}" dt="2025-10-18T06:55:07.919" v="9511" actId="207"/>
        <pc:sldMkLst>
          <pc:docMk/>
          <pc:sldMk cId="2204044421" sldId="2145706304"/>
        </pc:sldMkLst>
      </pc:sldChg>
      <pc:sldChg chg="modSp add mod ord">
        <pc:chgData name="Graf Thomas, SCS-INI-NET-VNC-E2E" userId="487bc3e3-9ce7-4cdd-b7b4-8899ea88d289" providerId="ADAL" clId="{54A39940-08FA-4A7E-9BB9-600FEA25ABAF}" dt="2025-10-18T07:18:31.215" v="9724" actId="20577"/>
        <pc:sldMkLst>
          <pc:docMk/>
          <pc:sldMk cId="3686017286" sldId="2145706305"/>
        </pc:sldMkLst>
      </pc:sldChg>
      <pc:sldChg chg="new del">
        <pc:chgData name="Graf Thomas, SCS-INI-NET-VNC-E2E" userId="487bc3e3-9ce7-4cdd-b7b4-8899ea88d289" providerId="ADAL" clId="{54A39940-08FA-4A7E-9BB9-600FEA25ABAF}" dt="2025-10-18T06:39:45.686" v="8594" actId="47"/>
        <pc:sldMkLst>
          <pc:docMk/>
          <pc:sldMk cId="1436051656" sldId="2145706306"/>
        </pc:sldMkLst>
      </pc:sldChg>
      <pc:sldChg chg="addSp modSp add mod">
        <pc:chgData name="Graf Thomas, SCS-INI-NET-VNC-E2E" userId="487bc3e3-9ce7-4cdd-b7b4-8899ea88d289" providerId="ADAL" clId="{54A39940-08FA-4A7E-9BB9-600FEA25ABAF}" dt="2025-10-26T13:07:06.475" v="9735" actId="14100"/>
        <pc:sldMkLst>
          <pc:docMk/>
          <pc:sldMk cId="3305081943" sldId="2145706306"/>
        </pc:sldMkLst>
      </pc:sldChg>
    </pc:docChg>
  </pc:docChgLst>
  <pc:docChgLst>
    <pc:chgData name="Graf Thomas, SCS-INI-NET-VNC-E2E" userId="487bc3e3-9ce7-4cdd-b7b4-8899ea88d289" providerId="ADAL" clId="{ADEEF08A-D719-4B50-A383-4105EDA2C206}"/>
    <pc:docChg chg="undo redo custSel addSld delSld modSld sldOrd">
      <pc:chgData name="Graf Thomas, SCS-INI-NET-VNC-E2E" userId="487bc3e3-9ce7-4cdd-b7b4-8899ea88d289" providerId="ADAL" clId="{ADEEF08A-D719-4B50-A383-4105EDA2C206}" dt="2026-07-16T14:31:16.073" v="7504" actId="20577"/>
      <pc:docMkLst>
        <pc:docMk/>
      </pc:docMkLst>
      <pc:sldChg chg="modSp mod">
        <pc:chgData name="Graf Thomas, SCS-INI-NET-VNC-E2E" userId="487bc3e3-9ce7-4cdd-b7b4-8899ea88d289" providerId="ADAL" clId="{ADEEF08A-D719-4B50-A383-4105EDA2C206}" dt="2026-07-16T14:31:16.073" v="7504" actId="20577"/>
        <pc:sldMkLst>
          <pc:docMk/>
          <pc:sldMk cId="3578665336" sldId="1041"/>
        </pc:sldMkLst>
        <pc:spChg chg="mod">
          <ac:chgData name="Graf Thomas, SCS-INI-NET-VNC-E2E" userId="487bc3e3-9ce7-4cdd-b7b4-8899ea88d289" providerId="ADAL" clId="{ADEEF08A-D719-4B50-A383-4105EDA2C206}" dt="2026-07-14T12:41:23.213" v="6114" actId="20577"/>
          <ac:spMkLst>
            <pc:docMk/>
            <pc:sldMk cId="3578665336" sldId="1041"/>
            <ac:spMk id="5" creationId="{C26208B2-0D10-4C23-B2DE-372A62E98644}"/>
          </ac:spMkLst>
        </pc:spChg>
        <pc:spChg chg="mod">
          <ac:chgData name="Graf Thomas, SCS-INI-NET-VNC-E2E" userId="487bc3e3-9ce7-4cdd-b7b4-8899ea88d289" providerId="ADAL" clId="{ADEEF08A-D719-4B50-A383-4105EDA2C206}" dt="2026-07-16T14:31:16.073" v="7504" actId="20577"/>
          <ac:spMkLst>
            <pc:docMk/>
            <pc:sldMk cId="3578665336" sldId="1041"/>
            <ac:spMk id="6" creationId="{6CAA0765-1318-4A03-8F91-D3ECC43D8FA7}"/>
          </ac:spMkLst>
        </pc:spChg>
      </pc:sldChg>
      <pc:sldChg chg="modSp del mod">
        <pc:chgData name="Graf Thomas, SCS-INI-NET-VNC-E2E" userId="487bc3e3-9ce7-4cdd-b7b4-8899ea88d289" providerId="ADAL" clId="{ADEEF08A-D719-4B50-A383-4105EDA2C206}" dt="2026-07-14T12:55:18.417" v="6196" actId="47"/>
        <pc:sldMkLst>
          <pc:docMk/>
          <pc:sldMk cId="1088069469" sldId="26422"/>
        </pc:sldMkLst>
      </pc:sldChg>
      <pc:sldChg chg="addSp modSp mod">
        <pc:chgData name="Graf Thomas, SCS-INI-NET-VNC-E2E" userId="487bc3e3-9ce7-4cdd-b7b4-8899ea88d289" providerId="ADAL" clId="{ADEEF08A-D719-4B50-A383-4105EDA2C206}" dt="2026-03-06T15:14:32.681" v="6011" actId="14100"/>
        <pc:sldMkLst>
          <pc:docMk/>
          <pc:sldMk cId="670772560" sldId="2145706220"/>
        </pc:sldMkLst>
      </pc:sldChg>
      <pc:sldChg chg="delSp modSp add mod">
        <pc:chgData name="Graf Thomas, SCS-INI-NET-VNC-E2E" userId="487bc3e3-9ce7-4cdd-b7b4-8899ea88d289" providerId="ADAL" clId="{ADEEF08A-D719-4B50-A383-4105EDA2C206}" dt="2026-07-14T12:41:55.778" v="6133"/>
        <pc:sldMkLst>
          <pc:docMk/>
          <pc:sldMk cId="2750719351" sldId="2145706243"/>
        </pc:sldMkLst>
        <pc:spChg chg="mod">
          <ac:chgData name="Graf Thomas, SCS-INI-NET-VNC-E2E" userId="487bc3e3-9ce7-4cdd-b7b4-8899ea88d289" providerId="ADAL" clId="{ADEEF08A-D719-4B50-A383-4105EDA2C206}" dt="2026-07-14T12:41:55.778" v="6133"/>
          <ac:spMkLst>
            <pc:docMk/>
            <pc:sldMk cId="2750719351" sldId="2145706243"/>
            <ac:spMk id="3" creationId="{E1C8AC62-B5C5-ADE4-1957-88D3A14E964A}"/>
          </ac:spMkLst>
        </pc:spChg>
      </pc:sldChg>
      <pc:sldChg chg="addSp delSp modSp del mod">
        <pc:chgData name="Graf Thomas, SCS-INI-NET-VNC-E2E" userId="487bc3e3-9ce7-4cdd-b7b4-8899ea88d289" providerId="ADAL" clId="{ADEEF08A-D719-4B50-A383-4105EDA2C206}" dt="2026-07-14T12:55:56.511" v="6197" actId="47"/>
        <pc:sldMkLst>
          <pc:docMk/>
          <pc:sldMk cId="1315775908" sldId="2145706280"/>
        </pc:sldMkLst>
      </pc:sldChg>
      <pc:sldChg chg="addSp delSp modSp del mod">
        <pc:chgData name="Graf Thomas, SCS-INI-NET-VNC-E2E" userId="487bc3e3-9ce7-4cdd-b7b4-8899ea88d289" providerId="ADAL" clId="{ADEEF08A-D719-4B50-A383-4105EDA2C206}" dt="2026-07-14T12:55:56.511" v="6197" actId="47"/>
        <pc:sldMkLst>
          <pc:docMk/>
          <pc:sldMk cId="3685482022" sldId="2145706295"/>
        </pc:sldMkLst>
      </pc:sldChg>
      <pc:sldChg chg="addSp delSp modSp del mod">
        <pc:chgData name="Graf Thomas, SCS-INI-NET-VNC-E2E" userId="487bc3e3-9ce7-4cdd-b7b4-8899ea88d289" providerId="ADAL" clId="{ADEEF08A-D719-4B50-A383-4105EDA2C206}" dt="2026-07-14T12:56:53.974" v="6205" actId="47"/>
        <pc:sldMkLst>
          <pc:docMk/>
          <pc:sldMk cId="1475201924" sldId="2145706296"/>
        </pc:sldMkLst>
      </pc:sldChg>
      <pc:sldChg chg="addSp delSp modSp del mod">
        <pc:chgData name="Graf Thomas, SCS-INI-NET-VNC-E2E" userId="487bc3e3-9ce7-4cdd-b7b4-8899ea88d289" providerId="ADAL" clId="{ADEEF08A-D719-4B50-A383-4105EDA2C206}" dt="2026-07-14T12:56:44.698" v="6204" actId="47"/>
        <pc:sldMkLst>
          <pc:docMk/>
          <pc:sldMk cId="710783608" sldId="2145706297"/>
        </pc:sldMkLst>
      </pc:sldChg>
      <pc:sldChg chg="addSp delSp modSp mod ord">
        <pc:chgData name="Graf Thomas, SCS-INI-NET-VNC-E2E" userId="487bc3e3-9ce7-4cdd-b7b4-8899ea88d289" providerId="ADAL" clId="{ADEEF08A-D719-4B50-A383-4105EDA2C206}" dt="2026-07-14T12:56:59.627" v="6207"/>
        <pc:sldMkLst>
          <pc:docMk/>
          <pc:sldMk cId="3625312977" sldId="2145706298"/>
        </pc:sldMkLst>
        <pc:picChg chg="add mod">
          <ac:chgData name="Graf Thomas, SCS-INI-NET-VNC-E2E" userId="487bc3e3-9ce7-4cdd-b7b4-8899ea88d289" providerId="ADAL" clId="{ADEEF08A-D719-4B50-A383-4105EDA2C206}" dt="2026-07-14T12:56:39.058" v="6203" actId="1076"/>
          <ac:picMkLst>
            <pc:docMk/>
            <pc:sldMk cId="3625312977" sldId="2145706298"/>
            <ac:picMk id="3" creationId="{3D20887A-63D9-A4B9-AA81-58DA821129FA}"/>
          </ac:picMkLst>
        </pc:picChg>
      </pc:sldChg>
      <pc:sldChg chg="del">
        <pc:chgData name="Graf Thomas, SCS-INI-NET-VNC-E2E" userId="487bc3e3-9ce7-4cdd-b7b4-8899ea88d289" providerId="ADAL" clId="{ADEEF08A-D719-4B50-A383-4105EDA2C206}" dt="2026-03-06T12:57:35.600" v="1725" actId="47"/>
        <pc:sldMkLst>
          <pc:docMk/>
          <pc:sldMk cId="2117458142" sldId="2145706299"/>
        </pc:sldMkLst>
      </pc:sldChg>
      <pc:sldChg chg="del">
        <pc:chgData name="Graf Thomas, SCS-INI-NET-VNC-E2E" userId="487bc3e3-9ce7-4cdd-b7b4-8899ea88d289" providerId="ADAL" clId="{ADEEF08A-D719-4B50-A383-4105EDA2C206}" dt="2026-07-14T12:55:18.417" v="6196" actId="47"/>
        <pc:sldMkLst>
          <pc:docMk/>
          <pc:sldMk cId="1230411846" sldId="2145706300"/>
        </pc:sldMkLst>
      </pc:sldChg>
      <pc:sldChg chg="modSp del mod">
        <pc:chgData name="Graf Thomas, SCS-INI-NET-VNC-E2E" userId="487bc3e3-9ce7-4cdd-b7b4-8899ea88d289" providerId="ADAL" clId="{ADEEF08A-D719-4B50-A383-4105EDA2C206}" dt="2026-07-14T12:55:18.417" v="6196" actId="47"/>
        <pc:sldMkLst>
          <pc:docMk/>
          <pc:sldMk cId="4162477740" sldId="2145706301"/>
        </pc:sldMkLst>
      </pc:sldChg>
      <pc:sldChg chg="modSp mod ord">
        <pc:chgData name="Graf Thomas, SCS-INI-NET-VNC-E2E" userId="487bc3e3-9ce7-4cdd-b7b4-8899ea88d289" providerId="ADAL" clId="{ADEEF08A-D719-4B50-A383-4105EDA2C206}" dt="2026-07-14T13:29:47.977" v="7257" actId="400"/>
        <pc:sldMkLst>
          <pc:docMk/>
          <pc:sldMk cId="1190312228" sldId="2145706302"/>
        </pc:sldMkLst>
      </pc:sldChg>
      <pc:sldChg chg="addSp modSp mod ord">
        <pc:chgData name="Graf Thomas, SCS-INI-NET-VNC-E2E" userId="487bc3e3-9ce7-4cdd-b7b4-8899ea88d289" providerId="ADAL" clId="{ADEEF08A-D719-4B50-A383-4105EDA2C206}" dt="2026-07-14T13:14:24.593" v="6603" actId="13926"/>
        <pc:sldMkLst>
          <pc:docMk/>
          <pc:sldMk cId="4251917088" sldId="2145706303"/>
        </pc:sldMkLst>
        <pc:spChg chg="mod">
          <ac:chgData name="Graf Thomas, SCS-INI-NET-VNC-E2E" userId="487bc3e3-9ce7-4cdd-b7b4-8899ea88d289" providerId="ADAL" clId="{ADEEF08A-D719-4B50-A383-4105EDA2C206}" dt="2026-07-14T13:14:03.698" v="6600" actId="20577"/>
          <ac:spMkLst>
            <pc:docMk/>
            <pc:sldMk cId="4251917088" sldId="2145706303"/>
            <ac:spMk id="2" creationId="{9D734BEF-C196-3BAF-0F2E-FB66BF042884}"/>
          </ac:spMkLst>
        </pc:spChg>
        <pc:spChg chg="mod">
          <ac:chgData name="Graf Thomas, SCS-INI-NET-VNC-E2E" userId="487bc3e3-9ce7-4cdd-b7b4-8899ea88d289" providerId="ADAL" clId="{ADEEF08A-D719-4B50-A383-4105EDA2C206}" dt="2026-07-14T13:06:13.034" v="6332" actId="20577"/>
          <ac:spMkLst>
            <pc:docMk/>
            <pc:sldMk cId="4251917088" sldId="2145706303"/>
            <ac:spMk id="3" creationId="{6EA985DA-ABCF-AB10-5C45-1B7050950E17}"/>
          </ac:spMkLst>
        </pc:spChg>
        <pc:spChg chg="add mod">
          <ac:chgData name="Graf Thomas, SCS-INI-NET-VNC-E2E" userId="487bc3e3-9ce7-4cdd-b7b4-8899ea88d289" providerId="ADAL" clId="{ADEEF08A-D719-4B50-A383-4105EDA2C206}" dt="2026-07-14T13:14:24.593" v="6603" actId="13926"/>
          <ac:spMkLst>
            <pc:docMk/>
            <pc:sldMk cId="4251917088" sldId="2145706303"/>
            <ac:spMk id="5" creationId="{9656C51F-D666-FF4B-6E06-11C9E3E8A8A2}"/>
          </ac:spMkLst>
        </pc:spChg>
      </pc:sldChg>
      <pc:sldChg chg="modSp del mod">
        <pc:chgData name="Graf Thomas, SCS-INI-NET-VNC-E2E" userId="487bc3e3-9ce7-4cdd-b7b4-8899ea88d289" providerId="ADAL" clId="{ADEEF08A-D719-4B50-A383-4105EDA2C206}" dt="2026-07-14T12:57:44.073" v="6210" actId="47"/>
        <pc:sldMkLst>
          <pc:docMk/>
          <pc:sldMk cId="2204044421" sldId="2145706304"/>
        </pc:sldMkLst>
      </pc:sldChg>
      <pc:sldChg chg="modSp del mod ord">
        <pc:chgData name="Graf Thomas, SCS-INI-NET-VNC-E2E" userId="487bc3e3-9ce7-4cdd-b7b4-8899ea88d289" providerId="ADAL" clId="{ADEEF08A-D719-4B50-A383-4105EDA2C206}" dt="2026-07-14T13:25:45.052" v="6971" actId="47"/>
        <pc:sldMkLst>
          <pc:docMk/>
          <pc:sldMk cId="3686017286" sldId="2145706305"/>
        </pc:sldMkLst>
      </pc:sldChg>
      <pc:sldChg chg="delSp modSp mod">
        <pc:chgData name="Graf Thomas, SCS-INI-NET-VNC-E2E" userId="487bc3e3-9ce7-4cdd-b7b4-8899ea88d289" providerId="ADAL" clId="{ADEEF08A-D719-4B50-A383-4105EDA2C206}" dt="2026-07-14T13:27:26.795" v="7186" actId="20577"/>
        <pc:sldMkLst>
          <pc:docMk/>
          <pc:sldMk cId="3305081943" sldId="2145706306"/>
        </pc:sldMkLst>
        <pc:spChg chg="mod">
          <ac:chgData name="Graf Thomas, SCS-INI-NET-VNC-E2E" userId="487bc3e3-9ce7-4cdd-b7b4-8899ea88d289" providerId="ADAL" clId="{ADEEF08A-D719-4B50-A383-4105EDA2C206}" dt="2026-07-14T13:25:50.342" v="6972" actId="20577"/>
          <ac:spMkLst>
            <pc:docMk/>
            <pc:sldMk cId="3305081943" sldId="2145706306"/>
            <ac:spMk id="2" creationId="{B37520E1-A4E0-F3CA-29AD-D2D9ADADBEF0}"/>
          </ac:spMkLst>
        </pc:spChg>
        <pc:spChg chg="mod">
          <ac:chgData name="Graf Thomas, SCS-INI-NET-VNC-E2E" userId="487bc3e3-9ce7-4cdd-b7b4-8899ea88d289" providerId="ADAL" clId="{ADEEF08A-D719-4B50-A383-4105EDA2C206}" dt="2026-07-14T13:27:26.795" v="7186" actId="20577"/>
          <ac:spMkLst>
            <pc:docMk/>
            <pc:sldMk cId="3305081943" sldId="2145706306"/>
            <ac:spMk id="3" creationId="{3EA36F6F-A76C-ACD7-BA9E-6565DCCE91FE}"/>
          </ac:spMkLst>
        </pc:spChg>
      </pc:sldChg>
      <pc:sldChg chg="addSp delSp modSp add del mod">
        <pc:chgData name="Graf Thomas, SCS-INI-NET-VNC-E2E" userId="487bc3e3-9ce7-4cdd-b7b4-8899ea88d289" providerId="ADAL" clId="{ADEEF08A-D719-4B50-A383-4105EDA2C206}" dt="2026-07-14T12:55:18.417" v="6196" actId="47"/>
        <pc:sldMkLst>
          <pc:docMk/>
          <pc:sldMk cId="2590364080" sldId="2145706307"/>
        </pc:sldMkLst>
      </pc:sldChg>
      <pc:sldChg chg="addSp delSp modSp add del mod">
        <pc:chgData name="Graf Thomas, SCS-INI-NET-VNC-E2E" userId="487bc3e3-9ce7-4cdd-b7b4-8899ea88d289" providerId="ADAL" clId="{ADEEF08A-D719-4B50-A383-4105EDA2C206}" dt="2026-07-14T12:55:18.417" v="6196" actId="47"/>
        <pc:sldMkLst>
          <pc:docMk/>
          <pc:sldMk cId="1296954665" sldId="2145706308"/>
        </pc:sldMkLst>
      </pc:sldChg>
      <pc:sldChg chg="addSp delSp modSp add del mod">
        <pc:chgData name="Graf Thomas, SCS-INI-NET-VNC-E2E" userId="487bc3e3-9ce7-4cdd-b7b4-8899ea88d289" providerId="ADAL" clId="{ADEEF08A-D719-4B50-A383-4105EDA2C206}" dt="2026-07-14T13:29:15.698" v="7256" actId="20577"/>
        <pc:sldMkLst>
          <pc:docMk/>
          <pc:sldMk cId="2961389282" sldId="2145706309"/>
        </pc:sldMkLst>
        <pc:spChg chg="mod">
          <ac:chgData name="Graf Thomas, SCS-INI-NET-VNC-E2E" userId="487bc3e3-9ce7-4cdd-b7b4-8899ea88d289" providerId="ADAL" clId="{ADEEF08A-D719-4B50-A383-4105EDA2C206}" dt="2026-07-14T13:29:15.698" v="7256" actId="20577"/>
          <ac:spMkLst>
            <pc:docMk/>
            <pc:sldMk cId="2961389282" sldId="2145706309"/>
            <ac:spMk id="3" creationId="{3F4CBE7F-1450-A754-E524-9EE662BEDE60}"/>
          </ac:spMkLst>
        </pc:spChg>
      </pc:sldChg>
      <pc:sldChg chg="modSp add del mod">
        <pc:chgData name="Graf Thomas, SCS-INI-NET-VNC-E2E" userId="487bc3e3-9ce7-4cdd-b7b4-8899ea88d289" providerId="ADAL" clId="{ADEEF08A-D719-4B50-A383-4105EDA2C206}" dt="2026-07-14T12:54:53.444" v="6195" actId="47"/>
        <pc:sldMkLst>
          <pc:docMk/>
          <pc:sldMk cId="3526121720" sldId="2145706310"/>
        </pc:sldMkLst>
      </pc:sldChg>
      <pc:sldChg chg="modSp add mod">
        <pc:chgData name="Graf Thomas, SCS-INI-NET-VNC-E2E" userId="487bc3e3-9ce7-4cdd-b7b4-8899ea88d289" providerId="ADAL" clId="{ADEEF08A-D719-4B50-A383-4105EDA2C206}" dt="2026-07-16T14:30:57.597" v="7503" actId="20577"/>
        <pc:sldMkLst>
          <pc:docMk/>
          <pc:sldMk cId="4128600093" sldId="2145706310"/>
        </pc:sldMkLst>
        <pc:spChg chg="mod">
          <ac:chgData name="Graf Thomas, SCS-INI-NET-VNC-E2E" userId="487bc3e3-9ce7-4cdd-b7b4-8899ea88d289" providerId="ADAL" clId="{ADEEF08A-D719-4B50-A383-4105EDA2C206}" dt="2026-07-16T14:30:57.597" v="7503" actId="20577"/>
          <ac:spMkLst>
            <pc:docMk/>
            <pc:sldMk cId="4128600093" sldId="2145706310"/>
            <ac:spMk id="3" creationId="{CB0EE0D0-E2FC-EC67-C3D8-B007AACC1C77}"/>
          </ac:spMkLst>
        </pc:spChg>
      </pc:sldChg>
      <pc:sldChg chg="add del">
        <pc:chgData name="Graf Thomas, SCS-INI-NET-VNC-E2E" userId="487bc3e3-9ce7-4cdd-b7b4-8899ea88d289" providerId="ADAL" clId="{ADEEF08A-D719-4B50-A383-4105EDA2C206}" dt="2026-07-14T12:42:45.033" v="6134" actId="47"/>
        <pc:sldMkLst>
          <pc:docMk/>
          <pc:sldMk cId="1403244520" sldId="2145706311"/>
        </pc:sldMkLst>
      </pc:sldChg>
      <pc:sldChg chg="modSp add mod">
        <pc:chgData name="Graf Thomas, SCS-INI-NET-VNC-E2E" userId="487bc3e3-9ce7-4cdd-b7b4-8899ea88d289" providerId="ADAL" clId="{ADEEF08A-D719-4B50-A383-4105EDA2C206}" dt="2026-07-14T13:23:36.982" v="6930" actId="1076"/>
        <pc:sldMkLst>
          <pc:docMk/>
          <pc:sldMk cId="2687771710" sldId="2145706311"/>
        </pc:sldMkLst>
        <pc:spChg chg="mod">
          <ac:chgData name="Graf Thomas, SCS-INI-NET-VNC-E2E" userId="487bc3e3-9ce7-4cdd-b7b4-8899ea88d289" providerId="ADAL" clId="{ADEEF08A-D719-4B50-A383-4105EDA2C206}" dt="2026-07-14T13:22:33.586" v="6903" actId="5793"/>
          <ac:spMkLst>
            <pc:docMk/>
            <pc:sldMk cId="2687771710" sldId="2145706311"/>
            <ac:spMk id="2" creationId="{AB2DDFA9-710A-5629-89B2-FB87E211CD78}"/>
          </ac:spMkLst>
        </pc:spChg>
        <pc:spChg chg="mod">
          <ac:chgData name="Graf Thomas, SCS-INI-NET-VNC-E2E" userId="487bc3e3-9ce7-4cdd-b7b4-8899ea88d289" providerId="ADAL" clId="{ADEEF08A-D719-4B50-A383-4105EDA2C206}" dt="2026-07-14T13:22:55.594" v="6923" actId="20577"/>
          <ac:spMkLst>
            <pc:docMk/>
            <pc:sldMk cId="2687771710" sldId="2145706311"/>
            <ac:spMk id="3" creationId="{421E468E-B525-66BD-FBA4-8EB776CE47B6}"/>
          </ac:spMkLst>
        </pc:spChg>
        <pc:spChg chg="mod">
          <ac:chgData name="Graf Thomas, SCS-INI-NET-VNC-E2E" userId="487bc3e3-9ce7-4cdd-b7b4-8899ea88d289" providerId="ADAL" clId="{ADEEF08A-D719-4B50-A383-4105EDA2C206}" dt="2026-07-14T13:23:36.982" v="6930" actId="1076"/>
          <ac:spMkLst>
            <pc:docMk/>
            <pc:sldMk cId="2687771710" sldId="2145706311"/>
            <ac:spMk id="5" creationId="{2D333956-C5AE-D528-B067-D9A012810329}"/>
          </ac:spMkLst>
        </pc:spChg>
      </pc:sldChg>
      <pc:sldChg chg="add del">
        <pc:chgData name="Graf Thomas, SCS-INI-NET-VNC-E2E" userId="487bc3e3-9ce7-4cdd-b7b4-8899ea88d289" providerId="ADAL" clId="{ADEEF08A-D719-4B50-A383-4105EDA2C206}" dt="2026-07-14T12:42:45.033" v="6134" actId="47"/>
        <pc:sldMkLst>
          <pc:docMk/>
          <pc:sldMk cId="632967186" sldId="2145706312"/>
        </pc:sldMkLst>
      </pc:sldChg>
      <pc:sldChg chg="modSp add mod">
        <pc:chgData name="Graf Thomas, SCS-INI-NET-VNC-E2E" userId="487bc3e3-9ce7-4cdd-b7b4-8899ea88d289" providerId="ADAL" clId="{ADEEF08A-D719-4B50-A383-4105EDA2C206}" dt="2026-07-14T13:23:50.593" v="6938" actId="20577"/>
        <pc:sldMkLst>
          <pc:docMk/>
          <pc:sldMk cId="3807185294" sldId="2145706312"/>
        </pc:sldMkLst>
        <pc:spChg chg="mod">
          <ac:chgData name="Graf Thomas, SCS-INI-NET-VNC-E2E" userId="487bc3e3-9ce7-4cdd-b7b4-8899ea88d289" providerId="ADAL" clId="{ADEEF08A-D719-4B50-A383-4105EDA2C206}" dt="2026-07-14T13:23:50.593" v="6938" actId="20577"/>
          <ac:spMkLst>
            <pc:docMk/>
            <pc:sldMk cId="3807185294" sldId="2145706312"/>
            <ac:spMk id="2" creationId="{5B8888DB-A90D-A25F-9FAA-CB0DFB34C2A9}"/>
          </ac:spMkLst>
        </pc:spChg>
        <pc:spChg chg="mod">
          <ac:chgData name="Graf Thomas, SCS-INI-NET-VNC-E2E" userId="487bc3e3-9ce7-4cdd-b7b4-8899ea88d289" providerId="ADAL" clId="{ADEEF08A-D719-4B50-A383-4105EDA2C206}" dt="2026-07-14T13:18:52.189" v="6783" actId="20577"/>
          <ac:spMkLst>
            <pc:docMk/>
            <pc:sldMk cId="3807185294" sldId="2145706312"/>
            <ac:spMk id="3" creationId="{D1A52B7B-3570-1B5D-1F67-9B38890F5748}"/>
          </ac:spMkLst>
        </pc:spChg>
        <pc:spChg chg="mod">
          <ac:chgData name="Graf Thomas, SCS-INI-NET-VNC-E2E" userId="487bc3e3-9ce7-4cdd-b7b4-8899ea88d289" providerId="ADAL" clId="{ADEEF08A-D719-4B50-A383-4105EDA2C206}" dt="2026-07-14T13:21:02.081" v="6809" actId="13926"/>
          <ac:spMkLst>
            <pc:docMk/>
            <pc:sldMk cId="3807185294" sldId="2145706312"/>
            <ac:spMk id="5" creationId="{ACF3B6D0-4561-839A-14B8-04636B057F64}"/>
          </ac:spMkLst>
        </pc:spChg>
      </pc:sldChg>
      <pc:sldChg chg="modSp add mod ord">
        <pc:chgData name="Graf Thomas, SCS-INI-NET-VNC-E2E" userId="487bc3e3-9ce7-4cdd-b7b4-8899ea88d289" providerId="ADAL" clId="{ADEEF08A-D719-4B50-A383-4105EDA2C206}" dt="2026-07-16T14:29:56.742" v="7486" actId="20577"/>
        <pc:sldMkLst>
          <pc:docMk/>
          <pc:sldMk cId="1452467401" sldId="2145706313"/>
        </pc:sldMkLst>
        <pc:spChg chg="mod">
          <ac:chgData name="Graf Thomas, SCS-INI-NET-VNC-E2E" userId="487bc3e3-9ce7-4cdd-b7b4-8899ea88d289" providerId="ADAL" clId="{ADEEF08A-D719-4B50-A383-4105EDA2C206}" dt="2026-07-14T13:21:32.190" v="6845" actId="20577"/>
          <ac:spMkLst>
            <pc:docMk/>
            <pc:sldMk cId="1452467401" sldId="2145706313"/>
            <ac:spMk id="2" creationId="{8DE65009-4589-3EEA-F6BA-6387E69395C3}"/>
          </ac:spMkLst>
        </pc:spChg>
        <pc:spChg chg="mod">
          <ac:chgData name="Graf Thomas, SCS-INI-NET-VNC-E2E" userId="487bc3e3-9ce7-4cdd-b7b4-8899ea88d289" providerId="ADAL" clId="{ADEEF08A-D719-4B50-A383-4105EDA2C206}" dt="2026-07-16T14:29:56.742" v="7486" actId="20577"/>
          <ac:spMkLst>
            <pc:docMk/>
            <pc:sldMk cId="1452467401" sldId="2145706313"/>
            <ac:spMk id="3" creationId="{BC3C6DC3-F83A-8266-9A3C-EC72FFB72F03}"/>
          </ac:spMkLst>
        </pc:spChg>
      </pc:sldChg>
      <pc:sldChg chg="add del">
        <pc:chgData name="Graf Thomas, SCS-INI-NET-VNC-E2E" userId="487bc3e3-9ce7-4cdd-b7b4-8899ea88d289" providerId="ADAL" clId="{ADEEF08A-D719-4B50-A383-4105EDA2C206}" dt="2026-07-14T12:42:45.033" v="6134" actId="47"/>
        <pc:sldMkLst>
          <pc:docMk/>
          <pc:sldMk cId="3870071406" sldId="2145706313"/>
        </pc:sldMkLst>
      </pc:sldChg>
      <pc:sldChg chg="add del">
        <pc:chgData name="Graf Thomas, SCS-INI-NET-VNC-E2E" userId="487bc3e3-9ce7-4cdd-b7b4-8899ea88d289" providerId="ADAL" clId="{ADEEF08A-D719-4B50-A383-4105EDA2C206}" dt="2026-07-14T12:42:45.033" v="6134" actId="47"/>
        <pc:sldMkLst>
          <pc:docMk/>
          <pc:sldMk cId="2884885474" sldId="2145706314"/>
        </pc:sldMkLst>
      </pc:sldChg>
      <pc:sldChg chg="modSp add del mod">
        <pc:chgData name="Graf Thomas, SCS-INI-NET-VNC-E2E" userId="487bc3e3-9ce7-4cdd-b7b4-8899ea88d289" providerId="ADAL" clId="{ADEEF08A-D719-4B50-A383-4105EDA2C206}" dt="2026-07-14T12:42:45.033" v="6134" actId="47"/>
        <pc:sldMkLst>
          <pc:docMk/>
          <pc:sldMk cId="822671291" sldId="2145706315"/>
        </pc:sldMkLst>
      </pc:sldChg>
      <pc:sldChg chg="modSp mod">
        <pc:chgData name="Graf Thomas, SCS-INI-NET-VNC-E2E" userId="487bc3e3-9ce7-4cdd-b7b4-8899ea88d289" providerId="ADAL" clId="{ADEEF08A-D719-4B50-A383-4105EDA2C206}" dt="2026-07-16T14:30:34.526" v="7491" actId="6549"/>
        <pc:sldMkLst>
          <pc:docMk/>
          <pc:sldMk cId="2939312507" sldId="2145706315"/>
        </pc:sldMkLst>
        <pc:spChg chg="mod">
          <ac:chgData name="Graf Thomas, SCS-INI-NET-VNC-E2E" userId="487bc3e3-9ce7-4cdd-b7b4-8899ea88d289" providerId="ADAL" clId="{ADEEF08A-D719-4B50-A383-4105EDA2C206}" dt="2026-07-16T14:30:34.526" v="7491" actId="6549"/>
          <ac:spMkLst>
            <pc:docMk/>
            <pc:sldMk cId="2939312507" sldId="2145706315"/>
            <ac:spMk id="3" creationId="{C3BE6826-2677-F704-29DF-A2C833731421}"/>
          </ac:spMkLst>
        </pc:spChg>
      </pc:sldChg>
      <pc:sldChg chg="modSp mod">
        <pc:chgData name="Graf Thomas, SCS-INI-NET-VNC-E2E" userId="487bc3e3-9ce7-4cdd-b7b4-8899ea88d289" providerId="ADAL" clId="{ADEEF08A-D719-4B50-A383-4105EDA2C206}" dt="2026-07-16T14:30:20.114" v="7487" actId="790"/>
        <pc:sldMkLst>
          <pc:docMk/>
          <pc:sldMk cId="1872852499" sldId="2145706316"/>
        </pc:sldMkLst>
        <pc:spChg chg="mod">
          <ac:chgData name="Graf Thomas, SCS-INI-NET-VNC-E2E" userId="487bc3e3-9ce7-4cdd-b7b4-8899ea88d289" providerId="ADAL" clId="{ADEEF08A-D719-4B50-A383-4105EDA2C206}" dt="2026-07-16T14:30:20.114" v="7487" actId="790"/>
          <ac:spMkLst>
            <pc:docMk/>
            <pc:sldMk cId="1872852499" sldId="2145706316"/>
            <ac:spMk id="2" creationId="{C139E37C-89FD-6EBA-520E-409ED1136494}"/>
          </ac:spMkLst>
        </pc:spChg>
        <pc:spChg chg="mod">
          <ac:chgData name="Graf Thomas, SCS-INI-NET-VNC-E2E" userId="487bc3e3-9ce7-4cdd-b7b4-8899ea88d289" providerId="ADAL" clId="{ADEEF08A-D719-4B50-A383-4105EDA2C206}" dt="2026-07-16T14:30:20.114" v="7487" actId="790"/>
          <ac:spMkLst>
            <pc:docMk/>
            <pc:sldMk cId="1872852499" sldId="2145706316"/>
            <ac:spMk id="3" creationId="{14533B4E-F532-2573-F0DA-58EA96731AA3}"/>
          </ac:spMkLst>
        </pc:spChg>
        <pc:spChg chg="mod">
          <ac:chgData name="Graf Thomas, SCS-INI-NET-VNC-E2E" userId="487bc3e3-9ce7-4cdd-b7b4-8899ea88d289" providerId="ADAL" clId="{ADEEF08A-D719-4B50-A383-4105EDA2C206}" dt="2026-07-16T14:30:20.114" v="7487" actId="790"/>
          <ac:spMkLst>
            <pc:docMk/>
            <pc:sldMk cId="1872852499" sldId="2145706316"/>
            <ac:spMk id="5" creationId="{2D7ED6FF-80FC-84F4-9A7F-3E310B55AD18}"/>
          </ac:spMkLst>
        </pc:spChg>
        <pc:spChg chg="mod">
          <ac:chgData name="Graf Thomas, SCS-INI-NET-VNC-E2E" userId="487bc3e3-9ce7-4cdd-b7b4-8899ea88d289" providerId="ADAL" clId="{ADEEF08A-D719-4B50-A383-4105EDA2C206}" dt="2026-07-16T14:30:20.114" v="7487" actId="790"/>
          <ac:spMkLst>
            <pc:docMk/>
            <pc:sldMk cId="1872852499" sldId="2145706316"/>
            <ac:spMk id="6" creationId="{AB67B72F-E7A1-6923-AC3C-23DB42139983}"/>
          </ac:spMkLst>
        </pc:spChg>
      </pc:sldChg>
      <pc:sldChg chg="modSp add del mod">
        <pc:chgData name="Graf Thomas, SCS-INI-NET-VNC-E2E" userId="487bc3e3-9ce7-4cdd-b7b4-8899ea88d289" providerId="ADAL" clId="{ADEEF08A-D719-4B50-A383-4105EDA2C206}" dt="2026-03-06T15:27:05.528" v="6106" actId="47"/>
        <pc:sldMkLst>
          <pc:docMk/>
          <pc:sldMk cId="3812470375" sldId="214570631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705E9-673F-4AC4-B29E-A7B26F3B8523}" type="datetimeFigureOut">
              <a:rPr lang="de-CH" smtClean="0"/>
              <a:t>16.07.2026</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BC52A0-2F3F-497F-8536-39D60282E9C2}" type="slidenum">
              <a:rPr lang="de-CH" smtClean="0"/>
              <a:t>‹#›</a:t>
            </a:fld>
            <a:endParaRPr lang="de-CH"/>
          </a:p>
        </p:txBody>
      </p:sp>
    </p:spTree>
    <p:extLst>
      <p:ext uri="{BB962C8B-B14F-4D97-AF65-F5344CB8AC3E}">
        <p14:creationId xmlns:p14="http://schemas.microsoft.com/office/powerpoint/2010/main" val="231673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E5BBCCF6-F8A8-4C49-BF3D-CA1AA74CA975}" type="slidenum">
              <a:rPr lang="de-DE" sz="1000" smtClean="0"/>
              <a:t>14</a:t>
            </a:fld>
            <a:endParaRPr lang="de-DE" sz="1000"/>
          </a:p>
        </p:txBody>
      </p:sp>
    </p:spTree>
    <p:extLst>
      <p:ext uri="{BB962C8B-B14F-4D97-AF65-F5344CB8AC3E}">
        <p14:creationId xmlns:p14="http://schemas.microsoft.com/office/powerpoint/2010/main" val="135297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4512-1D3B-4B73-B042-476E6184E8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CH"/>
          </a:p>
        </p:txBody>
      </p:sp>
      <p:sp>
        <p:nvSpPr>
          <p:cNvPr id="3" name="Subtitle 2">
            <a:extLst>
              <a:ext uri="{FF2B5EF4-FFF2-40B4-BE49-F238E27FC236}">
                <a16:creationId xmlns:a16="http://schemas.microsoft.com/office/drawing/2014/main" id="{14168D7F-8149-41A1-BACA-3AE93B5EBA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4" name="Date Placeholder 3">
            <a:extLst>
              <a:ext uri="{FF2B5EF4-FFF2-40B4-BE49-F238E27FC236}">
                <a16:creationId xmlns:a16="http://schemas.microsoft.com/office/drawing/2014/main" id="{2F31F274-2081-4043-A760-EBE78731B51B}"/>
              </a:ext>
            </a:extLst>
          </p:cNvPr>
          <p:cNvSpPr>
            <a:spLocks noGrp="1"/>
          </p:cNvSpPr>
          <p:nvPr>
            <p:ph type="dt" sz="half" idx="10"/>
          </p:nvPr>
        </p:nvSpPr>
        <p:spPr/>
        <p:txBody>
          <a:bodyPr/>
          <a:lstStyle/>
          <a:p>
            <a:fld id="{9E9B238C-2335-4007-98C9-471C02CC43B6}" type="datetimeFigureOut">
              <a:rPr lang="de-CH" smtClean="0"/>
              <a:t>16.07.2026</a:t>
            </a:fld>
            <a:endParaRPr lang="de-CH"/>
          </a:p>
        </p:txBody>
      </p:sp>
      <p:sp>
        <p:nvSpPr>
          <p:cNvPr id="5" name="Footer Placeholder 4">
            <a:extLst>
              <a:ext uri="{FF2B5EF4-FFF2-40B4-BE49-F238E27FC236}">
                <a16:creationId xmlns:a16="http://schemas.microsoft.com/office/drawing/2014/main" id="{06F4A492-DE76-49D9-B2D6-119D939A640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8F859CCC-4F98-451F-BD3B-E72AFDCA696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785822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BBDF6-FBD2-40AF-9486-BB4A908B2A31}"/>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6FAC614F-9AF2-40AF-A811-367A6AFA5E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8E787B81-7873-4625-90C6-65B7D39F68FA}"/>
              </a:ext>
            </a:extLst>
          </p:cNvPr>
          <p:cNvSpPr>
            <a:spLocks noGrp="1"/>
          </p:cNvSpPr>
          <p:nvPr>
            <p:ph type="dt" sz="half" idx="10"/>
          </p:nvPr>
        </p:nvSpPr>
        <p:spPr/>
        <p:txBody>
          <a:bodyPr/>
          <a:lstStyle/>
          <a:p>
            <a:fld id="{9E9B238C-2335-4007-98C9-471C02CC43B6}" type="datetimeFigureOut">
              <a:rPr lang="de-CH" smtClean="0"/>
              <a:t>16.07.2026</a:t>
            </a:fld>
            <a:endParaRPr lang="de-CH"/>
          </a:p>
        </p:txBody>
      </p:sp>
      <p:sp>
        <p:nvSpPr>
          <p:cNvPr id="5" name="Footer Placeholder 4">
            <a:extLst>
              <a:ext uri="{FF2B5EF4-FFF2-40B4-BE49-F238E27FC236}">
                <a16:creationId xmlns:a16="http://schemas.microsoft.com/office/drawing/2014/main" id="{7D062558-7E3E-4F68-94CA-8F448DCC8E48}"/>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2A3E61FB-1357-46F5-903C-1994E98B264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09938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D0C7-725B-4BFF-9522-83239C8F81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CH"/>
          </a:p>
        </p:txBody>
      </p:sp>
      <p:sp>
        <p:nvSpPr>
          <p:cNvPr id="3" name="Text Placeholder 2">
            <a:extLst>
              <a:ext uri="{FF2B5EF4-FFF2-40B4-BE49-F238E27FC236}">
                <a16:creationId xmlns:a16="http://schemas.microsoft.com/office/drawing/2014/main" id="{C97E1048-3DC5-4B9C-899F-DED6314AE2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B5DBFD-FBBF-4914-87A2-F3A61F56DED9}"/>
              </a:ext>
            </a:extLst>
          </p:cNvPr>
          <p:cNvSpPr>
            <a:spLocks noGrp="1"/>
          </p:cNvSpPr>
          <p:nvPr>
            <p:ph type="dt" sz="half" idx="10"/>
          </p:nvPr>
        </p:nvSpPr>
        <p:spPr/>
        <p:txBody>
          <a:bodyPr/>
          <a:lstStyle/>
          <a:p>
            <a:fld id="{9E9B238C-2335-4007-98C9-471C02CC43B6}" type="datetimeFigureOut">
              <a:rPr lang="de-CH" smtClean="0"/>
              <a:t>16.07.2026</a:t>
            </a:fld>
            <a:endParaRPr lang="de-CH"/>
          </a:p>
        </p:txBody>
      </p:sp>
      <p:sp>
        <p:nvSpPr>
          <p:cNvPr id="5" name="Footer Placeholder 4">
            <a:extLst>
              <a:ext uri="{FF2B5EF4-FFF2-40B4-BE49-F238E27FC236}">
                <a16:creationId xmlns:a16="http://schemas.microsoft.com/office/drawing/2014/main" id="{EB7571A4-73D2-444B-9013-7EFE083B18DF}"/>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C7CCFB92-7142-4854-ACC6-4129F01E705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39037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6279-2318-4AD6-A5F8-75FAC2F47DDA}"/>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7AD0583D-F808-46BC-A112-FEA6430F47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a:extLst>
              <a:ext uri="{FF2B5EF4-FFF2-40B4-BE49-F238E27FC236}">
                <a16:creationId xmlns:a16="http://schemas.microsoft.com/office/drawing/2014/main" id="{4FE9A202-30E0-43D7-8764-65A6F84FDD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a:extLst>
              <a:ext uri="{FF2B5EF4-FFF2-40B4-BE49-F238E27FC236}">
                <a16:creationId xmlns:a16="http://schemas.microsoft.com/office/drawing/2014/main" id="{32791E6B-307F-487A-ACE7-95C6B653CB57}"/>
              </a:ext>
            </a:extLst>
          </p:cNvPr>
          <p:cNvSpPr>
            <a:spLocks noGrp="1"/>
          </p:cNvSpPr>
          <p:nvPr>
            <p:ph type="dt" sz="half" idx="10"/>
          </p:nvPr>
        </p:nvSpPr>
        <p:spPr/>
        <p:txBody>
          <a:bodyPr/>
          <a:lstStyle/>
          <a:p>
            <a:fld id="{9E9B238C-2335-4007-98C9-471C02CC43B6}" type="datetimeFigureOut">
              <a:rPr lang="de-CH" smtClean="0"/>
              <a:t>16.07.2026</a:t>
            </a:fld>
            <a:endParaRPr lang="de-CH"/>
          </a:p>
        </p:txBody>
      </p:sp>
      <p:sp>
        <p:nvSpPr>
          <p:cNvPr id="6" name="Footer Placeholder 5">
            <a:extLst>
              <a:ext uri="{FF2B5EF4-FFF2-40B4-BE49-F238E27FC236}">
                <a16:creationId xmlns:a16="http://schemas.microsoft.com/office/drawing/2014/main" id="{2621F60B-CB79-4100-B5DF-1E9EA55C1EE4}"/>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8193C06A-1F3A-41DA-8ED0-F1B0534320A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78735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37BF-12E0-4609-8885-BA3B61207024}"/>
              </a:ext>
            </a:extLst>
          </p:cNvPr>
          <p:cNvSpPr>
            <a:spLocks noGrp="1"/>
          </p:cNvSpPr>
          <p:nvPr>
            <p:ph type="title"/>
          </p:nvPr>
        </p:nvSpPr>
        <p:spPr>
          <a:xfrm>
            <a:off x="839788" y="365125"/>
            <a:ext cx="10515600" cy="1325563"/>
          </a:xfrm>
        </p:spPr>
        <p:txBody>
          <a:bodyPr/>
          <a:lstStyle/>
          <a:p>
            <a:r>
              <a:rPr lang="en-US"/>
              <a:t>Click to edit Master title style</a:t>
            </a:r>
            <a:endParaRPr lang="de-CH"/>
          </a:p>
        </p:txBody>
      </p:sp>
      <p:sp>
        <p:nvSpPr>
          <p:cNvPr id="3" name="Text Placeholder 2">
            <a:extLst>
              <a:ext uri="{FF2B5EF4-FFF2-40B4-BE49-F238E27FC236}">
                <a16:creationId xmlns:a16="http://schemas.microsoft.com/office/drawing/2014/main" id="{41D6F202-5F12-4652-B24C-DE18E1A337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BF7499-BB9D-474C-80E4-FBDD9AF94F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a:extLst>
              <a:ext uri="{FF2B5EF4-FFF2-40B4-BE49-F238E27FC236}">
                <a16:creationId xmlns:a16="http://schemas.microsoft.com/office/drawing/2014/main" id="{1FE8ABCD-03D9-487D-A401-5C46542B9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90E7B8-775C-4651-8505-06EEF69C7C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a:extLst>
              <a:ext uri="{FF2B5EF4-FFF2-40B4-BE49-F238E27FC236}">
                <a16:creationId xmlns:a16="http://schemas.microsoft.com/office/drawing/2014/main" id="{5EE55546-7C7E-4AE1-B224-70E058A04CB8}"/>
              </a:ext>
            </a:extLst>
          </p:cNvPr>
          <p:cNvSpPr>
            <a:spLocks noGrp="1"/>
          </p:cNvSpPr>
          <p:nvPr>
            <p:ph type="dt" sz="half" idx="10"/>
          </p:nvPr>
        </p:nvSpPr>
        <p:spPr/>
        <p:txBody>
          <a:bodyPr/>
          <a:lstStyle/>
          <a:p>
            <a:fld id="{9E9B238C-2335-4007-98C9-471C02CC43B6}" type="datetimeFigureOut">
              <a:rPr lang="de-CH" smtClean="0"/>
              <a:t>16.07.2026</a:t>
            </a:fld>
            <a:endParaRPr lang="de-CH"/>
          </a:p>
        </p:txBody>
      </p:sp>
      <p:sp>
        <p:nvSpPr>
          <p:cNvPr id="8" name="Footer Placeholder 7">
            <a:extLst>
              <a:ext uri="{FF2B5EF4-FFF2-40B4-BE49-F238E27FC236}">
                <a16:creationId xmlns:a16="http://schemas.microsoft.com/office/drawing/2014/main" id="{0A87DA8F-0A89-45FF-A3CC-8973287CFF46}"/>
              </a:ext>
            </a:extLst>
          </p:cNvPr>
          <p:cNvSpPr>
            <a:spLocks noGrp="1"/>
          </p:cNvSpPr>
          <p:nvPr>
            <p:ph type="ftr" sz="quarter" idx="11"/>
          </p:nvPr>
        </p:nvSpPr>
        <p:spPr/>
        <p:txBody>
          <a:bodyPr/>
          <a:lstStyle/>
          <a:p>
            <a:endParaRPr lang="de-CH"/>
          </a:p>
        </p:txBody>
      </p:sp>
      <p:sp>
        <p:nvSpPr>
          <p:cNvPr id="9" name="Slide Number Placeholder 8">
            <a:extLst>
              <a:ext uri="{FF2B5EF4-FFF2-40B4-BE49-F238E27FC236}">
                <a16:creationId xmlns:a16="http://schemas.microsoft.com/office/drawing/2014/main" id="{D52A632D-9625-4B76-A006-24C009E135A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80005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A4D9-592C-47DB-A38B-6773D38A3113}"/>
              </a:ext>
            </a:extLst>
          </p:cNvPr>
          <p:cNvSpPr>
            <a:spLocks noGrp="1"/>
          </p:cNvSpPr>
          <p:nvPr>
            <p:ph type="title"/>
          </p:nvPr>
        </p:nvSpPr>
        <p:spPr/>
        <p:txBody>
          <a:bodyPr/>
          <a:lstStyle/>
          <a:p>
            <a:r>
              <a:rPr lang="en-US"/>
              <a:t>Click to edit Master title style</a:t>
            </a:r>
            <a:endParaRPr lang="de-CH"/>
          </a:p>
        </p:txBody>
      </p:sp>
      <p:sp>
        <p:nvSpPr>
          <p:cNvPr id="3" name="Date Placeholder 2">
            <a:extLst>
              <a:ext uri="{FF2B5EF4-FFF2-40B4-BE49-F238E27FC236}">
                <a16:creationId xmlns:a16="http://schemas.microsoft.com/office/drawing/2014/main" id="{30F8F040-BDDF-4877-8526-169F2DA14C15}"/>
              </a:ext>
            </a:extLst>
          </p:cNvPr>
          <p:cNvSpPr>
            <a:spLocks noGrp="1"/>
          </p:cNvSpPr>
          <p:nvPr>
            <p:ph type="dt" sz="half" idx="10"/>
          </p:nvPr>
        </p:nvSpPr>
        <p:spPr/>
        <p:txBody>
          <a:bodyPr/>
          <a:lstStyle/>
          <a:p>
            <a:fld id="{9E9B238C-2335-4007-98C9-471C02CC43B6}" type="datetimeFigureOut">
              <a:rPr lang="de-CH" smtClean="0"/>
              <a:t>16.07.2026</a:t>
            </a:fld>
            <a:endParaRPr lang="de-CH"/>
          </a:p>
        </p:txBody>
      </p:sp>
      <p:sp>
        <p:nvSpPr>
          <p:cNvPr id="4" name="Footer Placeholder 3">
            <a:extLst>
              <a:ext uri="{FF2B5EF4-FFF2-40B4-BE49-F238E27FC236}">
                <a16:creationId xmlns:a16="http://schemas.microsoft.com/office/drawing/2014/main" id="{7E90B3BB-C496-4AF5-8EB6-7559F47A6841}"/>
              </a:ext>
            </a:extLst>
          </p:cNvPr>
          <p:cNvSpPr>
            <a:spLocks noGrp="1"/>
          </p:cNvSpPr>
          <p:nvPr>
            <p:ph type="ftr" sz="quarter" idx="11"/>
          </p:nvPr>
        </p:nvSpPr>
        <p:spPr/>
        <p:txBody>
          <a:bodyPr/>
          <a:lstStyle/>
          <a:p>
            <a:endParaRPr lang="de-CH"/>
          </a:p>
        </p:txBody>
      </p:sp>
      <p:sp>
        <p:nvSpPr>
          <p:cNvPr id="5" name="Slide Number Placeholder 4">
            <a:extLst>
              <a:ext uri="{FF2B5EF4-FFF2-40B4-BE49-F238E27FC236}">
                <a16:creationId xmlns:a16="http://schemas.microsoft.com/office/drawing/2014/main" id="{87FE77DB-3A65-40BB-95CE-131D701F68B3}"/>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49343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6202C-9526-41D5-A80B-2DF289677874}"/>
              </a:ext>
            </a:extLst>
          </p:cNvPr>
          <p:cNvSpPr>
            <a:spLocks noGrp="1"/>
          </p:cNvSpPr>
          <p:nvPr>
            <p:ph type="dt" sz="half" idx="10"/>
          </p:nvPr>
        </p:nvSpPr>
        <p:spPr/>
        <p:txBody>
          <a:bodyPr/>
          <a:lstStyle/>
          <a:p>
            <a:fld id="{9E9B238C-2335-4007-98C9-471C02CC43B6}" type="datetimeFigureOut">
              <a:rPr lang="de-CH" smtClean="0"/>
              <a:t>16.07.2026</a:t>
            </a:fld>
            <a:endParaRPr lang="de-CH"/>
          </a:p>
        </p:txBody>
      </p:sp>
      <p:sp>
        <p:nvSpPr>
          <p:cNvPr id="3" name="Footer Placeholder 2">
            <a:extLst>
              <a:ext uri="{FF2B5EF4-FFF2-40B4-BE49-F238E27FC236}">
                <a16:creationId xmlns:a16="http://schemas.microsoft.com/office/drawing/2014/main" id="{1E3DB588-08C7-4A6C-AB92-AA66E93DA399}"/>
              </a:ext>
            </a:extLst>
          </p:cNvPr>
          <p:cNvSpPr>
            <a:spLocks noGrp="1"/>
          </p:cNvSpPr>
          <p:nvPr>
            <p:ph type="ftr" sz="quarter" idx="11"/>
          </p:nvPr>
        </p:nvSpPr>
        <p:spPr/>
        <p:txBody>
          <a:bodyPr/>
          <a:lstStyle/>
          <a:p>
            <a:endParaRPr lang="de-CH"/>
          </a:p>
        </p:txBody>
      </p:sp>
      <p:sp>
        <p:nvSpPr>
          <p:cNvPr id="4" name="Slide Number Placeholder 3">
            <a:extLst>
              <a:ext uri="{FF2B5EF4-FFF2-40B4-BE49-F238E27FC236}">
                <a16:creationId xmlns:a16="http://schemas.microsoft.com/office/drawing/2014/main" id="{726035E7-88C8-4D96-B785-776340A7BD1B}"/>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458112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2E0B-BAAE-488E-8A9B-5E2F97281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Content Placeholder 2">
            <a:extLst>
              <a:ext uri="{FF2B5EF4-FFF2-40B4-BE49-F238E27FC236}">
                <a16:creationId xmlns:a16="http://schemas.microsoft.com/office/drawing/2014/main" id="{308C22BD-ADB1-4F08-B9D6-E993F811FC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a:extLst>
              <a:ext uri="{FF2B5EF4-FFF2-40B4-BE49-F238E27FC236}">
                <a16:creationId xmlns:a16="http://schemas.microsoft.com/office/drawing/2014/main" id="{CB329BCF-9547-4664-BC89-023CF460C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46FE1-476B-4893-8CD9-264AC97F89A0}"/>
              </a:ext>
            </a:extLst>
          </p:cNvPr>
          <p:cNvSpPr>
            <a:spLocks noGrp="1"/>
          </p:cNvSpPr>
          <p:nvPr>
            <p:ph type="dt" sz="half" idx="10"/>
          </p:nvPr>
        </p:nvSpPr>
        <p:spPr/>
        <p:txBody>
          <a:bodyPr/>
          <a:lstStyle/>
          <a:p>
            <a:fld id="{9E9B238C-2335-4007-98C9-471C02CC43B6}" type="datetimeFigureOut">
              <a:rPr lang="de-CH" smtClean="0"/>
              <a:t>16.07.2026</a:t>
            </a:fld>
            <a:endParaRPr lang="de-CH"/>
          </a:p>
        </p:txBody>
      </p:sp>
      <p:sp>
        <p:nvSpPr>
          <p:cNvPr id="6" name="Footer Placeholder 5">
            <a:extLst>
              <a:ext uri="{FF2B5EF4-FFF2-40B4-BE49-F238E27FC236}">
                <a16:creationId xmlns:a16="http://schemas.microsoft.com/office/drawing/2014/main" id="{7235B88A-2D78-46C2-BBA5-A7E4B6C778E0}"/>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1CFBCD13-0D0A-4531-9C78-280B19232CD6}"/>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848955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2F91-0DE7-463A-B320-CFD88985B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Picture Placeholder 2">
            <a:extLst>
              <a:ext uri="{FF2B5EF4-FFF2-40B4-BE49-F238E27FC236}">
                <a16:creationId xmlns:a16="http://schemas.microsoft.com/office/drawing/2014/main" id="{DA8FAE06-08B0-40A8-8F3E-C20E2667A7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a:extLst>
              <a:ext uri="{FF2B5EF4-FFF2-40B4-BE49-F238E27FC236}">
                <a16:creationId xmlns:a16="http://schemas.microsoft.com/office/drawing/2014/main" id="{F52DC7CF-A958-437D-97CD-D3E81DB92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2DCF7-E5CF-40ED-9C23-5F54FB7C501D}"/>
              </a:ext>
            </a:extLst>
          </p:cNvPr>
          <p:cNvSpPr>
            <a:spLocks noGrp="1"/>
          </p:cNvSpPr>
          <p:nvPr>
            <p:ph type="dt" sz="half" idx="10"/>
          </p:nvPr>
        </p:nvSpPr>
        <p:spPr/>
        <p:txBody>
          <a:bodyPr/>
          <a:lstStyle/>
          <a:p>
            <a:fld id="{9E9B238C-2335-4007-98C9-471C02CC43B6}" type="datetimeFigureOut">
              <a:rPr lang="de-CH" smtClean="0"/>
              <a:t>16.07.2026</a:t>
            </a:fld>
            <a:endParaRPr lang="de-CH"/>
          </a:p>
        </p:txBody>
      </p:sp>
      <p:sp>
        <p:nvSpPr>
          <p:cNvPr id="6" name="Footer Placeholder 5">
            <a:extLst>
              <a:ext uri="{FF2B5EF4-FFF2-40B4-BE49-F238E27FC236}">
                <a16:creationId xmlns:a16="http://schemas.microsoft.com/office/drawing/2014/main" id="{46B598A1-F516-4BF3-A1DB-EFB3FD805F93}"/>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24DCE8FE-0171-448F-8772-43B1E4122EF1}"/>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54026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D866-2D41-48BC-9DC3-7FEE77BA7CD7}"/>
              </a:ext>
            </a:extLst>
          </p:cNvPr>
          <p:cNvSpPr>
            <a:spLocks noGrp="1"/>
          </p:cNvSpPr>
          <p:nvPr>
            <p:ph type="title"/>
          </p:nvPr>
        </p:nvSpPr>
        <p:spPr/>
        <p:txBody>
          <a:bodyPr/>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7477519-4E02-40D8-8B6A-3A512977D4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56831AF6-5DD6-4C3B-B500-F46F75D54246}"/>
              </a:ext>
            </a:extLst>
          </p:cNvPr>
          <p:cNvSpPr>
            <a:spLocks noGrp="1"/>
          </p:cNvSpPr>
          <p:nvPr>
            <p:ph type="dt" sz="half" idx="10"/>
          </p:nvPr>
        </p:nvSpPr>
        <p:spPr/>
        <p:txBody>
          <a:bodyPr/>
          <a:lstStyle/>
          <a:p>
            <a:fld id="{9E9B238C-2335-4007-98C9-471C02CC43B6}" type="datetimeFigureOut">
              <a:rPr lang="de-CH" smtClean="0"/>
              <a:t>16.07.2026</a:t>
            </a:fld>
            <a:endParaRPr lang="de-CH"/>
          </a:p>
        </p:txBody>
      </p:sp>
      <p:sp>
        <p:nvSpPr>
          <p:cNvPr id="5" name="Footer Placeholder 4">
            <a:extLst>
              <a:ext uri="{FF2B5EF4-FFF2-40B4-BE49-F238E27FC236}">
                <a16:creationId xmlns:a16="http://schemas.microsoft.com/office/drawing/2014/main" id="{A75992F3-29F5-4955-B2D5-391EC52DB76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DBDB107A-54F3-441F-911A-3CD57FDE6E72}"/>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94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349AB2-2AB2-43A7-8656-1622691F7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E3361E9-F971-441C-8CE6-36B504422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18CF5765-AAA1-4EBA-9889-B58751F154F4}"/>
              </a:ext>
            </a:extLst>
          </p:cNvPr>
          <p:cNvSpPr>
            <a:spLocks noGrp="1"/>
          </p:cNvSpPr>
          <p:nvPr>
            <p:ph type="dt" sz="half" idx="10"/>
          </p:nvPr>
        </p:nvSpPr>
        <p:spPr/>
        <p:txBody>
          <a:bodyPr/>
          <a:lstStyle/>
          <a:p>
            <a:fld id="{9E9B238C-2335-4007-98C9-471C02CC43B6}" type="datetimeFigureOut">
              <a:rPr lang="de-CH" smtClean="0"/>
              <a:t>16.07.2026</a:t>
            </a:fld>
            <a:endParaRPr lang="de-CH"/>
          </a:p>
        </p:txBody>
      </p:sp>
      <p:sp>
        <p:nvSpPr>
          <p:cNvPr id="5" name="Footer Placeholder 4">
            <a:extLst>
              <a:ext uri="{FF2B5EF4-FFF2-40B4-BE49-F238E27FC236}">
                <a16:creationId xmlns:a16="http://schemas.microsoft.com/office/drawing/2014/main" id="{71F360DF-246C-4E18-B36B-0922733683DC}"/>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F8C95E4A-A865-4DAD-8AEC-EE7D584D640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559124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black">
          <a:xfrm>
            <a:off x="1199456" y="1484784"/>
            <a:ext cx="10512000" cy="4896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Click to edit text. Use the buttons “Increase List Level” and “Decrease List Level” for copytext or bullet levels.</a:t>
            </a:r>
          </a:p>
          <a:p>
            <a:pPr lvl="1"/>
            <a:r>
              <a:rPr lang="en-GB"/>
              <a:t>Level 2</a:t>
            </a:r>
          </a:p>
          <a:p>
            <a:pPr lvl="2"/>
            <a:r>
              <a:rPr lang="en-GB"/>
              <a:t>Level 3</a:t>
            </a:r>
          </a:p>
          <a:p>
            <a:pPr lvl="3"/>
            <a:r>
              <a:rPr lang="en-GB"/>
              <a:t>Level 4</a:t>
            </a:r>
          </a:p>
          <a:p>
            <a:pPr lvl="4"/>
            <a:r>
              <a:rPr lang="en-GB"/>
              <a:t>Level 5</a:t>
            </a:r>
          </a:p>
          <a:p>
            <a:pPr lvl="5"/>
            <a:r>
              <a:rPr lang="en-GB"/>
              <a:t>Level 6</a:t>
            </a:r>
          </a:p>
          <a:p>
            <a:pPr lvl="6"/>
            <a:r>
              <a:rPr lang="en-GB"/>
              <a:t>Level 7</a:t>
            </a:r>
          </a:p>
          <a:p>
            <a:pPr lvl="7"/>
            <a:r>
              <a:rPr lang="en-GB"/>
              <a:t>Level 8</a:t>
            </a:r>
          </a:p>
          <a:p>
            <a:pPr lvl="8"/>
            <a:r>
              <a:rPr lang="en-GB"/>
              <a:t>Level 9</a:t>
            </a:r>
          </a:p>
        </p:txBody>
      </p:sp>
      <p:sp>
        <p:nvSpPr>
          <p:cNvPr id="5" name="Fußzeilenplatzhalter 4"/>
          <p:cNvSpPr>
            <a:spLocks noGrp="1"/>
          </p:cNvSpPr>
          <p:nvPr>
            <p:ph type="ftr" sz="quarter" idx="11"/>
          </p:nvPr>
        </p:nvSpPr>
        <p:spPr bwMode="black">
          <a:xfrm rot="16200000">
            <a:off x="-1645334" y="3392999"/>
            <a:ext cx="4105278" cy="287903"/>
          </a:xfrm>
        </p:spPr>
        <p:txBody>
          <a:bodyPr/>
          <a:lstStyle/>
          <a:p>
            <a:r>
              <a:rPr lang="en-US"/>
              <a:t>Introduction to Telemetry </a:t>
            </a:r>
            <a:endParaRPr lang="en-GB"/>
          </a:p>
        </p:txBody>
      </p:sp>
      <p:sp>
        <p:nvSpPr>
          <p:cNvPr id="6" name="Foliennummernplatzhalter 5"/>
          <p:cNvSpPr>
            <a:spLocks noGrp="1"/>
          </p:cNvSpPr>
          <p:nvPr>
            <p:ph type="sldNum" sz="quarter" idx="12"/>
          </p:nvPr>
        </p:nvSpPr>
        <p:spPr bwMode="black"/>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black">
          <a:xfrm>
            <a:off x="1199456" y="332656"/>
            <a:ext cx="10512000" cy="720000"/>
          </a:xfrm>
        </p:spPr>
        <p:txBody>
          <a:bodyPr/>
          <a:lstStyle>
            <a:lvl1pPr>
              <a:defRPr/>
            </a:lvl1pPr>
          </a:lstStyle>
          <a:p>
            <a:r>
              <a:rPr lang="en-GB"/>
              <a:t>Click to edit title</a:t>
            </a:r>
          </a:p>
        </p:txBody>
      </p:sp>
    </p:spTree>
    <p:extLst>
      <p:ext uri="{BB962C8B-B14F-4D97-AF65-F5344CB8AC3E}">
        <p14:creationId xmlns:p14="http://schemas.microsoft.com/office/powerpoint/2010/main" val="176064646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Picture | Negative">
    <p:spTree>
      <p:nvGrpSpPr>
        <p:cNvPr id="1" name=""/>
        <p:cNvGrpSpPr/>
        <p:nvPr/>
      </p:nvGrpSpPr>
      <p:grpSpPr>
        <a:xfrm>
          <a:off x="0" y="0"/>
          <a:ext cx="0" cy="0"/>
          <a:chOff x="0" y="0"/>
          <a:chExt cx="0" cy="0"/>
        </a:xfrm>
      </p:grpSpPr>
      <p:sp>
        <p:nvSpPr>
          <p:cNvPr id="8" name="Bildplatzhalter 8">
            <a:extLst>
              <a:ext uri="{FF2B5EF4-FFF2-40B4-BE49-F238E27FC236}">
                <a16:creationId xmlns:a16="http://schemas.microsoft.com/office/drawing/2014/main" id="{4CAA1A37-9204-4A25-9054-31917E425592}"/>
              </a:ext>
            </a:extLst>
          </p:cNvPr>
          <p:cNvSpPr>
            <a:spLocks noGrp="1"/>
          </p:cNvSpPr>
          <p:nvPr>
            <p:ph type="pic" sz="quarter" idx="13" hasCustomPrompt="1"/>
          </p:nvPr>
        </p:nvSpPr>
        <p:spPr bwMode="gray">
          <a:xfrm>
            <a:off x="0" y="0"/>
            <a:ext cx="12191999" cy="6858000"/>
          </a:xfrm>
          <a:solidFill>
            <a:srgbClr val="DDE3E7"/>
          </a:solidFill>
        </p:spPr>
        <p:txBody>
          <a:bodyPr lIns="9432000" rIns="504000" bIns="0" anchor="ctr"/>
          <a:lstStyle>
            <a:lvl1pPr marL="0" indent="0" algn="l">
              <a:lnSpc>
                <a:spcPct val="100000"/>
              </a:lnSpc>
              <a:spcBef>
                <a:spcPts val="0"/>
              </a:spcBef>
              <a:spcAft>
                <a:spcPts val="0"/>
              </a:spcAft>
              <a:buFont typeface="Arial" panose="020B0604020202020204" pitchFamily="34" charset="0"/>
              <a:buNone/>
              <a:defRPr sz="1200" b="0">
                <a:latin typeface="+mn-lt"/>
              </a:defRPr>
            </a:lvl1pPr>
            <a:lvl2pPr marL="0" indent="0" algn="ctr">
              <a:lnSpc>
                <a:spcPct val="100000"/>
              </a:lnSpc>
              <a:spcBef>
                <a:spcPts val="0"/>
              </a:spcBef>
              <a:spcAft>
                <a:spcPts val="0"/>
              </a:spcAft>
              <a:buNone/>
              <a:defRPr sz="1200"/>
            </a:lvl2pPr>
            <a:lvl3pPr marL="0" indent="0" algn="ctr">
              <a:lnSpc>
                <a:spcPct val="100000"/>
              </a:lnSpc>
              <a:spcBef>
                <a:spcPts val="0"/>
              </a:spcBef>
              <a:spcAft>
                <a:spcPts val="0"/>
              </a:spcAft>
              <a:buNone/>
              <a:defRPr sz="1200"/>
            </a:lvl3pPr>
            <a:lvl4pPr marL="0" indent="0" algn="ctr">
              <a:lnSpc>
                <a:spcPct val="100000"/>
              </a:lnSpc>
              <a:spcBef>
                <a:spcPts val="0"/>
              </a:spcBef>
              <a:spcAft>
                <a:spcPts val="0"/>
              </a:spcAft>
              <a:buNone/>
              <a:defRPr sz="1200"/>
            </a:lvl4pPr>
            <a:lvl5pPr marL="0" indent="0" algn="ctr">
              <a:lnSpc>
                <a:spcPct val="100000"/>
              </a:lnSpc>
              <a:spcBef>
                <a:spcPts val="0"/>
              </a:spcBef>
              <a:spcAft>
                <a:spcPts val="0"/>
              </a:spcAft>
              <a:buNone/>
              <a:defRPr sz="1200"/>
            </a:lvl5pPr>
            <a:lvl6pPr marL="0" indent="0" algn="ctr">
              <a:lnSpc>
                <a:spcPct val="100000"/>
              </a:lnSpc>
              <a:spcBef>
                <a:spcPts val="0"/>
              </a:spcBef>
              <a:spcAft>
                <a:spcPts val="0"/>
              </a:spcAft>
              <a:buNone/>
              <a:defRPr sz="1200"/>
            </a:lvl6pPr>
            <a:lvl7pPr marL="0" indent="0" algn="ctr">
              <a:lnSpc>
                <a:spcPct val="100000"/>
              </a:lnSpc>
              <a:spcBef>
                <a:spcPts val="0"/>
              </a:spcBef>
              <a:spcAft>
                <a:spcPts val="0"/>
              </a:spcAft>
              <a:buNone/>
              <a:defRPr sz="1200"/>
            </a:lvl7pPr>
            <a:lvl8pPr marL="0" indent="0" algn="ctr">
              <a:lnSpc>
                <a:spcPct val="100000"/>
              </a:lnSpc>
              <a:spcBef>
                <a:spcPts val="0"/>
              </a:spcBef>
              <a:spcAft>
                <a:spcPts val="0"/>
              </a:spcAft>
              <a:buNone/>
              <a:defRPr sz="1200"/>
            </a:lvl8pPr>
            <a:lvl9pPr marL="0" indent="0" algn="ctr">
              <a:lnSpc>
                <a:spcPct val="100000"/>
              </a:lnSpc>
              <a:spcBef>
                <a:spcPts val="0"/>
              </a:spcBef>
              <a:spcAft>
                <a:spcPts val="0"/>
              </a:spcAft>
              <a:buNone/>
              <a:defRPr sz="1200"/>
            </a:lvl9pPr>
          </a:lstStyle>
          <a:p>
            <a:pPr lvl="0"/>
            <a:r>
              <a:rPr lang="en-GB"/>
              <a:t>To add a picture, please right click the image placeholder and bring it to front. </a:t>
            </a:r>
            <a:br>
              <a:rPr lang="en-GB"/>
            </a:br>
            <a:br>
              <a:rPr lang="en-GB"/>
            </a:br>
            <a:r>
              <a:rPr lang="en-GB"/>
              <a:t>You can now insert a picture by clicking on the placeholder image icon. Then click the Reset button on the Home menu tab to send the picture to background.</a:t>
            </a:r>
          </a:p>
        </p:txBody>
      </p:sp>
      <p:sp>
        <p:nvSpPr>
          <p:cNvPr id="10" name="Text Placeholder 5">
            <a:extLst>
              <a:ext uri="{FF2B5EF4-FFF2-40B4-BE49-F238E27FC236}">
                <a16:creationId xmlns:a16="http://schemas.microsoft.com/office/drawing/2014/main" id="{CDB9E957-3F55-4CEB-ABFA-916F4BB161AA}"/>
              </a:ext>
            </a:extLst>
          </p:cNvPr>
          <p:cNvSpPr>
            <a:spLocks noGrp="1" noChangeAspect="1"/>
          </p:cNvSpPr>
          <p:nvPr>
            <p:ph type="body" sz="quarter" idx="15" hasCustomPrompt="1"/>
          </p:nvPr>
        </p:nvSpPr>
        <p:spPr bwMode="gray">
          <a:xfrm>
            <a:off x="263352" y="5120522"/>
            <a:ext cx="234000" cy="1260806"/>
          </a:xfrm>
          <a:blipFill>
            <a:blip r:embed="rId2" cstate="print">
              <a:extLst>
                <a:ext uri="{28A0092B-C50C-407E-A947-70E740481C1C}">
                  <a14:useLocalDpi xmlns:a14="http://schemas.microsoft.com/office/drawing/2010/main"/>
                </a:ext>
              </a:extLst>
            </a:blip>
            <a:stretch>
              <a:fillRect/>
            </a:stretch>
          </a:blipFill>
        </p:spPr>
        <p:txBody>
          <a:bodyPr/>
          <a:lstStyle>
            <a:lvl1pPr marL="0" indent="0">
              <a:lnSpc>
                <a:spcPct val="100000"/>
              </a:lnSpc>
              <a:spcBef>
                <a:spcPts val="0"/>
              </a:spcBef>
              <a:spcAft>
                <a:spcPts val="0"/>
              </a:spcAft>
              <a:buFont typeface="Arial" panose="020B0604020202020204" pitchFamily="34" charset="0"/>
              <a:buNone/>
              <a:defRPr sz="100">
                <a:solidFill>
                  <a:schemeClr val="bg1"/>
                </a:solidFill>
              </a:defRPr>
            </a:lvl1pPr>
            <a:lvl2pPr marL="0" indent="0">
              <a:lnSpc>
                <a:spcPct val="100000"/>
              </a:lnSpc>
              <a:spcBef>
                <a:spcPts val="0"/>
              </a:spcBef>
              <a:spcAft>
                <a:spcPts val="0"/>
              </a:spcAft>
              <a:buFont typeface="Arial" panose="020B0604020202020204" pitchFamily="34" charset="0"/>
              <a:buNone/>
              <a:defRPr sz="100">
                <a:solidFill>
                  <a:schemeClr val="bg1"/>
                </a:solidFill>
              </a:defRPr>
            </a:lvl2pPr>
            <a:lvl3pPr marL="0" indent="0">
              <a:lnSpc>
                <a:spcPct val="100000"/>
              </a:lnSpc>
              <a:spcBef>
                <a:spcPts val="0"/>
              </a:spcBef>
              <a:spcAft>
                <a:spcPts val="0"/>
              </a:spcAft>
              <a:buNone/>
              <a:defRPr sz="100">
                <a:solidFill>
                  <a:schemeClr val="bg1"/>
                </a:solidFill>
              </a:defRPr>
            </a:lvl3pPr>
            <a:lvl4pPr marL="0" indent="0">
              <a:lnSpc>
                <a:spcPct val="100000"/>
              </a:lnSpc>
              <a:spcBef>
                <a:spcPts val="0"/>
              </a:spcBef>
              <a:spcAft>
                <a:spcPts val="0"/>
              </a:spcAft>
              <a:buNone/>
              <a:defRPr sz="100">
                <a:solidFill>
                  <a:schemeClr val="bg1"/>
                </a:solidFill>
              </a:defRPr>
            </a:lvl4pPr>
            <a:lvl5pPr marL="0" indent="0">
              <a:lnSpc>
                <a:spcPct val="100000"/>
              </a:lnSpc>
              <a:spcBef>
                <a:spcPts val="0"/>
              </a:spcBef>
              <a:spcAft>
                <a:spcPts val="0"/>
              </a:spcAft>
              <a:buNone/>
              <a:defRPr sz="100">
                <a:solidFill>
                  <a:schemeClr val="bg1"/>
                </a:solidFill>
              </a:defRPr>
            </a:lvl5pPr>
            <a:lvl6pPr marL="0" indent="0">
              <a:lnSpc>
                <a:spcPct val="100000"/>
              </a:lnSpc>
              <a:spcBef>
                <a:spcPts val="0"/>
              </a:spcBef>
              <a:spcAft>
                <a:spcPts val="0"/>
              </a:spcAft>
              <a:buNone/>
              <a:defRPr sz="100">
                <a:solidFill>
                  <a:schemeClr val="bg1"/>
                </a:solidFill>
              </a:defRPr>
            </a:lvl6pPr>
            <a:lvl7pPr marL="0" indent="0">
              <a:lnSpc>
                <a:spcPct val="100000"/>
              </a:lnSpc>
              <a:spcBef>
                <a:spcPts val="0"/>
              </a:spcBef>
              <a:spcAft>
                <a:spcPts val="0"/>
              </a:spcAft>
              <a:buNone/>
              <a:defRPr sz="100">
                <a:solidFill>
                  <a:schemeClr val="bg1"/>
                </a:solidFill>
              </a:defRPr>
            </a:lvl7pPr>
            <a:lvl8pPr marL="0" indent="0">
              <a:lnSpc>
                <a:spcPct val="100000"/>
              </a:lnSpc>
              <a:spcBef>
                <a:spcPts val="0"/>
              </a:spcBef>
              <a:spcAft>
                <a:spcPts val="0"/>
              </a:spcAft>
              <a:buNone/>
              <a:defRPr sz="100">
                <a:solidFill>
                  <a:schemeClr val="bg1"/>
                </a:solidFill>
              </a:defRPr>
            </a:lvl8pPr>
            <a:lvl9pPr marL="0" indent="0">
              <a:lnSpc>
                <a:spcPct val="100000"/>
              </a:lnSpc>
              <a:spcBef>
                <a:spcPts val="0"/>
              </a:spcBef>
              <a:spcAft>
                <a:spcPts val="0"/>
              </a:spcAft>
              <a:buNone/>
              <a:defRPr sz="100">
                <a:solidFill>
                  <a:schemeClr val="bg1"/>
                </a:solidFill>
              </a:defRPr>
            </a:lvl9pPr>
          </a:lstStyle>
          <a:p>
            <a:pPr lvl="0"/>
            <a:r>
              <a:rPr lang="en-GB"/>
              <a:t> </a:t>
            </a:r>
          </a:p>
        </p:txBody>
      </p:sp>
      <p:sp>
        <p:nvSpPr>
          <p:cNvPr id="2" name="Titel 1"/>
          <p:cNvSpPr>
            <a:spLocks noGrp="1"/>
          </p:cNvSpPr>
          <p:nvPr>
            <p:ph type="ctrTitle" hasCustomPrompt="1"/>
          </p:nvPr>
        </p:nvSpPr>
        <p:spPr bwMode="gray">
          <a:xfrm>
            <a:off x="1199456" y="333375"/>
            <a:ext cx="8208000" cy="3239002"/>
          </a:xfrm>
        </p:spPr>
        <p:txBody>
          <a:bodyPr tIns="0" bIns="0" anchor="b"/>
          <a:lstStyle>
            <a:lvl1pPr algn="l">
              <a:lnSpc>
                <a:spcPct val="90000"/>
              </a:lnSpc>
              <a:defRPr sz="6600" b="1" i="0" spc="-150" baseline="0">
                <a:solidFill>
                  <a:schemeClr val="bg1"/>
                </a:solidFill>
                <a:latin typeface="+mj-lt"/>
              </a:defRPr>
            </a:lvl1pPr>
          </a:lstStyle>
          <a:p>
            <a:r>
              <a:rPr lang="en-GB"/>
              <a:t>Click to edit title</a:t>
            </a:r>
          </a:p>
        </p:txBody>
      </p:sp>
      <p:sp>
        <p:nvSpPr>
          <p:cNvPr id="3" name="Untertitel 2"/>
          <p:cNvSpPr>
            <a:spLocks noGrp="1"/>
          </p:cNvSpPr>
          <p:nvPr>
            <p:ph type="subTitle" idx="1" hasCustomPrompt="1"/>
          </p:nvPr>
        </p:nvSpPr>
        <p:spPr bwMode="gray">
          <a:xfrm>
            <a:off x="1199456" y="3716313"/>
            <a:ext cx="8208000" cy="720000"/>
          </a:xfrm>
        </p:spPr>
        <p:txBody>
          <a:bodyPr/>
          <a:lstStyle>
            <a:lvl1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1pPr>
            <a:lvl2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2pPr>
            <a:lvl3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3pPr>
            <a:lvl4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4pPr>
            <a:lvl5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5pPr>
            <a:lvl6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6pPr>
            <a:lvl7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7pPr>
            <a:lvl8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8pPr>
            <a:lvl9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9pPr>
          </a:lstStyle>
          <a:p>
            <a:r>
              <a:rPr lang="en-GB"/>
              <a:t>Click to edit subline</a:t>
            </a:r>
          </a:p>
          <a:p>
            <a:pPr lvl="1"/>
            <a:r>
              <a:rPr lang="en-GB"/>
              <a:t>Level 2</a:t>
            </a:r>
          </a:p>
        </p:txBody>
      </p:sp>
      <p:sp>
        <p:nvSpPr>
          <p:cNvPr id="6" name="Text Placeholder 5">
            <a:extLst>
              <a:ext uri="{FF2B5EF4-FFF2-40B4-BE49-F238E27FC236}">
                <a16:creationId xmlns:a16="http://schemas.microsoft.com/office/drawing/2014/main" id="{B82FBF00-184A-445D-86C9-C33582C67623}"/>
              </a:ext>
            </a:extLst>
          </p:cNvPr>
          <p:cNvSpPr>
            <a:spLocks noGrp="1"/>
          </p:cNvSpPr>
          <p:nvPr>
            <p:ph type="body" sz="quarter" idx="14" hasCustomPrompt="1"/>
          </p:nvPr>
        </p:nvSpPr>
        <p:spPr bwMode="gray">
          <a:xfrm>
            <a:off x="255600" y="360000"/>
            <a:ext cx="342000" cy="460800"/>
          </a:xfrm>
          <a:blipFill>
            <a:blip r:embed="rId3" cstate="print">
              <a:extLst>
                <a:ext uri="{28A0092B-C50C-407E-A947-70E740481C1C}">
                  <a14:useLocalDpi xmlns:a14="http://schemas.microsoft.com/office/drawing/2010/main"/>
                </a:ext>
              </a:extLst>
            </a:blip>
            <a:stretch>
              <a:fillRect/>
            </a:stretch>
          </a:blipFill>
        </p:spPr>
        <p:txBody>
          <a:bodyPr/>
          <a:lstStyle>
            <a:lvl1pPr marL="0" indent="0">
              <a:lnSpc>
                <a:spcPct val="100000"/>
              </a:lnSpc>
              <a:spcBef>
                <a:spcPts val="0"/>
              </a:spcBef>
              <a:spcAft>
                <a:spcPts val="0"/>
              </a:spcAft>
              <a:buFont typeface="Arial" panose="020B0604020202020204" pitchFamily="34" charset="0"/>
              <a:buNone/>
              <a:defRPr sz="100">
                <a:solidFill>
                  <a:schemeClr val="bg1"/>
                </a:solidFill>
              </a:defRPr>
            </a:lvl1pPr>
            <a:lvl2pPr marL="0" indent="0">
              <a:lnSpc>
                <a:spcPct val="100000"/>
              </a:lnSpc>
              <a:spcBef>
                <a:spcPts val="0"/>
              </a:spcBef>
              <a:spcAft>
                <a:spcPts val="0"/>
              </a:spcAft>
              <a:buFont typeface="Arial" panose="020B0604020202020204" pitchFamily="34" charset="0"/>
              <a:buNone/>
              <a:defRPr sz="100">
                <a:solidFill>
                  <a:schemeClr val="bg1"/>
                </a:solidFill>
              </a:defRPr>
            </a:lvl2pPr>
            <a:lvl3pPr marL="0" indent="0">
              <a:lnSpc>
                <a:spcPct val="100000"/>
              </a:lnSpc>
              <a:spcBef>
                <a:spcPts val="0"/>
              </a:spcBef>
              <a:spcAft>
                <a:spcPts val="0"/>
              </a:spcAft>
              <a:buNone/>
              <a:defRPr sz="100">
                <a:solidFill>
                  <a:schemeClr val="bg1"/>
                </a:solidFill>
              </a:defRPr>
            </a:lvl3pPr>
            <a:lvl4pPr marL="0" indent="0">
              <a:lnSpc>
                <a:spcPct val="100000"/>
              </a:lnSpc>
              <a:spcBef>
                <a:spcPts val="0"/>
              </a:spcBef>
              <a:spcAft>
                <a:spcPts val="0"/>
              </a:spcAft>
              <a:buNone/>
              <a:defRPr sz="100">
                <a:solidFill>
                  <a:schemeClr val="bg1"/>
                </a:solidFill>
              </a:defRPr>
            </a:lvl4pPr>
            <a:lvl5pPr marL="0" indent="0">
              <a:lnSpc>
                <a:spcPct val="100000"/>
              </a:lnSpc>
              <a:spcBef>
                <a:spcPts val="0"/>
              </a:spcBef>
              <a:spcAft>
                <a:spcPts val="0"/>
              </a:spcAft>
              <a:buNone/>
              <a:defRPr sz="100">
                <a:solidFill>
                  <a:schemeClr val="bg1"/>
                </a:solidFill>
              </a:defRPr>
            </a:lvl5pPr>
            <a:lvl6pPr marL="0" indent="0">
              <a:lnSpc>
                <a:spcPct val="100000"/>
              </a:lnSpc>
              <a:spcBef>
                <a:spcPts val="0"/>
              </a:spcBef>
              <a:spcAft>
                <a:spcPts val="0"/>
              </a:spcAft>
              <a:buNone/>
              <a:defRPr sz="100">
                <a:solidFill>
                  <a:schemeClr val="bg1"/>
                </a:solidFill>
              </a:defRPr>
            </a:lvl6pPr>
            <a:lvl7pPr marL="0" indent="0">
              <a:lnSpc>
                <a:spcPct val="100000"/>
              </a:lnSpc>
              <a:spcBef>
                <a:spcPts val="0"/>
              </a:spcBef>
              <a:spcAft>
                <a:spcPts val="0"/>
              </a:spcAft>
              <a:buNone/>
              <a:defRPr sz="100">
                <a:solidFill>
                  <a:schemeClr val="bg1"/>
                </a:solidFill>
              </a:defRPr>
            </a:lvl7pPr>
            <a:lvl8pPr marL="0" indent="0">
              <a:lnSpc>
                <a:spcPct val="100000"/>
              </a:lnSpc>
              <a:spcBef>
                <a:spcPts val="0"/>
              </a:spcBef>
              <a:spcAft>
                <a:spcPts val="0"/>
              </a:spcAft>
              <a:buNone/>
              <a:defRPr sz="100">
                <a:solidFill>
                  <a:schemeClr val="bg1"/>
                </a:solidFill>
              </a:defRPr>
            </a:lvl8pPr>
            <a:lvl9pPr marL="0" indent="0">
              <a:lnSpc>
                <a:spcPct val="100000"/>
              </a:lnSpc>
              <a:spcBef>
                <a:spcPts val="0"/>
              </a:spcBef>
              <a:spcAft>
                <a:spcPts val="0"/>
              </a:spcAft>
              <a:buNone/>
              <a:defRPr sz="100">
                <a:solidFill>
                  <a:schemeClr val="bg1"/>
                </a:solidFill>
              </a:defRPr>
            </a:lvl9pPr>
          </a:lstStyle>
          <a:p>
            <a:pPr lvl="0"/>
            <a:r>
              <a:rPr lang="en-GB"/>
              <a:t> </a:t>
            </a:r>
          </a:p>
        </p:txBody>
      </p:sp>
      <p:sp>
        <p:nvSpPr>
          <p:cNvPr id="9" name="Text Placeholder 4">
            <a:extLst>
              <a:ext uri="{FF2B5EF4-FFF2-40B4-BE49-F238E27FC236}">
                <a16:creationId xmlns:a16="http://schemas.microsoft.com/office/drawing/2014/main" id="{E6E9A991-EE31-4DB7-89CA-2351FF78238B}"/>
              </a:ext>
            </a:extLst>
          </p:cNvPr>
          <p:cNvSpPr>
            <a:spLocks noGrp="1"/>
          </p:cNvSpPr>
          <p:nvPr>
            <p:ph type="body" sz="quarter" idx="16" hasCustomPrompt="1"/>
          </p:nvPr>
        </p:nvSpPr>
        <p:spPr>
          <a:xfrm>
            <a:off x="1199456" y="5697252"/>
            <a:ext cx="8208912" cy="684076"/>
          </a:xfrm>
        </p:spPr>
        <p:txBody>
          <a:bodyPr anchor="b"/>
          <a:lstStyle>
            <a:lvl1pPr marL="0" indent="0">
              <a:spcBef>
                <a:spcPts val="0"/>
              </a:spcBef>
              <a:spcAft>
                <a:spcPts val="0"/>
              </a:spcAft>
              <a:buFont typeface="Arial" panose="020B0604020202020204" pitchFamily="34" charset="0"/>
              <a:buNone/>
              <a:defRPr>
                <a:solidFill>
                  <a:schemeClr val="bg1"/>
                </a:solidFill>
              </a:defRPr>
            </a:lvl1pPr>
            <a:lvl2pPr marL="0" indent="0">
              <a:spcBef>
                <a:spcPts val="0"/>
              </a:spcBef>
              <a:spcAft>
                <a:spcPts val="0"/>
              </a:spcAft>
              <a:buNone/>
              <a:defRPr>
                <a:solidFill>
                  <a:schemeClr val="bg1"/>
                </a:solidFill>
              </a:defRPr>
            </a:lvl2pPr>
            <a:lvl3pPr marL="0" indent="0">
              <a:spcBef>
                <a:spcPts val="0"/>
              </a:spcBef>
              <a:spcAft>
                <a:spcPts val="0"/>
              </a:spcAft>
              <a:buNone/>
              <a:defRPr>
                <a:solidFill>
                  <a:schemeClr val="bg1"/>
                </a:solidFill>
              </a:defRPr>
            </a:lvl3pPr>
            <a:lvl4pPr marL="0" indent="0">
              <a:spcBef>
                <a:spcPts val="0"/>
              </a:spcBef>
              <a:spcAft>
                <a:spcPts val="0"/>
              </a:spcAft>
              <a:buNone/>
              <a:defRPr>
                <a:solidFill>
                  <a:schemeClr val="bg1"/>
                </a:solidFill>
              </a:defRPr>
            </a:lvl4pPr>
            <a:lvl5pPr marL="0" indent="0">
              <a:spcBef>
                <a:spcPts val="0"/>
              </a:spcBef>
              <a:spcAft>
                <a:spcPts val="0"/>
              </a:spcAft>
              <a:buNone/>
              <a:defRPr>
                <a:solidFill>
                  <a:schemeClr val="bg1"/>
                </a:solidFill>
              </a:defRPr>
            </a:lvl5pPr>
            <a:lvl6pPr marL="0" indent="0">
              <a:spcBef>
                <a:spcPts val="0"/>
              </a:spcBef>
              <a:spcAft>
                <a:spcPts val="0"/>
              </a:spcAft>
              <a:buNone/>
              <a:defRPr>
                <a:solidFill>
                  <a:schemeClr val="bg1"/>
                </a:solidFill>
              </a:defRPr>
            </a:lvl6pPr>
            <a:lvl7pPr marL="0" indent="0">
              <a:spcBef>
                <a:spcPts val="0"/>
              </a:spcBef>
              <a:spcAft>
                <a:spcPts val="0"/>
              </a:spcAft>
              <a:buNone/>
              <a:defRPr>
                <a:solidFill>
                  <a:schemeClr val="bg1"/>
                </a:solidFill>
              </a:defRPr>
            </a:lvl7pPr>
            <a:lvl8pPr marL="0" indent="0">
              <a:spcBef>
                <a:spcPts val="0"/>
              </a:spcBef>
              <a:spcAft>
                <a:spcPts val="0"/>
              </a:spcAft>
              <a:buNone/>
              <a:defRPr>
                <a:solidFill>
                  <a:schemeClr val="bg1"/>
                </a:solidFill>
              </a:defRPr>
            </a:lvl8pPr>
            <a:lvl9pPr marL="0" indent="0">
              <a:spcBef>
                <a:spcPts val="0"/>
              </a:spcBef>
              <a:spcAft>
                <a:spcPts val="0"/>
              </a:spcAft>
              <a:buNone/>
              <a:defRPr>
                <a:solidFill>
                  <a:schemeClr val="bg1"/>
                </a:solidFill>
              </a:defRPr>
            </a:lvl9pPr>
          </a:lstStyle>
          <a:p>
            <a:r>
              <a:rPr lang="en-GB"/>
              <a:t>C2 Internal</a:t>
            </a:r>
          </a:p>
        </p:txBody>
      </p:sp>
    </p:spTree>
    <p:extLst>
      <p:ext uri="{BB962C8B-B14F-4D97-AF65-F5344CB8AC3E}">
        <p14:creationId xmlns:p14="http://schemas.microsoft.com/office/powerpoint/2010/main" val="17950618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CDFDE9-18F4-48C4-A401-3E984B392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a:extLst>
              <a:ext uri="{FF2B5EF4-FFF2-40B4-BE49-F238E27FC236}">
                <a16:creationId xmlns:a16="http://schemas.microsoft.com/office/drawing/2014/main" id="{E517C9F2-47EC-46EF-9DAA-721B9E5EF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B3B2DCEB-FFB0-4E16-B62A-C5FBA3476A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B238C-2335-4007-98C9-471C02CC43B6}" type="datetimeFigureOut">
              <a:rPr lang="de-CH" smtClean="0"/>
              <a:t>16.07.2026</a:t>
            </a:fld>
            <a:endParaRPr lang="de-CH"/>
          </a:p>
        </p:txBody>
      </p:sp>
      <p:sp>
        <p:nvSpPr>
          <p:cNvPr id="5" name="Footer Placeholder 4">
            <a:extLst>
              <a:ext uri="{FF2B5EF4-FFF2-40B4-BE49-F238E27FC236}">
                <a16:creationId xmlns:a16="http://schemas.microsoft.com/office/drawing/2014/main" id="{028C72CA-B967-43BF-81A8-8AE258386D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a:extLst>
              <a:ext uri="{FF2B5EF4-FFF2-40B4-BE49-F238E27FC236}">
                <a16:creationId xmlns:a16="http://schemas.microsoft.com/office/drawing/2014/main" id="{EDD67793-ADCE-4178-B0C6-9992EC74B2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4AC485-25DE-431E-B345-9C0A15BB7F8A}" type="slidenum">
              <a:rPr lang="de-CH" smtClean="0"/>
              <a:t>‹#›</a:t>
            </a:fld>
            <a:endParaRPr lang="de-CH"/>
          </a:p>
        </p:txBody>
      </p:sp>
    </p:spTree>
    <p:extLst>
      <p:ext uri="{BB962C8B-B14F-4D97-AF65-F5344CB8AC3E}">
        <p14:creationId xmlns:p14="http://schemas.microsoft.com/office/powerpoint/2010/main" val="1575956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datatracker.ietf.org/doc/html/draft-ietf-nmop-yang-message-broker-integration"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datatracker.ietf.org/doc/html/draft-netana-nmop-message-broker-bmp-telemetry-msg" TargetMode="External"/><Relationship Id="rId5" Type="http://schemas.openxmlformats.org/officeDocument/2006/relationships/hyperlink" Target="https://datatracker.ietf.org/doc/html/draft-ietf-nmop-yang-message-broker-message-key" TargetMode="External"/><Relationship Id="rId4" Type="http://schemas.openxmlformats.org/officeDocument/2006/relationships/hyperlink" Target="https://datatracker.ietf.org/doc/html/draft-ietf-nmop-message-broker-telemetry-message"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mjethanandani/ietf-bgp-yang/pull/480" TargetMode="External"/><Relationship Id="rId2" Type="http://schemas.openxmlformats.org/officeDocument/2006/relationships/hyperlink" Target="https://datatracker.ietf.org/doc/html/draft-ietf-idr-bgp-mode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atatracker.ietf.org/doc/html/rfc9069" TargetMode="External"/><Relationship Id="rId2" Type="http://schemas.openxmlformats.org/officeDocument/2006/relationships/hyperlink" Target="https://datatracker.ietf.org/doc/html/rfc7854" TargetMode="External"/><Relationship Id="rId1" Type="http://schemas.openxmlformats.org/officeDocument/2006/relationships/slideLayout" Target="../slideLayouts/slideLayout2.xml"/><Relationship Id="rId4" Type="http://schemas.openxmlformats.org/officeDocument/2006/relationships/hyperlink" Target="https://datatracker.ietf.org/doc/html/draft-ietf-grow-bmp-tlv"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atatracker.ietf.org/doc/html/draft-ietf-grow-bmp-path-marking-tlv#section-3.2" TargetMode="External"/><Relationship Id="rId2" Type="http://schemas.openxmlformats.org/officeDocument/2006/relationships/hyperlink" Target="https://datatracker.ietf.org/doc/html/draft-ietf-grow-bmp-path-marking-tlv"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atatracker.ietf.org/doc/html/rfc4271"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datatracker.ietf.org/doc/html/rfc7854#section-3.1"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C26208B2-0D10-4C23-B2DE-372A62E98644}"/>
              </a:ext>
            </a:extLst>
          </p:cNvPr>
          <p:cNvSpPr txBox="1">
            <a:spLocks/>
          </p:cNvSpPr>
          <p:nvPr/>
        </p:nvSpPr>
        <p:spPr>
          <a:xfrm>
            <a:off x="606830" y="1365772"/>
            <a:ext cx="11395314" cy="32390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solidFill>
                  <a:srgbClr val="FF0000"/>
                </a:solidFill>
              </a:rPr>
              <a:t>BMP YANG Model </a:t>
            </a:r>
            <a:r>
              <a:rPr lang="en-US" sz="3400" b="1" dirty="0"/>
              <a:t>for </a:t>
            </a:r>
            <a:r>
              <a:rPr lang="en-US" sz="3400" b="1" dirty="0">
                <a:solidFill>
                  <a:schemeClr val="accent6"/>
                </a:solidFill>
              </a:rPr>
              <a:t>Network Telemetry Messages</a:t>
            </a:r>
            <a:br>
              <a:rPr lang="en-US" sz="3600" b="1" dirty="0"/>
            </a:br>
            <a:r>
              <a:rPr lang="en-US" sz="2800" dirty="0"/>
              <a:t>draft-netana-nmop-message-broker-bmp-telemetry-msg-03</a:t>
            </a:r>
          </a:p>
          <a:p>
            <a:endParaRPr lang="en-US" sz="2800" dirty="0"/>
          </a:p>
          <a:p>
            <a:r>
              <a:rPr lang="en-US" sz="2800" dirty="0">
                <a:solidFill>
                  <a:schemeClr val="bg2">
                    <a:lumMod val="75000"/>
                  </a:schemeClr>
                </a:solidFill>
              </a:rPr>
              <a:t>A BGP Monitoring Protocol (BMP) message schema extension in YANG</a:t>
            </a:r>
            <a:br>
              <a:rPr lang="en-US" sz="2800" dirty="0">
                <a:solidFill>
                  <a:schemeClr val="bg2">
                    <a:lumMod val="75000"/>
                  </a:schemeClr>
                </a:solidFill>
              </a:rPr>
            </a:br>
            <a:r>
              <a:rPr lang="en-US" sz="2800" dirty="0">
                <a:solidFill>
                  <a:schemeClr val="bg2">
                    <a:lumMod val="75000"/>
                  </a:schemeClr>
                </a:solidFill>
              </a:rPr>
              <a:t>	to be used at data collection to transform Network Telemetry messages </a:t>
            </a:r>
            <a:br>
              <a:rPr lang="en-US" sz="2800" dirty="0">
                <a:solidFill>
                  <a:schemeClr val="bg2">
                    <a:lumMod val="75000"/>
                  </a:schemeClr>
                </a:solidFill>
              </a:rPr>
            </a:br>
            <a:r>
              <a:rPr lang="en-US" sz="2800" dirty="0">
                <a:solidFill>
                  <a:schemeClr val="bg2">
                    <a:lumMod val="75000"/>
                  </a:schemeClr>
                </a:solidFill>
              </a:rPr>
              <a:t>		into external systems such as Message Brokers</a:t>
            </a:r>
          </a:p>
        </p:txBody>
      </p:sp>
      <p:sp>
        <p:nvSpPr>
          <p:cNvPr id="2" name="Slide Number Placeholder 1">
            <a:extLst>
              <a:ext uri="{FF2B5EF4-FFF2-40B4-BE49-F238E27FC236}">
                <a16:creationId xmlns:a16="http://schemas.microsoft.com/office/drawing/2014/main" id="{AD23057C-339A-4254-8994-8EB77B8B4163}"/>
              </a:ext>
            </a:extLst>
          </p:cNvPr>
          <p:cNvSpPr>
            <a:spLocks noGrp="1"/>
          </p:cNvSpPr>
          <p:nvPr>
            <p:ph type="sldNum" sz="quarter" idx="12"/>
          </p:nvPr>
        </p:nvSpPr>
        <p:spPr>
          <a:xfrm>
            <a:off x="11587892" y="6361637"/>
            <a:ext cx="414251" cy="365125"/>
          </a:xfrm>
        </p:spPr>
        <p:txBody>
          <a:bodyPr/>
          <a:lstStyle/>
          <a:p>
            <a:fld id="{FC4AC485-25DE-431E-B345-9C0A15BB7F8A}" type="slidenum">
              <a:rPr lang="en-US" sz="2200" smtClean="0"/>
              <a:t>1</a:t>
            </a:fld>
            <a:endParaRPr lang="en-US" sz="2200" dirty="0"/>
          </a:p>
        </p:txBody>
      </p:sp>
      <p:sp>
        <p:nvSpPr>
          <p:cNvPr id="6" name="Subtitle 4">
            <a:extLst>
              <a:ext uri="{FF2B5EF4-FFF2-40B4-BE49-F238E27FC236}">
                <a16:creationId xmlns:a16="http://schemas.microsoft.com/office/drawing/2014/main" id="{6CAA0765-1318-4A03-8F91-D3ECC43D8FA7}"/>
              </a:ext>
            </a:extLst>
          </p:cNvPr>
          <p:cNvSpPr txBox="1">
            <a:spLocks/>
          </p:cNvSpPr>
          <p:nvPr/>
        </p:nvSpPr>
        <p:spPr>
          <a:xfrm>
            <a:off x="838200" y="5041232"/>
            <a:ext cx="11163943" cy="13204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en-US" sz="1400" dirty="0">
                <a:latin typeface="+mj-lt"/>
              </a:rPr>
              <a:t>thomas.graf@swisscom.com</a:t>
            </a:r>
            <a:br>
              <a:rPr lang="en-US" sz="1400" dirty="0">
                <a:latin typeface="+mj-lt"/>
              </a:rPr>
            </a:br>
            <a:r>
              <a:rPr lang="en-US" sz="1400" dirty="0">
                <a:latin typeface="+mj-lt"/>
              </a:rPr>
              <a:t>paolo@ntt.net</a:t>
            </a:r>
            <a:br>
              <a:rPr lang="en-US" sz="1400" dirty="0">
                <a:latin typeface="+mj-lt"/>
              </a:rPr>
            </a:br>
            <a:r>
              <a:rPr lang="en-US" sz="1400" b="1" dirty="0">
                <a:latin typeface="+mj-lt"/>
              </a:rPr>
              <a:t>leonardo.rodoni@swisscom.com</a:t>
            </a:r>
          </a:p>
          <a:p>
            <a:pPr marL="0" indent="0" algn="r">
              <a:spcBef>
                <a:spcPts val="300"/>
              </a:spcBef>
              <a:buNone/>
              <a:defRPr sz="1782"/>
            </a:pPr>
            <a:r>
              <a:rPr lang="en-US" sz="1400" dirty="0">
                <a:latin typeface="+mj-lt"/>
              </a:rPr>
              <a:t>maxence.younsi@insa-lyon.fr</a:t>
            </a:r>
            <a:br>
              <a:rPr lang="en-US" sz="1400" dirty="0">
                <a:latin typeface="+mj-lt"/>
              </a:rPr>
            </a:br>
            <a:endParaRPr lang="en-US" sz="1400" dirty="0">
              <a:latin typeface="+mj-lt"/>
            </a:endParaRPr>
          </a:p>
          <a:p>
            <a:pPr marL="0" indent="0" algn="r">
              <a:spcBef>
                <a:spcPts val="300"/>
              </a:spcBef>
              <a:buNone/>
            </a:pPr>
            <a:r>
              <a:rPr lang="en-US" sz="1400" dirty="0">
                <a:latin typeface="+mj-lt"/>
              </a:rPr>
              <a:t>16. July </a:t>
            </a:r>
            <a:r>
              <a:rPr lang="en-US" sz="1400" dirty="0">
                <a:latin typeface="+mj-lt"/>
                <a:ea typeface="+mj-ea"/>
                <a:cs typeface="+mj-cs"/>
              </a:rPr>
              <a:t>2026</a:t>
            </a:r>
            <a:endParaRPr lang="en-US" sz="1400" dirty="0">
              <a:latin typeface="+mj-lt"/>
            </a:endParaRPr>
          </a:p>
          <a:p>
            <a:pPr algn="r"/>
            <a:endParaRPr lang="en-US" sz="2200" dirty="0"/>
          </a:p>
        </p:txBody>
      </p:sp>
    </p:spTree>
    <p:extLst>
      <p:ext uri="{BB962C8B-B14F-4D97-AF65-F5344CB8AC3E}">
        <p14:creationId xmlns:p14="http://schemas.microsoft.com/office/powerpoint/2010/main" val="3578665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2E10-D23C-63C1-BF5E-2E15CFD128F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F6D5FF2-E4CF-46B4-608A-82B9EF4D42C4}"/>
              </a:ext>
            </a:extLst>
          </p:cNvPr>
          <p:cNvPicPr>
            <a:picLocks noChangeAspect="1"/>
          </p:cNvPicPr>
          <p:nvPr/>
        </p:nvPicPr>
        <p:blipFill>
          <a:blip r:embed="rId2"/>
          <a:stretch>
            <a:fillRect/>
          </a:stretch>
        </p:blipFill>
        <p:spPr>
          <a:xfrm>
            <a:off x="7498702" y="1287237"/>
            <a:ext cx="4089190" cy="5375306"/>
          </a:xfrm>
          <a:prstGeom prst="rect">
            <a:avLst/>
          </a:prstGeom>
        </p:spPr>
      </p:pic>
      <p:sp>
        <p:nvSpPr>
          <p:cNvPr id="2" name="Title 1">
            <a:extLst>
              <a:ext uri="{FF2B5EF4-FFF2-40B4-BE49-F238E27FC236}">
                <a16:creationId xmlns:a16="http://schemas.microsoft.com/office/drawing/2014/main" id="{925D8FC1-6AD2-4FDB-0618-87CF7F39767C}"/>
              </a:ext>
            </a:extLst>
          </p:cNvPr>
          <p:cNvSpPr>
            <a:spLocks noGrp="1"/>
          </p:cNvSpPr>
          <p:nvPr>
            <p:ph type="title"/>
          </p:nvPr>
        </p:nvSpPr>
        <p:spPr/>
        <p:txBody>
          <a:bodyPr>
            <a:normAutofit/>
          </a:bodyPr>
          <a:lstStyle/>
          <a:p>
            <a:r>
              <a:rPr lang="en-US" sz="2800" b="1" dirty="0"/>
              <a:t>An Architecture for YANG-Push to Message Broker Integration</a:t>
            </a:r>
            <a:br>
              <a:rPr lang="en-GB" sz="3600" dirty="0"/>
            </a:br>
            <a:r>
              <a:rPr lang="en-US" sz="2700" dirty="0">
                <a:solidFill>
                  <a:schemeClr val="bg2">
                    <a:lumMod val="75000"/>
                  </a:schemeClr>
                </a:solidFill>
              </a:rPr>
              <a:t>From YANG-Push, BMP and IPFIX to Network</a:t>
            </a:r>
          </a:p>
        </p:txBody>
      </p:sp>
      <p:sp>
        <p:nvSpPr>
          <p:cNvPr id="3" name="Content Placeholder 2">
            <a:extLst>
              <a:ext uri="{FF2B5EF4-FFF2-40B4-BE49-F238E27FC236}">
                <a16:creationId xmlns:a16="http://schemas.microsoft.com/office/drawing/2014/main" id="{E1C8AC62-B5C5-ADE4-1957-88D3A14E964A}"/>
              </a:ext>
            </a:extLst>
          </p:cNvPr>
          <p:cNvSpPr>
            <a:spLocks noGrp="1"/>
          </p:cNvSpPr>
          <p:nvPr>
            <p:ph idx="1"/>
          </p:nvPr>
        </p:nvSpPr>
        <p:spPr>
          <a:xfrm>
            <a:off x="838200" y="1772816"/>
            <a:ext cx="6890238" cy="4404148"/>
          </a:xfrm>
        </p:spPr>
        <p:txBody>
          <a:bodyPr>
            <a:noAutofit/>
          </a:bodyPr>
          <a:lstStyle/>
          <a:p>
            <a:pPr marL="0" indent="0">
              <a:spcBef>
                <a:spcPts val="600"/>
              </a:spcBef>
              <a:buNone/>
            </a:pPr>
            <a:r>
              <a:rPr lang="en-US" sz="1700" b="1" dirty="0"/>
              <a:t>A network operator aims for:</a:t>
            </a:r>
            <a:endParaRPr lang="en-US" sz="1700" dirty="0"/>
          </a:p>
          <a:p>
            <a:pPr>
              <a:spcBef>
                <a:spcPts val="600"/>
              </a:spcBef>
            </a:pPr>
            <a:r>
              <a:rPr lang="en-US" sz="1700" dirty="0"/>
              <a:t>An </a:t>
            </a:r>
            <a:r>
              <a:rPr lang="en-US" sz="1700" b="1" dirty="0">
                <a:solidFill>
                  <a:srgbClr val="FF0000"/>
                </a:solidFill>
              </a:rPr>
              <a:t>automated data processing pipeline </a:t>
            </a:r>
            <a:r>
              <a:rPr lang="en-US" sz="1700" dirty="0"/>
              <a:t>which starts with YANG-Push, </a:t>
            </a:r>
            <a:r>
              <a:rPr lang="en-US" sz="1700" dirty="0">
                <a:solidFill>
                  <a:schemeClr val="accent6"/>
                </a:solidFill>
              </a:rPr>
              <a:t>BMP and IPFIX</a:t>
            </a:r>
            <a:r>
              <a:rPr lang="en-US" sz="1700" dirty="0"/>
              <a:t>, consolidates at Data Mesh </a:t>
            </a:r>
            <a:r>
              <a:rPr lang="en-US" sz="1700" dirty="0">
                <a:solidFill>
                  <a:schemeClr val="accent6"/>
                </a:solidFill>
              </a:rPr>
              <a:t>with YANG </a:t>
            </a:r>
            <a:r>
              <a:rPr lang="en-US" sz="1700" dirty="0"/>
              <a:t>and ends at Network Analytics.</a:t>
            </a:r>
          </a:p>
          <a:p>
            <a:pPr>
              <a:spcBef>
                <a:spcPts val="600"/>
              </a:spcBef>
            </a:pPr>
            <a:r>
              <a:rPr lang="en-US" sz="1700" dirty="0"/>
              <a:t>Operational metrics where </a:t>
            </a:r>
            <a:r>
              <a:rPr lang="en-US" sz="1700" b="1" dirty="0">
                <a:solidFill>
                  <a:srgbClr val="FF0000"/>
                </a:solidFill>
              </a:rPr>
              <a:t>IETF defines the semantics. </a:t>
            </a:r>
          </a:p>
          <a:p>
            <a:pPr>
              <a:spcBef>
                <a:spcPts val="600"/>
              </a:spcBef>
            </a:pPr>
            <a:r>
              <a:rPr lang="en-US" sz="1700" dirty="0"/>
              <a:t>Analytical metrics where </a:t>
            </a:r>
            <a:r>
              <a:rPr lang="en-US" sz="1700" b="1" dirty="0">
                <a:solidFill>
                  <a:srgbClr val="FF0000"/>
                </a:solidFill>
              </a:rPr>
              <a:t>network operators gain actionable insights.</a:t>
            </a:r>
            <a:endParaRPr lang="en-US" sz="1700" dirty="0"/>
          </a:p>
          <a:p>
            <a:pPr marL="0" indent="0">
              <a:spcBef>
                <a:spcPts val="1800"/>
              </a:spcBef>
              <a:spcAft>
                <a:spcPts val="600"/>
              </a:spcAft>
              <a:buNone/>
            </a:pPr>
            <a:r>
              <a:rPr lang="en-US" sz="1700" b="1" dirty="0"/>
              <a:t>These are the documents relate to the Message Broker integration:</a:t>
            </a:r>
          </a:p>
          <a:p>
            <a:pPr>
              <a:spcBef>
                <a:spcPts val="600"/>
              </a:spcBef>
            </a:pPr>
            <a:r>
              <a:rPr lang="en-US" sz="1700" dirty="0">
                <a:hlinkClick r:id="rId3"/>
              </a:rPr>
              <a:t>draft-</a:t>
            </a:r>
            <a:r>
              <a:rPr lang="en-US" sz="1700" dirty="0" err="1">
                <a:hlinkClick r:id="rId3"/>
              </a:rPr>
              <a:t>ietf</a:t>
            </a:r>
            <a:r>
              <a:rPr lang="en-US" sz="1700" dirty="0">
                <a:hlinkClick r:id="rId3"/>
              </a:rPr>
              <a:t>-</a:t>
            </a:r>
            <a:r>
              <a:rPr lang="en-US" sz="1700" dirty="0" err="1">
                <a:hlinkClick r:id="rId3"/>
              </a:rPr>
              <a:t>nmop</a:t>
            </a:r>
            <a:r>
              <a:rPr lang="en-US" sz="1700" dirty="0">
                <a:hlinkClick r:id="rId3"/>
              </a:rPr>
              <a:t>-yang-message-broker-integration</a:t>
            </a:r>
            <a:r>
              <a:rPr lang="en-US" sz="1700" dirty="0"/>
              <a:t> defines the YANG-Push to message broker integration architecture.</a:t>
            </a:r>
          </a:p>
          <a:p>
            <a:pPr>
              <a:spcBef>
                <a:spcPts val="0"/>
              </a:spcBef>
            </a:pPr>
            <a:r>
              <a:rPr lang="en-US" sz="1700" dirty="0">
                <a:hlinkClick r:id="rId4"/>
              </a:rPr>
              <a:t>draft-</a:t>
            </a:r>
            <a:r>
              <a:rPr lang="en-US" sz="1700" dirty="0" err="1">
                <a:hlinkClick r:id="rId4"/>
              </a:rPr>
              <a:t>ietf</a:t>
            </a:r>
            <a:r>
              <a:rPr lang="en-US" sz="1700" dirty="0">
                <a:hlinkClick r:id="rId4"/>
              </a:rPr>
              <a:t>-</a:t>
            </a:r>
            <a:r>
              <a:rPr lang="en-US" sz="1700" dirty="0" err="1">
                <a:hlinkClick r:id="rId4"/>
              </a:rPr>
              <a:t>nmop</a:t>
            </a:r>
            <a:r>
              <a:rPr lang="en-US" sz="1700" dirty="0">
                <a:hlinkClick r:id="rId4"/>
              </a:rPr>
              <a:t>-message-broker-telemetry-message</a:t>
            </a:r>
            <a:r>
              <a:rPr lang="en-US" sz="1700" dirty="0"/>
              <a:t> defines the message schema being used between YANG data producer and consumer.</a:t>
            </a:r>
          </a:p>
          <a:p>
            <a:pPr>
              <a:spcBef>
                <a:spcPts val="0"/>
              </a:spcBef>
            </a:pPr>
            <a:r>
              <a:rPr lang="en-US" sz="1700" b="1" dirty="0">
                <a:solidFill>
                  <a:srgbClr val="FF0000"/>
                </a:solidFill>
              </a:rPr>
              <a:t>Updated: </a:t>
            </a:r>
            <a:r>
              <a:rPr lang="en-US" sz="1700" dirty="0">
                <a:hlinkClick r:id="rId5"/>
              </a:rPr>
              <a:t>draft-</a:t>
            </a:r>
            <a:r>
              <a:rPr lang="en-US" sz="1700" dirty="0" err="1">
                <a:hlinkClick r:id="rId5"/>
              </a:rPr>
              <a:t>ietf</a:t>
            </a:r>
            <a:r>
              <a:rPr lang="en-US" sz="1700" dirty="0">
                <a:hlinkClick r:id="rId5"/>
              </a:rPr>
              <a:t>-</a:t>
            </a:r>
            <a:r>
              <a:rPr lang="en-US" sz="1700" dirty="0" err="1">
                <a:hlinkClick r:id="rId5"/>
              </a:rPr>
              <a:t>nmop</a:t>
            </a:r>
            <a:r>
              <a:rPr lang="en-US" sz="1700" dirty="0">
                <a:hlinkClick r:id="rId5"/>
              </a:rPr>
              <a:t>-yang-message-broker-message-key</a:t>
            </a:r>
            <a:r>
              <a:rPr lang="en-US" sz="1700" dirty="0"/>
              <a:t> defines how YANG-Push metrics can be indexed and addressed efficiently and therefore reduce the number of consumed messages and reduce the number of stored metrics with topic compaction.</a:t>
            </a:r>
          </a:p>
          <a:p>
            <a:pPr>
              <a:spcBef>
                <a:spcPts val="0"/>
              </a:spcBef>
            </a:pPr>
            <a:r>
              <a:rPr lang="en-US" sz="1700" b="1" dirty="0">
                <a:solidFill>
                  <a:srgbClr val="FF0000"/>
                </a:solidFill>
              </a:rPr>
              <a:t>Updated: </a:t>
            </a:r>
            <a:r>
              <a:rPr lang="en-US" sz="1700" dirty="0">
                <a:hlinkClick r:id="rId6"/>
              </a:rPr>
              <a:t>draft-</a:t>
            </a:r>
            <a:r>
              <a:rPr lang="en-US" sz="1700" dirty="0" err="1">
                <a:hlinkClick r:id="rId6"/>
              </a:rPr>
              <a:t>netana</a:t>
            </a:r>
            <a:r>
              <a:rPr lang="en-US" sz="1700" dirty="0">
                <a:hlinkClick r:id="rId6"/>
              </a:rPr>
              <a:t>-</a:t>
            </a:r>
            <a:r>
              <a:rPr lang="en-US" sz="1700" dirty="0" err="1">
                <a:hlinkClick r:id="rId6"/>
              </a:rPr>
              <a:t>nmop</a:t>
            </a:r>
            <a:r>
              <a:rPr lang="en-US" sz="1700" dirty="0">
                <a:hlinkClick r:id="rId6"/>
              </a:rPr>
              <a:t>-message-broker-bmp-telemetry-msg</a:t>
            </a:r>
            <a:r>
              <a:rPr lang="en-US" sz="1700" dirty="0"/>
              <a:t> defines the message schema extensions for BMP transformation and how message keys and topic names are derived.</a:t>
            </a:r>
          </a:p>
        </p:txBody>
      </p:sp>
      <p:sp>
        <p:nvSpPr>
          <p:cNvPr id="8" name="Slide Number Placeholder 1">
            <a:extLst>
              <a:ext uri="{FF2B5EF4-FFF2-40B4-BE49-F238E27FC236}">
                <a16:creationId xmlns:a16="http://schemas.microsoft.com/office/drawing/2014/main" id="{8BB66400-890A-2BF7-2334-5D3E2ED00552}"/>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2</a:t>
            </a:fld>
            <a:endParaRPr lang="de-CH" sz="1400" dirty="0"/>
          </a:p>
        </p:txBody>
      </p:sp>
      <p:sp>
        <p:nvSpPr>
          <p:cNvPr id="4" name="Arrow: Right 3">
            <a:extLst>
              <a:ext uri="{FF2B5EF4-FFF2-40B4-BE49-F238E27FC236}">
                <a16:creationId xmlns:a16="http://schemas.microsoft.com/office/drawing/2014/main" id="{7F2E1516-6D8B-CD02-571E-A20DF37CEB35}"/>
              </a:ext>
            </a:extLst>
          </p:cNvPr>
          <p:cNvSpPr/>
          <p:nvPr/>
        </p:nvSpPr>
        <p:spPr>
          <a:xfrm>
            <a:off x="287383" y="6176964"/>
            <a:ext cx="550817" cy="184673"/>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2750719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55DE4-90E0-6888-D53C-A5BA3A11BF79}"/>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0043E546-3EFB-8EDB-7A28-39107D8F2FD6}"/>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3</a:t>
            </a:fld>
            <a:endParaRPr lang="de-CH" sz="1400" dirty="0"/>
          </a:p>
        </p:txBody>
      </p:sp>
      <p:sp>
        <p:nvSpPr>
          <p:cNvPr id="5" name="Inhaltsplatzhalter 2">
            <a:extLst>
              <a:ext uri="{FF2B5EF4-FFF2-40B4-BE49-F238E27FC236}">
                <a16:creationId xmlns:a16="http://schemas.microsoft.com/office/drawing/2014/main" id="{90BA4D8C-8860-D940-C29D-3420754484A0}"/>
              </a:ext>
            </a:extLst>
          </p:cNvPr>
          <p:cNvSpPr txBox="1">
            <a:spLocks/>
          </p:cNvSpPr>
          <p:nvPr/>
        </p:nvSpPr>
        <p:spPr bwMode="black">
          <a:xfrm>
            <a:off x="974558" y="4645099"/>
            <a:ext cx="10965396" cy="1538210"/>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b="1" dirty="0"/>
              <a:t>At the YANG data producer, </a:t>
            </a:r>
            <a:r>
              <a:rPr lang="en-US" sz="1600" dirty="0"/>
              <a:t>thanks to the YANG awareness to the YANG data producer and the YANG schema registry, </a:t>
            </a:r>
            <a:r>
              <a:rPr lang="en-US" sz="1600" b="1" dirty="0">
                <a:solidFill>
                  <a:srgbClr val="FF0000"/>
                </a:solidFill>
              </a:rPr>
              <a:t>for each unique YANG schema tree a message broker topic and subject is being created, and messages are being indexed and hashed according to the message key</a:t>
            </a:r>
            <a:r>
              <a:rPr lang="en-US" sz="1600" dirty="0"/>
              <a:t>.</a:t>
            </a:r>
          </a:p>
          <a:p>
            <a:pPr>
              <a:spcAft>
                <a:spcPts val="0"/>
              </a:spcAft>
            </a:pPr>
            <a:r>
              <a:rPr lang="en-US" sz="1600" b="1" dirty="0"/>
              <a:t>At the message broker, </a:t>
            </a:r>
            <a:r>
              <a:rPr lang="en-US" sz="1600" dirty="0"/>
              <a:t>thanks to the dedicated topic per BMP message type and its YANG message key, BMP </a:t>
            </a:r>
            <a:r>
              <a:rPr lang="en-US" sz="1600" b="1" dirty="0">
                <a:solidFill>
                  <a:srgbClr val="FF0000"/>
                </a:solidFill>
              </a:rPr>
              <a:t>YANG state metrics such as BGP peer, BGP RIB and BMP session state can be compacted to the latest state; </a:t>
            </a:r>
            <a:r>
              <a:rPr lang="en-US" sz="1600" b="1" dirty="0">
                <a:solidFill>
                  <a:schemeClr val="accent6"/>
                </a:solidFill>
              </a:rPr>
              <a:t>reducing the number of stored messages.</a:t>
            </a:r>
          </a:p>
          <a:p>
            <a:pPr>
              <a:spcAft>
                <a:spcPts val="0"/>
              </a:spcAft>
            </a:pPr>
            <a:r>
              <a:rPr lang="en-US" sz="1600" b="1" dirty="0"/>
              <a:t>At the YANG data consumer, </a:t>
            </a:r>
            <a:r>
              <a:rPr lang="en-US" sz="1600" dirty="0"/>
              <a:t>thanks to the YANG awareness of the stream catalog and consumer, a specific topic, partition and subject can be consumed for the interested BMP YANG metrics; </a:t>
            </a:r>
            <a:r>
              <a:rPr lang="en-US" sz="1600" b="1" dirty="0">
                <a:solidFill>
                  <a:schemeClr val="accent6"/>
                </a:solidFill>
              </a:rPr>
              <a:t>reducing the number of messages to be consumed.</a:t>
            </a:r>
          </a:p>
        </p:txBody>
      </p:sp>
      <p:sp>
        <p:nvSpPr>
          <p:cNvPr id="19" name="Title 1">
            <a:extLst>
              <a:ext uri="{FF2B5EF4-FFF2-40B4-BE49-F238E27FC236}">
                <a16:creationId xmlns:a16="http://schemas.microsoft.com/office/drawing/2014/main" id="{1FB5448B-9146-4CF5-54FA-872A8BB2B5BC}"/>
              </a:ext>
            </a:extLst>
          </p:cNvPr>
          <p:cNvSpPr>
            <a:spLocks noGrp="1"/>
          </p:cNvSpPr>
          <p:nvPr>
            <p:ph type="title"/>
          </p:nvPr>
        </p:nvSpPr>
        <p:spPr>
          <a:xfrm>
            <a:off x="838200" y="365125"/>
            <a:ext cx="9061938" cy="1325563"/>
          </a:xfrm>
        </p:spPr>
        <p:txBody>
          <a:bodyPr>
            <a:normAutofit/>
          </a:bodyPr>
          <a:lstStyle/>
          <a:p>
            <a:r>
              <a:rPr lang="en-US" sz="2800" b="1" dirty="0"/>
              <a:t>YANG Converged Network Telemetry Data Processing Pipeline</a:t>
            </a:r>
            <a:br>
              <a:rPr lang="en-US" sz="3600" dirty="0"/>
            </a:br>
            <a:r>
              <a:rPr lang="en-US" sz="2700" dirty="0">
                <a:solidFill>
                  <a:schemeClr val="bg2">
                    <a:lumMod val="75000"/>
                  </a:schemeClr>
                </a:solidFill>
              </a:rPr>
              <a:t>From network nodes to message broker nodes</a:t>
            </a:r>
          </a:p>
        </p:txBody>
      </p:sp>
      <p:pic>
        <p:nvPicPr>
          <p:cNvPr id="3" name="Picture 2">
            <a:extLst>
              <a:ext uri="{FF2B5EF4-FFF2-40B4-BE49-F238E27FC236}">
                <a16:creationId xmlns:a16="http://schemas.microsoft.com/office/drawing/2014/main" id="{3D20887A-63D9-A4B9-AA81-58DA821129FA}"/>
              </a:ext>
            </a:extLst>
          </p:cNvPr>
          <p:cNvPicPr>
            <a:picLocks noChangeAspect="1"/>
          </p:cNvPicPr>
          <p:nvPr/>
        </p:nvPicPr>
        <p:blipFill>
          <a:blip r:embed="rId2"/>
          <a:stretch>
            <a:fillRect/>
          </a:stretch>
        </p:blipFill>
        <p:spPr>
          <a:xfrm>
            <a:off x="520880" y="1513317"/>
            <a:ext cx="11274137" cy="2953454"/>
          </a:xfrm>
          <a:prstGeom prst="rect">
            <a:avLst/>
          </a:prstGeom>
        </p:spPr>
      </p:pic>
    </p:spTree>
    <p:extLst>
      <p:ext uri="{BB962C8B-B14F-4D97-AF65-F5344CB8AC3E}">
        <p14:creationId xmlns:p14="http://schemas.microsoft.com/office/powerpoint/2010/main" val="3625312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ACB8B-1E2B-7BF8-1C7C-AE9FEEAFD1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65009-4589-3EEA-F6BA-6387E69395C3}"/>
              </a:ext>
            </a:extLst>
          </p:cNvPr>
          <p:cNvSpPr>
            <a:spLocks noGrp="1"/>
          </p:cNvSpPr>
          <p:nvPr>
            <p:ph type="title"/>
          </p:nvPr>
        </p:nvSpPr>
        <p:spPr/>
        <p:txBody>
          <a:bodyPr>
            <a:normAutofit/>
          </a:bodyPr>
          <a:lstStyle/>
          <a:p>
            <a:r>
              <a:rPr lang="en-US" sz="2800" b="1" dirty="0"/>
              <a:t>BMP YANG Telemetry Message</a:t>
            </a:r>
            <a:br>
              <a:rPr lang="en-US" sz="3600" dirty="0"/>
            </a:br>
            <a:r>
              <a:rPr lang="en-US" sz="2700" dirty="0">
                <a:solidFill>
                  <a:schemeClr val="bg2">
                    <a:lumMod val="75000"/>
                  </a:schemeClr>
                </a:solidFill>
              </a:rPr>
              <a:t>Relationship with `</a:t>
            </a:r>
            <a:r>
              <a:rPr lang="en-US" sz="2700" dirty="0" err="1">
                <a:solidFill>
                  <a:schemeClr val="bg2">
                    <a:lumMod val="75000"/>
                  </a:schemeClr>
                </a:solidFill>
              </a:rPr>
              <a:t>ietf-bgp</a:t>
            </a:r>
            <a:r>
              <a:rPr lang="en-US" sz="2700" dirty="0">
                <a:solidFill>
                  <a:schemeClr val="bg2">
                    <a:lumMod val="75000"/>
                  </a:schemeClr>
                </a:solidFill>
              </a:rPr>
              <a:t>` module (IDR)</a:t>
            </a:r>
          </a:p>
        </p:txBody>
      </p:sp>
      <p:sp>
        <p:nvSpPr>
          <p:cNvPr id="3" name="Content Placeholder 2">
            <a:extLst>
              <a:ext uri="{FF2B5EF4-FFF2-40B4-BE49-F238E27FC236}">
                <a16:creationId xmlns:a16="http://schemas.microsoft.com/office/drawing/2014/main" id="{BC3C6DC3-F83A-8266-9A3C-EC72FFB72F03}"/>
              </a:ext>
            </a:extLst>
          </p:cNvPr>
          <p:cNvSpPr>
            <a:spLocks noGrp="1"/>
          </p:cNvSpPr>
          <p:nvPr>
            <p:ph idx="1"/>
          </p:nvPr>
        </p:nvSpPr>
        <p:spPr>
          <a:xfrm>
            <a:off x="838199" y="1690688"/>
            <a:ext cx="7188927" cy="4486275"/>
          </a:xfrm>
        </p:spPr>
        <p:txBody>
          <a:bodyPr>
            <a:noAutofit/>
          </a:bodyPr>
          <a:lstStyle/>
          <a:p>
            <a:pPr marL="0" indent="0">
              <a:spcBef>
                <a:spcPts val="600"/>
              </a:spcBef>
              <a:spcAft>
                <a:spcPts val="600"/>
              </a:spcAft>
              <a:buNone/>
            </a:pPr>
            <a:r>
              <a:rPr lang="en-US" sz="2100" dirty="0">
                <a:latin typeface="Calibri body"/>
              </a:rPr>
              <a:t>Replaced the previously redefined BGP submodules with standalone modules (</a:t>
            </a:r>
            <a:r>
              <a:rPr lang="en-US" sz="2100" dirty="0" err="1">
                <a:latin typeface="Calibri body"/>
              </a:rPr>
              <a:t>ietf</a:t>
            </a:r>
            <a:r>
              <a:rPr lang="en-US" sz="2100" dirty="0">
                <a:latin typeface="Calibri body"/>
              </a:rPr>
              <a:t>-</a:t>
            </a:r>
            <a:r>
              <a:rPr lang="en-US" sz="2100" dirty="0" err="1">
                <a:latin typeface="Calibri body"/>
              </a:rPr>
              <a:t>bgp</a:t>
            </a:r>
            <a:r>
              <a:rPr lang="en-US" sz="2100" dirty="0">
                <a:latin typeface="Calibri body"/>
              </a:rPr>
              <a:t>-rib-entry, </a:t>
            </a:r>
            <a:r>
              <a:rPr lang="en-US" sz="2100" dirty="0" err="1">
                <a:latin typeface="Calibri body"/>
              </a:rPr>
              <a:t>ietf</a:t>
            </a:r>
            <a:r>
              <a:rPr lang="en-US" sz="2100" dirty="0">
                <a:latin typeface="Calibri body"/>
              </a:rPr>
              <a:t>-</a:t>
            </a:r>
            <a:r>
              <a:rPr lang="en-US" sz="2100" dirty="0" err="1">
                <a:latin typeface="Calibri body"/>
              </a:rPr>
              <a:t>bgp</a:t>
            </a:r>
            <a:r>
              <a:rPr lang="en-US" sz="2100" dirty="0">
                <a:latin typeface="Calibri body"/>
              </a:rPr>
              <a:t>-open) that </a:t>
            </a:r>
            <a:r>
              <a:rPr lang="en-US" sz="2100" b="1" dirty="0">
                <a:latin typeface="Calibri body"/>
              </a:rPr>
              <a:t>import groupings and typedefs from </a:t>
            </a:r>
            <a:r>
              <a:rPr lang="en-US" sz="2100" b="1" dirty="0">
                <a:latin typeface="Calibri body"/>
                <a:hlinkClick r:id="rId2"/>
              </a:rPr>
              <a:t>draft-</a:t>
            </a:r>
            <a:r>
              <a:rPr lang="en-US" sz="2100" b="1" dirty="0" err="1">
                <a:latin typeface="Calibri body"/>
                <a:hlinkClick r:id="rId2"/>
              </a:rPr>
              <a:t>ietf</a:t>
            </a:r>
            <a:r>
              <a:rPr lang="en-US" sz="2100" b="1" dirty="0">
                <a:latin typeface="Calibri body"/>
                <a:hlinkClick r:id="rId2"/>
              </a:rPr>
              <a:t>-</a:t>
            </a:r>
            <a:r>
              <a:rPr lang="en-US" sz="2100" b="1" dirty="0" err="1">
                <a:latin typeface="Calibri body"/>
                <a:hlinkClick r:id="rId2"/>
              </a:rPr>
              <a:t>idr</a:t>
            </a:r>
            <a:r>
              <a:rPr lang="en-US" sz="2100" b="1" dirty="0">
                <a:latin typeface="Calibri body"/>
                <a:hlinkClick r:id="rId2"/>
              </a:rPr>
              <a:t>-</a:t>
            </a:r>
            <a:r>
              <a:rPr lang="en-US" sz="2100" b="1" dirty="0" err="1">
                <a:latin typeface="Calibri body"/>
                <a:hlinkClick r:id="rId2"/>
              </a:rPr>
              <a:t>bgp</a:t>
            </a:r>
            <a:r>
              <a:rPr lang="en-US" sz="2100" b="1" dirty="0">
                <a:latin typeface="Calibri body"/>
                <a:hlinkClick r:id="rId2"/>
              </a:rPr>
              <a:t>-model</a:t>
            </a:r>
            <a:r>
              <a:rPr lang="en-US" sz="2100" dirty="0">
                <a:latin typeface="Calibri body"/>
              </a:rPr>
              <a:t>).</a:t>
            </a:r>
          </a:p>
          <a:p>
            <a:pPr marL="0" indent="0">
              <a:spcBef>
                <a:spcPts val="600"/>
              </a:spcBef>
              <a:spcAft>
                <a:spcPts val="600"/>
              </a:spcAft>
              <a:buNone/>
            </a:pPr>
            <a:r>
              <a:rPr lang="en-US" sz="2100" dirty="0">
                <a:latin typeface="Calibri body"/>
              </a:rPr>
              <a:t>Avoid duplicating BGP semantics already standardized at IDR working group.</a:t>
            </a:r>
          </a:p>
          <a:p>
            <a:pPr marL="0" indent="0">
              <a:spcBef>
                <a:spcPts val="600"/>
              </a:spcBef>
              <a:spcAft>
                <a:spcPts val="600"/>
              </a:spcAft>
              <a:buNone/>
            </a:pPr>
            <a:r>
              <a:rPr lang="en-US" sz="2100" dirty="0">
                <a:latin typeface="Calibri body"/>
              </a:rPr>
              <a:t>draft-</a:t>
            </a:r>
            <a:r>
              <a:rPr lang="en-US" sz="2100" dirty="0" err="1">
                <a:latin typeface="Calibri body"/>
              </a:rPr>
              <a:t>ietf</a:t>
            </a:r>
            <a:r>
              <a:rPr lang="en-US" sz="2100" dirty="0">
                <a:latin typeface="Calibri body"/>
              </a:rPr>
              <a:t>-</a:t>
            </a:r>
            <a:r>
              <a:rPr lang="en-US" sz="2100" dirty="0" err="1">
                <a:latin typeface="Calibri body"/>
              </a:rPr>
              <a:t>idr</a:t>
            </a:r>
            <a:r>
              <a:rPr lang="en-US" sz="2100" dirty="0">
                <a:latin typeface="Calibri body"/>
              </a:rPr>
              <a:t>-</a:t>
            </a:r>
            <a:r>
              <a:rPr lang="en-US" sz="2100" dirty="0" err="1">
                <a:latin typeface="Calibri body"/>
              </a:rPr>
              <a:t>bgp</a:t>
            </a:r>
            <a:r>
              <a:rPr lang="en-US" sz="2100" dirty="0">
                <a:latin typeface="Calibri body"/>
              </a:rPr>
              <a:t>-model authors </a:t>
            </a:r>
            <a:r>
              <a:rPr lang="en-US" sz="2100" b="1" dirty="0">
                <a:latin typeface="Calibri body"/>
                <a:hlinkClick r:id="rId3"/>
              </a:rPr>
              <a:t>restructured </a:t>
            </a:r>
            <a:r>
              <a:rPr lang="en-US" sz="2100" b="1" dirty="0" err="1">
                <a:latin typeface="Calibri body"/>
                <a:hlinkClick r:id="rId3"/>
              </a:rPr>
              <a:t>ietf-bgp</a:t>
            </a:r>
            <a:r>
              <a:rPr lang="en-US" sz="2100" b="1" dirty="0">
                <a:latin typeface="Calibri body"/>
                <a:hlinkClick r:id="rId3"/>
              </a:rPr>
              <a:t> from submodules to standalone reusable modules </a:t>
            </a:r>
            <a:r>
              <a:rPr lang="en-US" sz="2100" dirty="0">
                <a:latin typeface="Calibri body"/>
              </a:rPr>
              <a:t>(since submodules cannot be imported independently of the main module) and we are looking forward that these changes are being mirrored to the </a:t>
            </a:r>
            <a:r>
              <a:rPr lang="en-US" sz="2100" b="1" dirty="0">
                <a:latin typeface="Calibri body"/>
                <a:hlinkClick r:id="rId2"/>
              </a:rPr>
              <a:t>draft-</a:t>
            </a:r>
            <a:r>
              <a:rPr lang="en-US" sz="2100" b="1" dirty="0" err="1">
                <a:latin typeface="Calibri body"/>
                <a:hlinkClick r:id="rId2"/>
              </a:rPr>
              <a:t>ietf</a:t>
            </a:r>
            <a:r>
              <a:rPr lang="en-US" sz="2100" b="1" dirty="0">
                <a:latin typeface="Calibri body"/>
                <a:hlinkClick r:id="rId2"/>
              </a:rPr>
              <a:t>-</a:t>
            </a:r>
            <a:r>
              <a:rPr lang="en-US" sz="2100" b="1" dirty="0" err="1">
                <a:latin typeface="Calibri body"/>
                <a:hlinkClick r:id="rId2"/>
              </a:rPr>
              <a:t>idr</a:t>
            </a:r>
            <a:r>
              <a:rPr lang="en-US" sz="2100" b="1" dirty="0">
                <a:latin typeface="Calibri body"/>
                <a:hlinkClick r:id="rId2"/>
              </a:rPr>
              <a:t>-</a:t>
            </a:r>
            <a:r>
              <a:rPr lang="en-US" sz="2100" b="1" dirty="0" err="1">
                <a:latin typeface="Calibri body"/>
                <a:hlinkClick r:id="rId2"/>
              </a:rPr>
              <a:t>bgp</a:t>
            </a:r>
            <a:r>
              <a:rPr lang="en-US" sz="2100" b="1" dirty="0">
                <a:latin typeface="Calibri body"/>
                <a:hlinkClick r:id="rId2"/>
              </a:rPr>
              <a:t>-model</a:t>
            </a:r>
            <a:r>
              <a:rPr lang="en-US" sz="2100" b="1" dirty="0">
                <a:latin typeface="Calibri body"/>
              </a:rPr>
              <a:t> </a:t>
            </a:r>
            <a:r>
              <a:rPr lang="en-US" sz="2100" dirty="0">
                <a:latin typeface="Calibri body"/>
              </a:rPr>
              <a:t>document.</a:t>
            </a:r>
          </a:p>
          <a:p>
            <a:pPr marL="0" indent="0">
              <a:spcBef>
                <a:spcPts val="600"/>
              </a:spcBef>
              <a:spcAft>
                <a:spcPts val="600"/>
              </a:spcAft>
              <a:buNone/>
            </a:pPr>
            <a:r>
              <a:rPr lang="en-US" sz="2100" dirty="0">
                <a:latin typeface="Calibri body"/>
              </a:rPr>
              <a:t>YANG modules in this document could then be simplified to import only the specific modules needed and not importing BGP configuration and policy related schema content which is not needed for telemetry use cases.</a:t>
            </a:r>
            <a:endParaRPr lang="en-US" sz="2100" dirty="0"/>
          </a:p>
        </p:txBody>
      </p:sp>
      <p:sp>
        <p:nvSpPr>
          <p:cNvPr id="6" name="Slide Number Placeholder 1">
            <a:extLst>
              <a:ext uri="{FF2B5EF4-FFF2-40B4-BE49-F238E27FC236}">
                <a16:creationId xmlns:a16="http://schemas.microsoft.com/office/drawing/2014/main" id="{AD4918B9-2FA7-5287-C789-21B6BD70ACB5}"/>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4</a:t>
            </a:fld>
            <a:endParaRPr lang="en-US" sz="1400" dirty="0"/>
          </a:p>
        </p:txBody>
      </p:sp>
      <p:sp>
        <p:nvSpPr>
          <p:cNvPr id="4" name="TextBox 3">
            <a:extLst>
              <a:ext uri="{FF2B5EF4-FFF2-40B4-BE49-F238E27FC236}">
                <a16:creationId xmlns:a16="http://schemas.microsoft.com/office/drawing/2014/main" id="{121A1905-BF39-944D-1A1A-CBC53B6F2062}"/>
              </a:ext>
            </a:extLst>
          </p:cNvPr>
          <p:cNvSpPr txBox="1"/>
          <p:nvPr/>
        </p:nvSpPr>
        <p:spPr>
          <a:xfrm>
            <a:off x="8183880" y="1599256"/>
            <a:ext cx="4008120" cy="2862322"/>
          </a:xfrm>
          <a:prstGeom prst="rect">
            <a:avLst/>
          </a:prstGeom>
          <a:noFill/>
        </p:spPr>
        <p:txBody>
          <a:bodyPr wrap="square">
            <a:spAutoFit/>
          </a:bodyPr>
          <a:lstStyle/>
          <a:p>
            <a:endParaRPr lang="de-CH" sz="1200" dirty="0">
              <a:latin typeface="Courier New" panose="02070309020205020404" pitchFamily="49" charset="0"/>
              <a:cs typeface="Courier New" panose="02070309020205020404" pitchFamily="49" charset="0"/>
            </a:endParaRPr>
          </a:p>
          <a:p>
            <a:r>
              <a:rPr lang="de-CH" sz="1200" dirty="0" err="1">
                <a:latin typeface="Courier New" panose="02070309020205020404" pitchFamily="49" charset="0"/>
                <a:cs typeface="Courier New" panose="02070309020205020404" pitchFamily="49" charset="0"/>
              </a:rPr>
              <a:t>module</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ietf-bgp-rib-entry</a:t>
            </a:r>
            <a:r>
              <a:rPr lang="de-CH" sz="1200" dirty="0">
                <a:latin typeface="Courier New" panose="02070309020205020404" pitchFamily="49" charset="0"/>
                <a:cs typeface="Courier New" panose="02070309020205020404" pitchFamily="49" charset="0"/>
              </a:rPr>
              <a:t> {</a:t>
            </a:r>
          </a:p>
          <a:p>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yang</a:t>
            </a:r>
            <a:r>
              <a:rPr lang="de-CH" sz="1200" dirty="0">
                <a:latin typeface="Courier New" panose="02070309020205020404" pitchFamily="49" charset="0"/>
                <a:cs typeface="Courier New" panose="02070309020205020404" pitchFamily="49" charset="0"/>
              </a:rPr>
              <a:t>-version 1.1;</a:t>
            </a:r>
          </a:p>
          <a:p>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namespace</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urn:ietf:params:xml:ns:yang:ietf-bgp-rib-entry</a:t>
            </a:r>
            <a:r>
              <a:rPr lang="de-CH" sz="1200" dirty="0">
                <a:latin typeface="Courier New" panose="02070309020205020404" pitchFamily="49" charset="0"/>
                <a:cs typeface="Courier New" panose="02070309020205020404" pitchFamily="49" charset="0"/>
              </a:rPr>
              <a:t>";</a:t>
            </a:r>
          </a:p>
          <a:p>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prefix</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bre</a:t>
            </a:r>
            <a:r>
              <a:rPr lang="de-CH" sz="1200" dirty="0">
                <a:latin typeface="Courier New" panose="02070309020205020404" pitchFamily="49" charset="0"/>
                <a:cs typeface="Courier New" panose="02070309020205020404" pitchFamily="49" charset="0"/>
              </a:rPr>
              <a:t>;</a:t>
            </a:r>
          </a:p>
          <a:p>
            <a:r>
              <a:rPr lang="de-CH" sz="1200" dirty="0">
                <a:latin typeface="Courier New" panose="02070309020205020404" pitchFamily="49" charset="0"/>
                <a:cs typeface="Courier New" panose="02070309020205020404" pitchFamily="49" charset="0"/>
              </a:rPr>
              <a:t>  </a:t>
            </a:r>
          </a:p>
          <a:p>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import</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ietf-inet-types</a:t>
            </a:r>
            <a:r>
              <a:rPr lang="de-CH" sz="1200" dirty="0">
                <a:latin typeface="Courier New" panose="02070309020205020404" pitchFamily="49" charset="0"/>
                <a:cs typeface="Courier New" panose="02070309020205020404" pitchFamily="49" charset="0"/>
              </a:rPr>
              <a:t> { </a:t>
            </a:r>
            <a:r>
              <a:rPr lang="de-CH" sz="1200" dirty="0" err="1">
                <a:latin typeface="Courier New" panose="02070309020205020404" pitchFamily="49" charset="0"/>
                <a:cs typeface="Courier New" panose="02070309020205020404" pitchFamily="49" charset="0"/>
              </a:rPr>
              <a:t>prefix</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inet</a:t>
            </a:r>
            <a:r>
              <a:rPr lang="de-CH" sz="1200" dirty="0">
                <a:latin typeface="Courier New" panose="02070309020205020404" pitchFamily="49" charset="0"/>
                <a:cs typeface="Courier New" panose="02070309020205020404" pitchFamily="49" charset="0"/>
              </a:rPr>
              <a:t>; }</a:t>
            </a:r>
          </a:p>
          <a:p>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import</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ietf-yang-types</a:t>
            </a:r>
            <a:r>
              <a:rPr lang="de-CH" sz="1200" dirty="0">
                <a:latin typeface="Courier New" panose="02070309020205020404" pitchFamily="49" charset="0"/>
                <a:cs typeface="Courier New" panose="02070309020205020404" pitchFamily="49" charset="0"/>
              </a:rPr>
              <a:t> { </a:t>
            </a:r>
            <a:r>
              <a:rPr lang="de-CH" sz="1200" dirty="0" err="1">
                <a:latin typeface="Courier New" panose="02070309020205020404" pitchFamily="49" charset="0"/>
                <a:cs typeface="Courier New" panose="02070309020205020404" pitchFamily="49" charset="0"/>
              </a:rPr>
              <a:t>prefix</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yang</a:t>
            </a:r>
            <a:r>
              <a:rPr lang="de-CH" sz="1200" dirty="0">
                <a:latin typeface="Courier New" panose="02070309020205020404" pitchFamily="49" charset="0"/>
                <a:cs typeface="Courier New" panose="02070309020205020404" pitchFamily="49" charset="0"/>
              </a:rPr>
              <a:t>; }</a:t>
            </a:r>
          </a:p>
          <a:p>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import</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iana-bgp-types</a:t>
            </a:r>
            <a:r>
              <a:rPr lang="de-CH" sz="1200" dirty="0">
                <a:latin typeface="Courier New" panose="02070309020205020404" pitchFamily="49" charset="0"/>
                <a:cs typeface="Courier New" panose="02070309020205020404" pitchFamily="49" charset="0"/>
              </a:rPr>
              <a:t>   { </a:t>
            </a:r>
            <a:r>
              <a:rPr lang="de-CH" sz="1200" dirty="0" err="1">
                <a:latin typeface="Courier New" panose="02070309020205020404" pitchFamily="49" charset="0"/>
                <a:cs typeface="Courier New" panose="02070309020205020404" pitchFamily="49" charset="0"/>
              </a:rPr>
              <a:t>prefix</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bt</a:t>
            </a:r>
            <a:r>
              <a:rPr lang="de-CH" sz="1200" dirty="0">
                <a:latin typeface="Courier New" panose="02070309020205020404" pitchFamily="49" charset="0"/>
                <a:cs typeface="Courier New" panose="02070309020205020404" pitchFamily="49" charset="0"/>
              </a:rPr>
              <a:t>; }</a:t>
            </a:r>
          </a:p>
          <a:p>
            <a:r>
              <a:rPr lang="de-CH" sz="1200" dirty="0">
                <a:latin typeface="Courier New" panose="02070309020205020404" pitchFamily="49" charset="0"/>
                <a:cs typeface="Courier New" panose="02070309020205020404" pitchFamily="49" charset="0"/>
              </a:rPr>
              <a:t>  </a:t>
            </a:r>
          </a:p>
          <a:p>
            <a:r>
              <a:rPr lang="de-CH" sz="1200" dirty="0">
                <a:latin typeface="Courier New" panose="02070309020205020404" pitchFamily="49" charset="0"/>
                <a:cs typeface="Courier New" panose="02070309020205020404" pitchFamily="49" charset="0"/>
              </a:rPr>
              <a:t>  // </a:t>
            </a:r>
            <a:r>
              <a:rPr lang="de-CH" sz="1200" dirty="0" err="1">
                <a:latin typeface="Courier New" panose="02070309020205020404" pitchFamily="49" charset="0"/>
                <a:cs typeface="Courier New" panose="02070309020205020404" pitchFamily="49" charset="0"/>
              </a:rPr>
              <a:t>from</a:t>
            </a:r>
            <a:r>
              <a:rPr lang="de-CH" sz="1200" dirty="0">
                <a:latin typeface="Courier New" panose="02070309020205020404" pitchFamily="49" charset="0"/>
                <a:cs typeface="Courier New" panose="02070309020205020404" pitchFamily="49" charset="0"/>
              </a:rPr>
              <a:t> draft-</a:t>
            </a:r>
            <a:r>
              <a:rPr lang="de-CH" sz="1200" dirty="0" err="1">
                <a:latin typeface="Courier New" panose="02070309020205020404" pitchFamily="49" charset="0"/>
                <a:cs typeface="Courier New" panose="02070309020205020404" pitchFamily="49" charset="0"/>
              </a:rPr>
              <a:t>ietf</a:t>
            </a:r>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idr</a:t>
            </a:r>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bgp</a:t>
            </a:r>
            <a:r>
              <a:rPr lang="de-CH" sz="1200" dirty="0">
                <a:latin typeface="Courier New" panose="02070309020205020404" pitchFamily="49" charset="0"/>
                <a:cs typeface="Courier New" panose="02070309020205020404" pitchFamily="49" charset="0"/>
              </a:rPr>
              <a:t>-model</a:t>
            </a:r>
          </a:p>
          <a:p>
            <a:r>
              <a:rPr lang="de-CH" sz="1200" dirty="0">
                <a:latin typeface="Courier New" panose="02070309020205020404" pitchFamily="49" charset="0"/>
                <a:cs typeface="Courier New" panose="02070309020205020404" pitchFamily="49" charset="0"/>
              </a:rPr>
              <a:t>  </a:t>
            </a:r>
            <a:r>
              <a:rPr lang="de-CH" sz="1200" dirty="0" err="1">
                <a:highlight>
                  <a:srgbClr val="FFFF00"/>
                </a:highlight>
                <a:latin typeface="Courier New" panose="02070309020205020404" pitchFamily="49" charset="0"/>
                <a:cs typeface="Courier New" panose="02070309020205020404" pitchFamily="49" charset="0"/>
              </a:rPr>
              <a:t>import</a:t>
            </a:r>
            <a:r>
              <a:rPr lang="de-CH" sz="1200" dirty="0">
                <a:highlight>
                  <a:srgbClr val="FFFF00"/>
                </a:highlight>
                <a:latin typeface="Courier New" panose="02070309020205020404" pitchFamily="49" charset="0"/>
                <a:cs typeface="Courier New" panose="02070309020205020404" pitchFamily="49" charset="0"/>
              </a:rPr>
              <a:t> </a:t>
            </a:r>
            <a:r>
              <a:rPr lang="de-CH" sz="1200" dirty="0" err="1">
                <a:highlight>
                  <a:srgbClr val="FFFF00"/>
                </a:highlight>
                <a:latin typeface="Courier New" panose="02070309020205020404" pitchFamily="49" charset="0"/>
                <a:cs typeface="Courier New" panose="02070309020205020404" pitchFamily="49" charset="0"/>
              </a:rPr>
              <a:t>ietf-bgp</a:t>
            </a:r>
            <a:r>
              <a:rPr lang="de-CH" sz="1200" dirty="0">
                <a:highlight>
                  <a:srgbClr val="FFFF00"/>
                </a:highlight>
                <a:latin typeface="Courier New" panose="02070309020205020404" pitchFamily="49" charset="0"/>
                <a:cs typeface="Courier New" panose="02070309020205020404" pitchFamily="49" charset="0"/>
              </a:rPr>
              <a:t> { </a:t>
            </a:r>
            <a:r>
              <a:rPr lang="de-CH" sz="1200" dirty="0" err="1">
                <a:highlight>
                  <a:srgbClr val="FFFF00"/>
                </a:highlight>
                <a:latin typeface="Courier New" panose="02070309020205020404" pitchFamily="49" charset="0"/>
                <a:cs typeface="Courier New" panose="02070309020205020404" pitchFamily="49" charset="0"/>
              </a:rPr>
              <a:t>prefix</a:t>
            </a:r>
            <a:r>
              <a:rPr lang="de-CH" sz="1200" dirty="0">
                <a:highlight>
                  <a:srgbClr val="FFFF00"/>
                </a:highlight>
                <a:latin typeface="Courier New" panose="02070309020205020404" pitchFamily="49" charset="0"/>
                <a:cs typeface="Courier New" panose="02070309020205020404" pitchFamily="49" charset="0"/>
              </a:rPr>
              <a:t> </a:t>
            </a:r>
            <a:r>
              <a:rPr lang="de-CH" sz="1200" dirty="0" err="1">
                <a:highlight>
                  <a:srgbClr val="FFFF00"/>
                </a:highlight>
                <a:latin typeface="Courier New" panose="02070309020205020404" pitchFamily="49" charset="0"/>
                <a:cs typeface="Courier New" panose="02070309020205020404" pitchFamily="49" charset="0"/>
              </a:rPr>
              <a:t>bgp</a:t>
            </a:r>
            <a:r>
              <a:rPr lang="de-CH" sz="1200" dirty="0">
                <a:highlight>
                  <a:srgbClr val="FFFF00"/>
                </a:highlight>
                <a:latin typeface="Courier New" panose="02070309020205020404" pitchFamily="49" charset="0"/>
                <a:cs typeface="Courier New" panose="02070309020205020404" pitchFamily="49" charset="0"/>
              </a:rPr>
              <a:t>; }</a:t>
            </a:r>
          </a:p>
          <a:p>
            <a:r>
              <a:rPr lang="de-CH" sz="1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452467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FC713-712E-7764-69F8-8260573A3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9E37C-89FD-6EBA-520E-409ED1136494}"/>
              </a:ext>
            </a:extLst>
          </p:cNvPr>
          <p:cNvSpPr>
            <a:spLocks noGrp="1"/>
          </p:cNvSpPr>
          <p:nvPr>
            <p:ph type="title"/>
          </p:nvPr>
        </p:nvSpPr>
        <p:spPr/>
        <p:txBody>
          <a:bodyPr>
            <a:normAutofit/>
          </a:bodyPr>
          <a:lstStyle/>
          <a:p>
            <a:r>
              <a:rPr lang="en-US" sz="2800" b="1" noProof="0" dirty="0"/>
              <a:t>BMP YANG Telemetry Message</a:t>
            </a:r>
            <a:br>
              <a:rPr lang="en-US" sz="3600" noProof="0" dirty="0"/>
            </a:br>
            <a:r>
              <a:rPr lang="en-US" sz="2700" noProof="0" dirty="0">
                <a:solidFill>
                  <a:schemeClr val="bg2">
                    <a:lumMod val="75000"/>
                  </a:schemeClr>
                </a:solidFill>
              </a:rPr>
              <a:t>New </a:t>
            </a:r>
            <a:r>
              <a:rPr lang="en-US" sz="2700" noProof="0" dirty="0" err="1">
                <a:solidFill>
                  <a:schemeClr val="bg2">
                    <a:lumMod val="75000"/>
                  </a:schemeClr>
                </a:solidFill>
              </a:rPr>
              <a:t>`ietf</a:t>
            </a:r>
            <a:r>
              <a:rPr lang="en-US" sz="2700" noProof="0" dirty="0">
                <a:solidFill>
                  <a:schemeClr val="bg2">
                    <a:lumMod val="75000"/>
                  </a:schemeClr>
                </a:solidFill>
              </a:rPr>
              <a:t>-bmp-</a:t>
            </a:r>
            <a:r>
              <a:rPr lang="en-US" sz="2700" noProof="0" dirty="0" err="1">
                <a:solidFill>
                  <a:schemeClr val="bg2">
                    <a:lumMod val="75000"/>
                  </a:schemeClr>
                </a:solidFill>
              </a:rPr>
              <a:t>tlv</a:t>
            </a:r>
            <a:r>
              <a:rPr lang="en-US" sz="2700" noProof="0" dirty="0">
                <a:solidFill>
                  <a:schemeClr val="bg2">
                    <a:lumMod val="75000"/>
                  </a:schemeClr>
                </a:solidFill>
              </a:rPr>
              <a:t>` module</a:t>
            </a:r>
          </a:p>
        </p:txBody>
      </p:sp>
      <p:sp>
        <p:nvSpPr>
          <p:cNvPr id="3" name="Content Placeholder 2">
            <a:extLst>
              <a:ext uri="{FF2B5EF4-FFF2-40B4-BE49-F238E27FC236}">
                <a16:creationId xmlns:a16="http://schemas.microsoft.com/office/drawing/2014/main" id="{14533B4E-F532-2573-F0DA-58EA96731AA3}"/>
              </a:ext>
            </a:extLst>
          </p:cNvPr>
          <p:cNvSpPr>
            <a:spLocks noGrp="1"/>
          </p:cNvSpPr>
          <p:nvPr>
            <p:ph idx="1"/>
          </p:nvPr>
        </p:nvSpPr>
        <p:spPr>
          <a:xfrm>
            <a:off x="838199" y="1690688"/>
            <a:ext cx="6302830" cy="4486275"/>
          </a:xfrm>
        </p:spPr>
        <p:txBody>
          <a:bodyPr>
            <a:noAutofit/>
          </a:bodyPr>
          <a:lstStyle/>
          <a:p>
            <a:pPr marL="0" indent="0">
              <a:spcBef>
                <a:spcPts val="600"/>
              </a:spcBef>
              <a:spcAft>
                <a:spcPts val="600"/>
              </a:spcAft>
              <a:buNone/>
            </a:pPr>
            <a:r>
              <a:rPr lang="en-US" sz="2100" noProof="0" dirty="0">
                <a:latin typeface="Calibri body"/>
              </a:rPr>
              <a:t>Dedicated module modeling the decoded value of BMP TLVs, consolidates TLV groupings from multiple specs in one place:</a:t>
            </a:r>
          </a:p>
          <a:p>
            <a:pPr>
              <a:lnSpc>
                <a:spcPct val="100000"/>
              </a:lnSpc>
              <a:spcBef>
                <a:spcPts val="0"/>
              </a:spcBef>
            </a:pPr>
            <a:r>
              <a:rPr lang="en-US" sz="2100" noProof="0" dirty="0">
                <a:latin typeface="Calibri body"/>
                <a:hlinkClick r:id="rId2"/>
              </a:rPr>
              <a:t>RFC 7854</a:t>
            </a:r>
            <a:r>
              <a:rPr lang="en-US" sz="2100" noProof="0" dirty="0">
                <a:latin typeface="Calibri body"/>
              </a:rPr>
              <a:t> (BMP): Info, Term, RM TLVs</a:t>
            </a:r>
          </a:p>
          <a:p>
            <a:pPr>
              <a:lnSpc>
                <a:spcPct val="100000"/>
              </a:lnSpc>
              <a:spcBef>
                <a:spcPts val="0"/>
              </a:spcBef>
            </a:pPr>
            <a:r>
              <a:rPr lang="en-US" sz="2100" noProof="0" dirty="0">
                <a:latin typeface="Calibri body"/>
                <a:hlinkClick r:id="rId3"/>
              </a:rPr>
              <a:t>RFC 9069 </a:t>
            </a:r>
            <a:r>
              <a:rPr lang="en-US" sz="2100" noProof="0" dirty="0">
                <a:latin typeface="Calibri body"/>
              </a:rPr>
              <a:t>(Loc-Rib): VRF/Table Name TLV</a:t>
            </a:r>
          </a:p>
          <a:p>
            <a:pPr>
              <a:lnSpc>
                <a:spcPct val="100000"/>
              </a:lnSpc>
              <a:spcBef>
                <a:spcPts val="0"/>
              </a:spcBef>
            </a:pPr>
            <a:r>
              <a:rPr lang="en-US" sz="2100" noProof="0" dirty="0">
                <a:latin typeface="Calibri body"/>
                <a:hlinkClick r:id="rId4"/>
              </a:rPr>
              <a:t>draft-ietf-grow-bmp-tlv</a:t>
            </a:r>
            <a:r>
              <a:rPr lang="en-US" sz="2100" noProof="0" dirty="0">
                <a:latin typeface="Calibri body"/>
              </a:rPr>
              <a:t> (BMP v4)</a:t>
            </a:r>
          </a:p>
          <a:p>
            <a:pPr>
              <a:lnSpc>
                <a:spcPct val="100000"/>
              </a:lnSpc>
              <a:spcBef>
                <a:spcPts val="0"/>
              </a:spcBef>
            </a:pPr>
            <a:endParaRPr lang="en-US" sz="2100" noProof="0" dirty="0">
              <a:latin typeface="Calibri body"/>
            </a:endParaRPr>
          </a:p>
          <a:p>
            <a:pPr marL="0" indent="0">
              <a:spcBef>
                <a:spcPts val="600"/>
              </a:spcBef>
              <a:spcAft>
                <a:spcPts val="600"/>
              </a:spcAft>
              <a:buNone/>
            </a:pPr>
            <a:r>
              <a:rPr lang="en-US" sz="2100" noProof="0" dirty="0">
                <a:latin typeface="Calibri body"/>
              </a:rPr>
              <a:t>Message-type specific groupings are provided, to determine which TLVs are applicable. All message-types have a common set of TLVs represented by sequence-number, timestamps, and extended-flags. </a:t>
            </a:r>
            <a:endParaRPr lang="en-US" sz="2100" noProof="0" dirty="0"/>
          </a:p>
        </p:txBody>
      </p:sp>
      <p:sp>
        <p:nvSpPr>
          <p:cNvPr id="6" name="Slide Number Placeholder 1">
            <a:extLst>
              <a:ext uri="{FF2B5EF4-FFF2-40B4-BE49-F238E27FC236}">
                <a16:creationId xmlns:a16="http://schemas.microsoft.com/office/drawing/2014/main" id="{AB67B72F-E7A1-6923-AC3C-23DB42139983}"/>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noProof="0" smtClean="0"/>
              <a:t>5</a:t>
            </a:fld>
            <a:endParaRPr lang="en-US" sz="1400" noProof="0" dirty="0"/>
          </a:p>
        </p:txBody>
      </p:sp>
      <p:sp>
        <p:nvSpPr>
          <p:cNvPr id="5" name="TextBox 4">
            <a:extLst>
              <a:ext uri="{FF2B5EF4-FFF2-40B4-BE49-F238E27FC236}">
                <a16:creationId xmlns:a16="http://schemas.microsoft.com/office/drawing/2014/main" id="{2D7ED6FF-80FC-84F4-9A7F-3E310B55AD18}"/>
              </a:ext>
            </a:extLst>
          </p:cNvPr>
          <p:cNvSpPr txBox="1"/>
          <p:nvPr/>
        </p:nvSpPr>
        <p:spPr>
          <a:xfrm>
            <a:off x="7141029" y="1652648"/>
            <a:ext cx="4955092" cy="4524315"/>
          </a:xfrm>
          <a:prstGeom prst="rect">
            <a:avLst/>
          </a:prstGeom>
          <a:noFill/>
        </p:spPr>
        <p:txBody>
          <a:bodyPr wrap="square">
            <a:spAutoFit/>
          </a:bodyPr>
          <a:lstStyle/>
          <a:p>
            <a:r>
              <a:rPr lang="en-US" sz="900" noProof="0" dirty="0">
                <a:latin typeface="Courier New" panose="02070309020205020404" pitchFamily="49" charset="0"/>
                <a:cs typeface="Courier New" panose="02070309020205020404" pitchFamily="49" charset="0"/>
              </a:rPr>
              <a:t>module: </a:t>
            </a:r>
            <a:r>
              <a:rPr lang="en-US" sz="900" noProof="0" dirty="0" err="1">
                <a:latin typeface="Courier New" panose="02070309020205020404" pitchFamily="49" charset="0"/>
                <a:cs typeface="Courier New" panose="02070309020205020404" pitchFamily="49" charset="0"/>
              </a:rPr>
              <a:t>ietf</a:t>
            </a:r>
            <a:r>
              <a:rPr lang="en-US" sz="900" noProof="0" dirty="0">
                <a:latin typeface="Courier New" panose="02070309020205020404" pitchFamily="49" charset="0"/>
                <a:cs typeface="Courier New" panose="02070309020205020404" pitchFamily="49" charset="0"/>
              </a:rPr>
              <a:t>-bmp-telemetry-message</a:t>
            </a:r>
          </a:p>
          <a:p>
            <a:endParaRPr lang="en-US" sz="900" noProof="0" dirty="0">
              <a:latin typeface="Courier New" panose="02070309020205020404" pitchFamily="49" charset="0"/>
              <a:cs typeface="Courier New" panose="02070309020205020404" pitchFamily="49" charset="0"/>
            </a:endParaRPr>
          </a:p>
          <a:p>
            <a:r>
              <a:rPr lang="en-US" sz="900" noProof="0" dirty="0">
                <a:latin typeface="Courier New" panose="02070309020205020404" pitchFamily="49" charset="0"/>
                <a:cs typeface="Courier New" panose="02070309020205020404" pitchFamily="49" charset="0"/>
              </a:rPr>
              <a:t>  structure message:</a:t>
            </a:r>
          </a:p>
          <a:p>
            <a:r>
              <a:rPr lang="en-US" sz="900" noProof="0" dirty="0">
                <a:latin typeface="Courier New" panose="02070309020205020404" pitchFamily="49" charset="0"/>
                <a:cs typeface="Courier New" panose="02070309020205020404" pitchFamily="49" charset="0"/>
              </a:rPr>
              <a:t>    +-- (message-type)?</a:t>
            </a:r>
          </a:p>
          <a:p>
            <a:r>
              <a:rPr lang="en-US" sz="900" noProof="0" dirty="0">
                <a:latin typeface="Courier New" panose="02070309020205020404" pitchFamily="49" charset="0"/>
                <a:cs typeface="Courier New" panose="02070309020205020404" pitchFamily="49" charset="0"/>
              </a:rPr>
              <a:t>       +--:(route-monitoring)</a:t>
            </a:r>
          </a:p>
          <a:p>
            <a:r>
              <a:rPr lang="en-US" sz="900" noProof="0" dirty="0">
                <a:latin typeface="Courier New" panose="02070309020205020404" pitchFamily="49" charset="0"/>
                <a:cs typeface="Courier New" panose="02070309020205020404" pitchFamily="49" charset="0"/>
              </a:rPr>
              <a:t>       |  +-- route-monitoring</a:t>
            </a:r>
          </a:p>
          <a:p>
            <a:r>
              <a:rPr lang="en-US" sz="900" noProof="0" dirty="0">
                <a:latin typeface="Courier New" panose="02070309020205020404" pitchFamily="49" charset="0"/>
                <a:cs typeface="Courier New" panose="02070309020205020404" pitchFamily="49" charset="0"/>
              </a:rPr>
              <a:t>       |     +-- peer-type             </a:t>
            </a:r>
            <a:r>
              <a:rPr lang="en-US" sz="900" noProof="0" dirty="0" err="1">
                <a:latin typeface="Courier New" panose="02070309020205020404" pitchFamily="49" charset="0"/>
                <a:cs typeface="Courier New" panose="02070309020205020404" pitchFamily="49" charset="0"/>
              </a:rPr>
              <a:t>peer-type</a:t>
            </a:r>
            <a:endParaRPr lang="en-US" sz="900" noProof="0" dirty="0">
              <a:latin typeface="Courier New" panose="02070309020205020404" pitchFamily="49" charset="0"/>
              <a:cs typeface="Courier New" panose="02070309020205020404" pitchFamily="49" charset="0"/>
            </a:endParaRPr>
          </a:p>
          <a:p>
            <a:r>
              <a:rPr lang="en-US" sz="900" noProof="0" dirty="0">
                <a:latin typeface="Courier New" panose="02070309020205020404" pitchFamily="49" charset="0"/>
                <a:cs typeface="Courier New" panose="02070309020205020404" pitchFamily="49" charset="0"/>
              </a:rPr>
              <a:t>       |     +-- peer-flags</a:t>
            </a:r>
          </a:p>
          <a:p>
            <a:r>
              <a:rPr lang="en-US" sz="900" noProof="0" dirty="0">
                <a:latin typeface="Courier New" panose="02070309020205020404" pitchFamily="49" charset="0"/>
                <a:cs typeface="Courier New" panose="02070309020205020404" pitchFamily="49" charset="0"/>
              </a:rPr>
              <a:t>       |     |  +-- ipv6-peer?        </a:t>
            </a:r>
            <a:r>
              <a:rPr lang="en-US" sz="900" noProof="0" dirty="0" err="1">
                <a:latin typeface="Courier New" panose="02070309020205020404" pitchFamily="49" charset="0"/>
                <a:cs typeface="Courier New" panose="02070309020205020404" pitchFamily="49" charset="0"/>
              </a:rPr>
              <a:t>boolean</a:t>
            </a:r>
            <a:endParaRPr lang="en-US" sz="900" noProof="0" dirty="0">
              <a:latin typeface="Courier New" panose="02070309020205020404" pitchFamily="49" charset="0"/>
              <a:cs typeface="Courier New" panose="02070309020205020404" pitchFamily="49" charset="0"/>
            </a:endParaRPr>
          </a:p>
          <a:p>
            <a:r>
              <a:rPr lang="en-US" sz="900" noProof="0" dirty="0">
                <a:latin typeface="Courier New" panose="02070309020205020404" pitchFamily="49" charset="0"/>
                <a:cs typeface="Courier New" panose="02070309020205020404" pitchFamily="49" charset="0"/>
              </a:rPr>
              <a:t>       |     |  +-- post-policy?      </a:t>
            </a:r>
            <a:r>
              <a:rPr lang="en-US" sz="900" noProof="0" dirty="0" err="1">
                <a:latin typeface="Courier New" panose="02070309020205020404" pitchFamily="49" charset="0"/>
                <a:cs typeface="Courier New" panose="02070309020205020404" pitchFamily="49" charset="0"/>
              </a:rPr>
              <a:t>boolean</a:t>
            </a:r>
            <a:endParaRPr lang="en-US" sz="900" noProof="0" dirty="0">
              <a:latin typeface="Courier New" panose="02070309020205020404" pitchFamily="49" charset="0"/>
              <a:cs typeface="Courier New" panose="02070309020205020404" pitchFamily="49" charset="0"/>
            </a:endParaRPr>
          </a:p>
          <a:p>
            <a:r>
              <a:rPr lang="en-US" sz="900" noProof="0" dirty="0">
                <a:latin typeface="Courier New" panose="02070309020205020404" pitchFamily="49" charset="0"/>
                <a:cs typeface="Courier New" panose="02070309020205020404" pitchFamily="49" charset="0"/>
              </a:rPr>
              <a:t>       |     |  +-- legacy-as-path?   </a:t>
            </a:r>
            <a:r>
              <a:rPr lang="en-US" sz="900" noProof="0" dirty="0" err="1">
                <a:latin typeface="Courier New" panose="02070309020205020404" pitchFamily="49" charset="0"/>
                <a:cs typeface="Courier New" panose="02070309020205020404" pitchFamily="49" charset="0"/>
              </a:rPr>
              <a:t>boolean</a:t>
            </a:r>
            <a:endParaRPr lang="en-US" sz="900" noProof="0" dirty="0">
              <a:latin typeface="Courier New" panose="02070309020205020404" pitchFamily="49" charset="0"/>
              <a:cs typeface="Courier New" panose="02070309020205020404" pitchFamily="49" charset="0"/>
            </a:endParaRPr>
          </a:p>
          <a:p>
            <a:r>
              <a:rPr lang="en-US" sz="900" noProof="0" dirty="0">
                <a:latin typeface="Courier New" panose="02070309020205020404" pitchFamily="49" charset="0"/>
                <a:cs typeface="Courier New" panose="02070309020205020404" pitchFamily="49" charset="0"/>
              </a:rPr>
              <a:t>       |     |  +-- adj-rib-out?      </a:t>
            </a:r>
            <a:r>
              <a:rPr lang="en-US" sz="900" noProof="0" dirty="0" err="1">
                <a:latin typeface="Courier New" panose="02070309020205020404" pitchFamily="49" charset="0"/>
                <a:cs typeface="Courier New" panose="02070309020205020404" pitchFamily="49" charset="0"/>
              </a:rPr>
              <a:t>boolean</a:t>
            </a:r>
            <a:endParaRPr lang="en-US" sz="900" noProof="0" dirty="0">
              <a:latin typeface="Courier New" panose="02070309020205020404" pitchFamily="49" charset="0"/>
              <a:cs typeface="Courier New" panose="02070309020205020404" pitchFamily="49" charset="0"/>
            </a:endParaRPr>
          </a:p>
          <a:p>
            <a:r>
              <a:rPr lang="en-US" sz="900" noProof="0" dirty="0">
                <a:latin typeface="Courier New" panose="02070309020205020404" pitchFamily="49" charset="0"/>
                <a:cs typeface="Courier New" panose="02070309020205020404" pitchFamily="49" charset="0"/>
              </a:rPr>
              <a:t>       |     |  +-- filtered?         </a:t>
            </a:r>
            <a:r>
              <a:rPr lang="en-US" sz="900" noProof="0" dirty="0" err="1">
                <a:latin typeface="Courier New" panose="02070309020205020404" pitchFamily="49" charset="0"/>
                <a:cs typeface="Courier New" panose="02070309020205020404" pitchFamily="49" charset="0"/>
              </a:rPr>
              <a:t>boolean</a:t>
            </a:r>
            <a:endParaRPr lang="en-US" sz="900" noProof="0" dirty="0">
              <a:latin typeface="Courier New" panose="02070309020205020404" pitchFamily="49" charset="0"/>
              <a:cs typeface="Courier New" panose="02070309020205020404" pitchFamily="49" charset="0"/>
            </a:endParaRPr>
          </a:p>
          <a:p>
            <a:r>
              <a:rPr lang="en-US" sz="900" noProof="0" dirty="0">
                <a:latin typeface="Courier New" panose="02070309020205020404" pitchFamily="49" charset="0"/>
                <a:cs typeface="Courier New" panose="02070309020205020404" pitchFamily="49" charset="0"/>
              </a:rPr>
              <a:t>       |     +-- peer-distinguisher    </a:t>
            </a:r>
            <a:r>
              <a:rPr lang="en-US" sz="900" noProof="0" dirty="0" err="1">
                <a:latin typeface="Courier New" panose="02070309020205020404" pitchFamily="49" charset="0"/>
                <a:cs typeface="Courier New" panose="02070309020205020404" pitchFamily="49" charset="0"/>
              </a:rPr>
              <a:t>rt-types:route-distinguisher</a:t>
            </a:r>
            <a:endParaRPr lang="en-US" sz="900" noProof="0" dirty="0">
              <a:latin typeface="Courier New" panose="02070309020205020404" pitchFamily="49" charset="0"/>
              <a:cs typeface="Courier New" panose="02070309020205020404" pitchFamily="49" charset="0"/>
            </a:endParaRPr>
          </a:p>
          <a:p>
            <a:r>
              <a:rPr lang="en-US" sz="900" noProof="0" dirty="0">
                <a:latin typeface="Courier New" panose="02070309020205020404" pitchFamily="49" charset="0"/>
                <a:cs typeface="Courier New" panose="02070309020205020404" pitchFamily="49" charset="0"/>
              </a:rPr>
              <a:t>       |     +-- peer-address          </a:t>
            </a:r>
            <a:r>
              <a:rPr lang="en-US" sz="900" noProof="0" dirty="0" err="1">
                <a:latin typeface="Courier New" panose="02070309020205020404" pitchFamily="49" charset="0"/>
                <a:cs typeface="Courier New" panose="02070309020205020404" pitchFamily="49" charset="0"/>
              </a:rPr>
              <a:t>inet:ip-address</a:t>
            </a:r>
            <a:endParaRPr lang="en-US" sz="900" noProof="0" dirty="0">
              <a:latin typeface="Courier New" panose="02070309020205020404" pitchFamily="49" charset="0"/>
              <a:cs typeface="Courier New" panose="02070309020205020404" pitchFamily="49" charset="0"/>
            </a:endParaRPr>
          </a:p>
          <a:p>
            <a:r>
              <a:rPr lang="en-US" sz="900" noProof="0" dirty="0">
                <a:latin typeface="Courier New" panose="02070309020205020404" pitchFamily="49" charset="0"/>
                <a:cs typeface="Courier New" panose="02070309020205020404" pitchFamily="49" charset="0"/>
              </a:rPr>
              <a:t>       |     +-- peer-as               uint32</a:t>
            </a:r>
          </a:p>
          <a:p>
            <a:r>
              <a:rPr lang="en-US" sz="900" noProof="0" dirty="0">
                <a:latin typeface="Courier New" panose="02070309020205020404" pitchFamily="49" charset="0"/>
                <a:cs typeface="Courier New" panose="02070309020205020404" pitchFamily="49" charset="0"/>
              </a:rPr>
              <a:t>       |     +-- peer-</a:t>
            </a:r>
            <a:r>
              <a:rPr lang="en-US" sz="900" noProof="0" dirty="0" err="1">
                <a:latin typeface="Courier New" panose="02070309020205020404" pitchFamily="49" charset="0"/>
                <a:cs typeface="Courier New" panose="02070309020205020404" pitchFamily="49" charset="0"/>
              </a:rPr>
              <a:t>bgp</a:t>
            </a:r>
            <a:r>
              <a:rPr lang="en-US" sz="900" noProof="0" dirty="0">
                <a:latin typeface="Courier New" panose="02070309020205020404" pitchFamily="49" charset="0"/>
                <a:cs typeface="Courier New" panose="02070309020205020404" pitchFamily="49" charset="0"/>
              </a:rPr>
              <a:t>-id           inet:ipv4-address</a:t>
            </a:r>
          </a:p>
          <a:p>
            <a:r>
              <a:rPr lang="en-US" sz="900" noProof="0" dirty="0">
                <a:latin typeface="Courier New" panose="02070309020205020404" pitchFamily="49" charset="0"/>
                <a:cs typeface="Courier New" panose="02070309020205020404" pitchFamily="49" charset="0"/>
              </a:rPr>
              <a:t>       |     +-- timestamp?            </a:t>
            </a:r>
            <a:r>
              <a:rPr lang="en-US" sz="900" noProof="0" dirty="0" err="1">
                <a:latin typeface="Courier New" panose="02070309020205020404" pitchFamily="49" charset="0"/>
                <a:cs typeface="Courier New" panose="02070309020205020404" pitchFamily="49" charset="0"/>
              </a:rPr>
              <a:t>yang:date-and-time</a:t>
            </a:r>
            <a:endParaRPr lang="en-US" sz="900" noProof="0" dirty="0">
              <a:latin typeface="Courier New" panose="02070309020205020404" pitchFamily="49" charset="0"/>
              <a:cs typeface="Courier New" panose="02070309020205020404" pitchFamily="49" charset="0"/>
            </a:endParaRPr>
          </a:p>
          <a:p>
            <a:r>
              <a:rPr lang="en-US" sz="900" noProof="0" dirty="0">
                <a:latin typeface="Courier New" panose="02070309020205020404" pitchFamily="49" charset="0"/>
                <a:cs typeface="Courier New" panose="02070309020205020404" pitchFamily="49" charset="0"/>
              </a:rPr>
              <a:t>       |     +-- </a:t>
            </a:r>
            <a:r>
              <a:rPr lang="en-US" sz="900" noProof="0" dirty="0" err="1">
                <a:latin typeface="Courier New" panose="02070309020205020404" pitchFamily="49" charset="0"/>
                <a:cs typeface="Courier New" panose="02070309020205020404" pitchFamily="49" charset="0"/>
              </a:rPr>
              <a:t>afi</a:t>
            </a:r>
            <a:r>
              <a:rPr lang="en-US" sz="900" noProof="0" dirty="0">
                <a:latin typeface="Courier New" panose="02070309020205020404" pitchFamily="49" charset="0"/>
                <a:cs typeface="Courier New" panose="02070309020205020404" pitchFamily="49" charset="0"/>
              </a:rPr>
              <a:t>-</a:t>
            </a:r>
            <a:r>
              <a:rPr lang="en-US" sz="900" noProof="0" dirty="0" err="1">
                <a:latin typeface="Courier New" panose="02070309020205020404" pitchFamily="49" charset="0"/>
                <a:cs typeface="Courier New" panose="02070309020205020404" pitchFamily="49" charset="0"/>
              </a:rPr>
              <a:t>safi</a:t>
            </a:r>
            <a:r>
              <a:rPr lang="en-US" sz="900" noProof="0" dirty="0">
                <a:latin typeface="Courier New" panose="02070309020205020404" pitchFamily="49" charset="0"/>
                <a:cs typeface="Courier New" panose="02070309020205020404" pitchFamily="49" charset="0"/>
              </a:rPr>
              <a:t>-type         </a:t>
            </a:r>
            <a:r>
              <a:rPr lang="en-US" sz="900" noProof="0" dirty="0" err="1">
                <a:latin typeface="Courier New" panose="02070309020205020404" pitchFamily="49" charset="0"/>
                <a:cs typeface="Courier New" panose="02070309020205020404" pitchFamily="49" charset="0"/>
              </a:rPr>
              <a:t>identityref</a:t>
            </a:r>
            <a:endParaRPr lang="en-US" sz="900" noProof="0" dirty="0">
              <a:latin typeface="Courier New" panose="02070309020205020404" pitchFamily="49" charset="0"/>
              <a:cs typeface="Courier New" panose="02070309020205020404" pitchFamily="49" charset="0"/>
            </a:endParaRPr>
          </a:p>
          <a:p>
            <a:r>
              <a:rPr lang="en-US" sz="900" noProof="0" dirty="0">
                <a:latin typeface="Courier New" panose="02070309020205020404" pitchFamily="49" charset="0"/>
                <a:cs typeface="Courier New" panose="02070309020205020404" pitchFamily="49" charset="0"/>
              </a:rPr>
              <a:t>       |     +-- rib-entry</a:t>
            </a:r>
          </a:p>
          <a:p>
            <a:endParaRPr lang="en-US" sz="900" noProof="0" dirty="0">
              <a:latin typeface="Courier New" panose="02070309020205020404" pitchFamily="49" charset="0"/>
              <a:cs typeface="Courier New" panose="02070309020205020404" pitchFamily="49" charset="0"/>
            </a:endParaRPr>
          </a:p>
          <a:p>
            <a:r>
              <a:rPr lang="en-US" sz="900" noProof="0" dirty="0">
                <a:highlight>
                  <a:srgbClr val="FFFF00"/>
                </a:highlight>
                <a:latin typeface="Courier New" panose="02070309020205020404" pitchFamily="49" charset="0"/>
                <a:cs typeface="Courier New" panose="02070309020205020404" pitchFamily="49" charset="0"/>
              </a:rPr>
              <a:t>       |     +-- </a:t>
            </a:r>
            <a:r>
              <a:rPr lang="en-US" sz="900" noProof="0" dirty="0" err="1">
                <a:highlight>
                  <a:srgbClr val="FFFF00"/>
                </a:highlight>
                <a:latin typeface="Courier New" panose="02070309020205020404" pitchFamily="49" charset="0"/>
                <a:cs typeface="Courier New" panose="02070309020205020404" pitchFamily="49" charset="0"/>
              </a:rPr>
              <a:t>vrf</a:t>
            </a:r>
            <a:r>
              <a:rPr lang="en-US" sz="900" noProof="0" dirty="0">
                <a:highlight>
                  <a:srgbClr val="FFFF00"/>
                </a:highlight>
                <a:latin typeface="Courier New" panose="02070309020205020404" pitchFamily="49" charset="0"/>
                <a:cs typeface="Courier New" panose="02070309020205020404" pitchFamily="49" charset="0"/>
              </a:rPr>
              <a:t>-table-name?       string</a:t>
            </a:r>
          </a:p>
          <a:p>
            <a:r>
              <a:rPr lang="en-US" sz="900" noProof="0" dirty="0">
                <a:highlight>
                  <a:srgbClr val="FFFF00"/>
                </a:highlight>
                <a:latin typeface="Courier New" panose="02070309020205020404" pitchFamily="49" charset="0"/>
                <a:cs typeface="Courier New" panose="02070309020205020404" pitchFamily="49" charset="0"/>
              </a:rPr>
              <a:t>       |     +-- sequence-number?      uint64</a:t>
            </a:r>
          </a:p>
          <a:p>
            <a:r>
              <a:rPr lang="en-US" sz="900" noProof="0" dirty="0">
                <a:highlight>
                  <a:srgbClr val="FFFF00"/>
                </a:highlight>
                <a:latin typeface="Courier New" panose="02070309020205020404" pitchFamily="49" charset="0"/>
                <a:cs typeface="Courier New" panose="02070309020205020404" pitchFamily="49" charset="0"/>
              </a:rPr>
              <a:t>       |     +-- timestamps* [timestamp-type]</a:t>
            </a:r>
          </a:p>
          <a:p>
            <a:r>
              <a:rPr lang="en-US" sz="900" noProof="0" dirty="0">
                <a:highlight>
                  <a:srgbClr val="FFFF00"/>
                </a:highlight>
                <a:latin typeface="Courier New" panose="02070309020205020404" pitchFamily="49" charset="0"/>
                <a:cs typeface="Courier New" panose="02070309020205020404" pitchFamily="49" charset="0"/>
              </a:rPr>
              <a:t>       |     |  +-- timestamp-type    </a:t>
            </a:r>
            <a:r>
              <a:rPr lang="en-US" sz="900" noProof="0" dirty="0" err="1">
                <a:highlight>
                  <a:srgbClr val="FFFF00"/>
                </a:highlight>
                <a:latin typeface="Courier New" panose="02070309020205020404" pitchFamily="49" charset="0"/>
                <a:cs typeface="Courier New" panose="02070309020205020404" pitchFamily="49" charset="0"/>
              </a:rPr>
              <a:t>timestamp-type</a:t>
            </a:r>
            <a:endParaRPr lang="en-US" sz="900" noProof="0" dirty="0">
              <a:highlight>
                <a:srgbClr val="FFFF00"/>
              </a:highlight>
              <a:latin typeface="Courier New" panose="02070309020205020404" pitchFamily="49" charset="0"/>
              <a:cs typeface="Courier New" panose="02070309020205020404" pitchFamily="49" charset="0"/>
            </a:endParaRPr>
          </a:p>
          <a:p>
            <a:r>
              <a:rPr lang="en-US" sz="900" noProof="0" dirty="0">
                <a:highlight>
                  <a:srgbClr val="FFFF00"/>
                </a:highlight>
                <a:latin typeface="Courier New" panose="02070309020205020404" pitchFamily="49" charset="0"/>
                <a:cs typeface="Courier New" panose="02070309020205020404" pitchFamily="49" charset="0"/>
              </a:rPr>
              <a:t>       |     |  +-- timestamp         </a:t>
            </a:r>
            <a:r>
              <a:rPr lang="en-US" sz="900" noProof="0" dirty="0" err="1">
                <a:highlight>
                  <a:srgbClr val="FFFF00"/>
                </a:highlight>
                <a:latin typeface="Courier New" panose="02070309020205020404" pitchFamily="49" charset="0"/>
                <a:cs typeface="Courier New" panose="02070309020205020404" pitchFamily="49" charset="0"/>
              </a:rPr>
              <a:t>yang:date-and-time</a:t>
            </a:r>
            <a:endParaRPr lang="en-US" sz="900" noProof="0" dirty="0">
              <a:highlight>
                <a:srgbClr val="FFFF00"/>
              </a:highlight>
              <a:latin typeface="Courier New" panose="02070309020205020404" pitchFamily="49" charset="0"/>
              <a:cs typeface="Courier New" panose="02070309020205020404" pitchFamily="49" charset="0"/>
            </a:endParaRPr>
          </a:p>
          <a:p>
            <a:r>
              <a:rPr lang="en-US" sz="900" noProof="0" dirty="0">
                <a:highlight>
                  <a:srgbClr val="FFFF00"/>
                </a:highlight>
                <a:latin typeface="Courier New" panose="02070309020205020404" pitchFamily="49" charset="0"/>
                <a:cs typeface="Courier New" panose="02070309020205020404" pitchFamily="49" charset="0"/>
              </a:rPr>
              <a:t>       |     +-- extended-flags!</a:t>
            </a:r>
          </a:p>
          <a:p>
            <a:r>
              <a:rPr lang="en-US" sz="900" noProof="0" dirty="0">
                <a:highlight>
                  <a:srgbClr val="FFFF00"/>
                </a:highlight>
                <a:latin typeface="Courier New" panose="02070309020205020404" pitchFamily="49" charset="0"/>
                <a:cs typeface="Courier New" panose="02070309020205020404" pitchFamily="49" charset="0"/>
              </a:rPr>
              <a:t>       |        +-- ipv6-peer?        </a:t>
            </a:r>
            <a:r>
              <a:rPr lang="en-US" sz="900" noProof="0" dirty="0" err="1">
                <a:highlight>
                  <a:srgbClr val="FFFF00"/>
                </a:highlight>
                <a:latin typeface="Courier New" panose="02070309020205020404" pitchFamily="49" charset="0"/>
                <a:cs typeface="Courier New" panose="02070309020205020404" pitchFamily="49" charset="0"/>
              </a:rPr>
              <a:t>boolean</a:t>
            </a:r>
            <a:endParaRPr lang="en-US" sz="900" noProof="0" dirty="0">
              <a:highlight>
                <a:srgbClr val="FFFF00"/>
              </a:highlight>
              <a:latin typeface="Courier New" panose="02070309020205020404" pitchFamily="49" charset="0"/>
              <a:cs typeface="Courier New" panose="02070309020205020404" pitchFamily="49" charset="0"/>
            </a:endParaRPr>
          </a:p>
          <a:p>
            <a:r>
              <a:rPr lang="en-US" sz="900" noProof="0" dirty="0">
                <a:highlight>
                  <a:srgbClr val="FFFF00"/>
                </a:highlight>
                <a:latin typeface="Courier New" panose="02070309020205020404" pitchFamily="49" charset="0"/>
                <a:cs typeface="Courier New" panose="02070309020205020404" pitchFamily="49" charset="0"/>
              </a:rPr>
              <a:t>       |        +-- post-policy?      </a:t>
            </a:r>
            <a:r>
              <a:rPr lang="en-US" sz="900" noProof="0" dirty="0" err="1">
                <a:highlight>
                  <a:srgbClr val="FFFF00"/>
                </a:highlight>
                <a:latin typeface="Courier New" panose="02070309020205020404" pitchFamily="49" charset="0"/>
                <a:cs typeface="Courier New" panose="02070309020205020404" pitchFamily="49" charset="0"/>
              </a:rPr>
              <a:t>boolean</a:t>
            </a:r>
            <a:endParaRPr lang="en-US" sz="900" noProof="0" dirty="0">
              <a:highlight>
                <a:srgbClr val="FFFF00"/>
              </a:highlight>
              <a:latin typeface="Courier New" panose="02070309020205020404" pitchFamily="49" charset="0"/>
              <a:cs typeface="Courier New" panose="02070309020205020404" pitchFamily="49" charset="0"/>
            </a:endParaRPr>
          </a:p>
          <a:p>
            <a:r>
              <a:rPr lang="en-US" sz="900" noProof="0" dirty="0">
                <a:highlight>
                  <a:srgbClr val="FFFF00"/>
                </a:highlight>
                <a:latin typeface="Courier New" panose="02070309020205020404" pitchFamily="49" charset="0"/>
                <a:cs typeface="Courier New" panose="02070309020205020404" pitchFamily="49" charset="0"/>
              </a:rPr>
              <a:t>       |        +-- legacy-as-path?   </a:t>
            </a:r>
            <a:r>
              <a:rPr lang="en-US" sz="900" noProof="0" dirty="0" err="1">
                <a:highlight>
                  <a:srgbClr val="FFFF00"/>
                </a:highlight>
                <a:latin typeface="Courier New" panose="02070309020205020404" pitchFamily="49" charset="0"/>
                <a:cs typeface="Courier New" panose="02070309020205020404" pitchFamily="49" charset="0"/>
              </a:rPr>
              <a:t>boolean</a:t>
            </a:r>
            <a:endParaRPr lang="en-US" sz="900" noProof="0" dirty="0">
              <a:highlight>
                <a:srgbClr val="FFFF00"/>
              </a:highlight>
              <a:latin typeface="Courier New" panose="02070309020205020404" pitchFamily="49" charset="0"/>
              <a:cs typeface="Courier New" panose="02070309020205020404" pitchFamily="49" charset="0"/>
            </a:endParaRPr>
          </a:p>
          <a:p>
            <a:r>
              <a:rPr lang="en-US" sz="900" noProof="0" dirty="0">
                <a:highlight>
                  <a:srgbClr val="FFFF00"/>
                </a:highlight>
                <a:latin typeface="Courier New" panose="02070309020205020404" pitchFamily="49" charset="0"/>
                <a:cs typeface="Courier New" panose="02070309020205020404" pitchFamily="49" charset="0"/>
              </a:rPr>
              <a:t>       |        +-- adj-rib-out?      </a:t>
            </a:r>
            <a:r>
              <a:rPr lang="en-US" sz="900" noProof="0" dirty="0" err="1">
                <a:highlight>
                  <a:srgbClr val="FFFF00"/>
                </a:highlight>
                <a:latin typeface="Courier New" panose="02070309020205020404" pitchFamily="49" charset="0"/>
                <a:cs typeface="Courier New" panose="02070309020205020404" pitchFamily="49" charset="0"/>
              </a:rPr>
              <a:t>boolean</a:t>
            </a:r>
            <a:endParaRPr lang="en-US" sz="900" noProof="0" dirty="0">
              <a:highlight>
                <a:srgbClr val="FFFF00"/>
              </a:highlight>
              <a:latin typeface="Courier New" panose="02070309020205020404" pitchFamily="49" charset="0"/>
              <a:cs typeface="Courier New" panose="02070309020205020404" pitchFamily="49" charset="0"/>
            </a:endParaRPr>
          </a:p>
          <a:p>
            <a:r>
              <a:rPr lang="en-US" sz="900" noProof="0" dirty="0">
                <a:highlight>
                  <a:srgbClr val="FFFF00"/>
                </a:highlight>
                <a:latin typeface="Courier New" panose="02070309020205020404" pitchFamily="49" charset="0"/>
                <a:cs typeface="Courier New" panose="02070309020205020404" pitchFamily="49" charset="0"/>
              </a:rPr>
              <a:t>       |        +-- filtered?         </a:t>
            </a:r>
            <a:r>
              <a:rPr lang="en-US" sz="900" noProof="0" dirty="0" err="1">
                <a:highlight>
                  <a:srgbClr val="FFFF00"/>
                </a:highlight>
                <a:latin typeface="Courier New" panose="02070309020205020404" pitchFamily="49" charset="0"/>
                <a:cs typeface="Courier New" panose="02070309020205020404" pitchFamily="49" charset="0"/>
              </a:rPr>
              <a:t>boolean</a:t>
            </a:r>
            <a:endParaRPr lang="en-US" sz="900" noProof="0" dirty="0">
              <a:highlight>
                <a:srgbClr val="FFFF00"/>
              </a:highligh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72852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2B08D-E9F8-9EBD-DC77-42D756B50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2DDFA9-710A-5629-89B2-FB87E211CD78}"/>
              </a:ext>
            </a:extLst>
          </p:cNvPr>
          <p:cNvSpPr>
            <a:spLocks noGrp="1"/>
          </p:cNvSpPr>
          <p:nvPr>
            <p:ph type="title"/>
          </p:nvPr>
        </p:nvSpPr>
        <p:spPr/>
        <p:txBody>
          <a:bodyPr>
            <a:normAutofit/>
          </a:bodyPr>
          <a:lstStyle/>
          <a:p>
            <a:r>
              <a:rPr lang="en-US" sz="2800" b="1" dirty="0"/>
              <a:t>BMP YANG Telemetry Message</a:t>
            </a:r>
            <a:br>
              <a:rPr lang="en-US" sz="3600" dirty="0"/>
            </a:br>
            <a:r>
              <a:rPr lang="en-US" sz="2700" dirty="0">
                <a:solidFill>
                  <a:schemeClr val="bg2">
                    <a:lumMod val="75000"/>
                  </a:schemeClr>
                </a:solidFill>
              </a:rPr>
              <a:t>New `</a:t>
            </a:r>
            <a:r>
              <a:rPr lang="en-US" sz="2700" dirty="0" err="1">
                <a:solidFill>
                  <a:schemeClr val="bg2">
                    <a:lumMod val="75000"/>
                  </a:schemeClr>
                </a:solidFill>
              </a:rPr>
              <a:t>ietf</a:t>
            </a:r>
            <a:r>
              <a:rPr lang="en-US" sz="2700" dirty="0">
                <a:solidFill>
                  <a:schemeClr val="bg2">
                    <a:lumMod val="75000"/>
                  </a:schemeClr>
                </a:solidFill>
              </a:rPr>
              <a:t>-bmp-</a:t>
            </a:r>
            <a:r>
              <a:rPr lang="en-US" sz="2700" dirty="0" err="1">
                <a:solidFill>
                  <a:schemeClr val="bg2">
                    <a:lumMod val="75000"/>
                  </a:schemeClr>
                </a:solidFill>
              </a:rPr>
              <a:t>tlv</a:t>
            </a:r>
            <a:r>
              <a:rPr lang="en-US" sz="2700" dirty="0">
                <a:solidFill>
                  <a:schemeClr val="bg2">
                    <a:lumMod val="75000"/>
                  </a:schemeClr>
                </a:solidFill>
              </a:rPr>
              <a:t>` module – BGP best path decision metadata</a:t>
            </a:r>
          </a:p>
        </p:txBody>
      </p:sp>
      <p:sp>
        <p:nvSpPr>
          <p:cNvPr id="3" name="Content Placeholder 2">
            <a:extLst>
              <a:ext uri="{FF2B5EF4-FFF2-40B4-BE49-F238E27FC236}">
                <a16:creationId xmlns:a16="http://schemas.microsoft.com/office/drawing/2014/main" id="{421E468E-B525-66BD-FBA4-8EB776CE47B6}"/>
              </a:ext>
            </a:extLst>
          </p:cNvPr>
          <p:cNvSpPr>
            <a:spLocks noGrp="1"/>
          </p:cNvSpPr>
          <p:nvPr>
            <p:ph idx="1"/>
          </p:nvPr>
        </p:nvSpPr>
        <p:spPr>
          <a:xfrm>
            <a:off x="838199" y="1690688"/>
            <a:ext cx="6302830" cy="4486275"/>
          </a:xfrm>
        </p:spPr>
        <p:txBody>
          <a:bodyPr>
            <a:noAutofit/>
          </a:bodyPr>
          <a:lstStyle/>
          <a:p>
            <a:pPr marL="0" indent="0">
              <a:spcBef>
                <a:spcPts val="600"/>
              </a:spcBef>
              <a:spcAft>
                <a:spcPts val="600"/>
              </a:spcAft>
              <a:buNone/>
            </a:pPr>
            <a:r>
              <a:rPr lang="en-US" sz="2100" dirty="0">
                <a:latin typeface="Calibri body"/>
                <a:cs typeface="Courier New" panose="02070309020205020404" pitchFamily="49" charset="0"/>
              </a:rPr>
              <a:t>Route-monitoring messages might also contain </a:t>
            </a:r>
            <a:r>
              <a:rPr lang="en-US" sz="2100" b="1" dirty="0">
                <a:latin typeface="Calibri body"/>
                <a:cs typeface="Courier New" panose="02070309020205020404" pitchFamily="49" charset="0"/>
              </a:rPr>
              <a:t>path-status</a:t>
            </a:r>
            <a:r>
              <a:rPr lang="en-US" sz="2100" dirty="0">
                <a:latin typeface="Calibri body"/>
                <a:cs typeface="Courier New" panose="02070309020205020404" pitchFamily="49" charset="0"/>
              </a:rPr>
              <a:t> and relative </a:t>
            </a:r>
            <a:r>
              <a:rPr lang="en-US" sz="2100" b="1" dirty="0">
                <a:latin typeface="Calibri body"/>
                <a:cs typeface="Courier New" panose="02070309020205020404" pitchFamily="49" charset="0"/>
              </a:rPr>
              <a:t>path-status-reason-code</a:t>
            </a:r>
            <a:r>
              <a:rPr lang="en-US" sz="2100" dirty="0">
                <a:latin typeface="Calibri body"/>
                <a:cs typeface="Courier New" panose="02070309020205020404" pitchFamily="49" charset="0"/>
              </a:rPr>
              <a:t> information leaves from:</a:t>
            </a:r>
          </a:p>
          <a:p>
            <a:pPr>
              <a:spcBef>
                <a:spcPts val="600"/>
              </a:spcBef>
              <a:spcAft>
                <a:spcPts val="600"/>
              </a:spcAft>
            </a:pPr>
            <a:r>
              <a:rPr lang="en-US" sz="2100" dirty="0">
                <a:latin typeface="Calibri body"/>
                <a:cs typeface="Courier New" panose="02070309020205020404" pitchFamily="49" charset="0"/>
                <a:hlinkClick r:id="rId2"/>
              </a:rPr>
              <a:t>draft-</a:t>
            </a:r>
            <a:r>
              <a:rPr lang="en-US" sz="2100" dirty="0" err="1">
                <a:latin typeface="Calibri body"/>
                <a:cs typeface="Courier New" panose="02070309020205020404" pitchFamily="49" charset="0"/>
                <a:hlinkClick r:id="rId2"/>
              </a:rPr>
              <a:t>ietf</a:t>
            </a:r>
            <a:r>
              <a:rPr lang="en-US" sz="2100" dirty="0">
                <a:latin typeface="Calibri body"/>
                <a:cs typeface="Courier New" panose="02070309020205020404" pitchFamily="49" charset="0"/>
                <a:hlinkClick r:id="rId2"/>
              </a:rPr>
              <a:t>-grow-bmp-path-marking-</a:t>
            </a:r>
            <a:r>
              <a:rPr lang="en-US" sz="2100" dirty="0" err="1">
                <a:latin typeface="Calibri body"/>
                <a:cs typeface="Courier New" panose="02070309020205020404" pitchFamily="49" charset="0"/>
                <a:hlinkClick r:id="rId2"/>
              </a:rPr>
              <a:t>tlv</a:t>
            </a:r>
            <a:r>
              <a:rPr lang="en-US" sz="2100" dirty="0">
                <a:latin typeface="Calibri body"/>
                <a:cs typeface="Courier New" panose="02070309020205020404" pitchFamily="49" charset="0"/>
              </a:rPr>
              <a:t> </a:t>
            </a:r>
          </a:p>
          <a:p>
            <a:pPr marL="0" indent="0">
              <a:spcBef>
                <a:spcPts val="600"/>
              </a:spcBef>
              <a:spcAft>
                <a:spcPts val="600"/>
              </a:spcAft>
              <a:buNone/>
            </a:pPr>
            <a:r>
              <a:rPr lang="en-US" sz="2100" dirty="0">
                <a:latin typeface="Calibri body"/>
                <a:cs typeface="Courier New" panose="02070309020205020404" pitchFamily="49" charset="0"/>
              </a:rPr>
              <a:t>Presence container with </a:t>
            </a:r>
            <a:r>
              <a:rPr lang="en-US" sz="2100" dirty="0" err="1">
                <a:latin typeface="Calibri body"/>
                <a:cs typeface="Courier New" panose="02070309020205020404" pitchFamily="49" charset="0"/>
              </a:rPr>
              <a:t>boolean</a:t>
            </a:r>
            <a:r>
              <a:rPr lang="en-US" sz="2100" dirty="0">
                <a:latin typeface="Calibri body"/>
                <a:cs typeface="Courier New" panose="02070309020205020404" pitchFamily="49" charset="0"/>
              </a:rPr>
              <a:t> leaves to represent non-mutually exclusive flags; only instantiated when router sends the Path Status TLV for the relevant route.</a:t>
            </a:r>
          </a:p>
          <a:p>
            <a:pPr marL="0" indent="0">
              <a:spcBef>
                <a:spcPts val="600"/>
              </a:spcBef>
              <a:spcAft>
                <a:spcPts val="600"/>
              </a:spcAft>
              <a:buNone/>
            </a:pPr>
            <a:r>
              <a:rPr lang="en-US" sz="2100" dirty="0">
                <a:latin typeface="Calibri body"/>
                <a:cs typeface="Courier New" panose="02070309020205020404" pitchFamily="49" charset="0"/>
              </a:rPr>
              <a:t>Optional </a:t>
            </a:r>
            <a:r>
              <a:rPr lang="en-US" sz="2100" dirty="0">
                <a:latin typeface="Calibri body"/>
                <a:cs typeface="Courier New" panose="02070309020205020404" pitchFamily="49" charset="0"/>
                <a:hlinkClick r:id="rId3"/>
              </a:rPr>
              <a:t>reason-code</a:t>
            </a:r>
            <a:r>
              <a:rPr lang="en-US" sz="2100" dirty="0">
                <a:latin typeface="Calibri body"/>
                <a:cs typeface="Courier New" panose="02070309020205020404" pitchFamily="49" charset="0"/>
              </a:rPr>
              <a:t> explaining why BGP best path decision produced this path-status.</a:t>
            </a:r>
          </a:p>
          <a:p>
            <a:pPr marL="0" indent="0">
              <a:spcBef>
                <a:spcPts val="600"/>
              </a:spcBef>
              <a:spcAft>
                <a:spcPts val="600"/>
              </a:spcAft>
              <a:buNone/>
            </a:pPr>
            <a:endParaRPr lang="en-US" sz="2100" i="1" dirty="0">
              <a:latin typeface="Calibri body"/>
              <a:cs typeface="Courier New" panose="02070309020205020404" pitchFamily="49" charset="0"/>
            </a:endParaRPr>
          </a:p>
          <a:p>
            <a:pPr marL="0" indent="0">
              <a:spcBef>
                <a:spcPts val="600"/>
              </a:spcBef>
              <a:spcAft>
                <a:spcPts val="600"/>
              </a:spcAft>
              <a:buNone/>
            </a:pPr>
            <a:r>
              <a:rPr lang="en-US" sz="2100" i="1" dirty="0"/>
              <a:t>Mailing list feedback: address duplication between path-</a:t>
            </a:r>
            <a:r>
              <a:rPr lang="en-US" sz="2100" i="1" dirty="0" err="1"/>
              <a:t>status.best</a:t>
            </a:r>
            <a:r>
              <a:rPr lang="en-US" sz="2100" i="1" dirty="0"/>
              <a:t> and adj-rib-in-</a:t>
            </a:r>
            <a:r>
              <a:rPr lang="en-US" sz="2100" i="1" dirty="0" err="1"/>
              <a:t>post.best</a:t>
            </a:r>
            <a:r>
              <a:rPr lang="en-US" sz="2100" i="1" dirty="0"/>
              <a:t>-path.</a:t>
            </a:r>
          </a:p>
          <a:p>
            <a:pPr marL="0" indent="0">
              <a:spcBef>
                <a:spcPts val="600"/>
              </a:spcBef>
              <a:spcAft>
                <a:spcPts val="600"/>
              </a:spcAft>
              <a:buNone/>
            </a:pPr>
            <a:endParaRPr lang="en-US" sz="2100" dirty="0"/>
          </a:p>
        </p:txBody>
      </p:sp>
      <p:sp>
        <p:nvSpPr>
          <p:cNvPr id="6" name="Slide Number Placeholder 1">
            <a:extLst>
              <a:ext uri="{FF2B5EF4-FFF2-40B4-BE49-F238E27FC236}">
                <a16:creationId xmlns:a16="http://schemas.microsoft.com/office/drawing/2014/main" id="{EAA3FD28-B4F9-EF21-90CE-1024EC014671}"/>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6</a:t>
            </a:fld>
            <a:endParaRPr lang="en-US" sz="1400" dirty="0"/>
          </a:p>
        </p:txBody>
      </p:sp>
      <p:sp>
        <p:nvSpPr>
          <p:cNvPr id="5" name="TextBox 4">
            <a:extLst>
              <a:ext uri="{FF2B5EF4-FFF2-40B4-BE49-F238E27FC236}">
                <a16:creationId xmlns:a16="http://schemas.microsoft.com/office/drawing/2014/main" id="{2D333956-C5AE-D528-B067-D9A012810329}"/>
              </a:ext>
            </a:extLst>
          </p:cNvPr>
          <p:cNvSpPr txBox="1"/>
          <p:nvPr/>
        </p:nvSpPr>
        <p:spPr>
          <a:xfrm>
            <a:off x="7141029" y="1648449"/>
            <a:ext cx="4955092" cy="5078313"/>
          </a:xfrm>
          <a:prstGeom prst="rect">
            <a:avLst/>
          </a:prstGeom>
          <a:noFill/>
        </p:spPr>
        <p:txBody>
          <a:bodyPr wrap="square">
            <a:spAutoFit/>
          </a:bodyPr>
          <a:lstStyle/>
          <a:p>
            <a:r>
              <a:rPr lang="de-CH" sz="900" dirty="0" err="1">
                <a:latin typeface="Courier New" panose="02070309020205020404" pitchFamily="49" charset="0"/>
                <a:cs typeface="Courier New" panose="02070309020205020404" pitchFamily="49" charset="0"/>
              </a:rPr>
              <a:t>module</a:t>
            </a:r>
            <a:r>
              <a:rPr lang="de-CH" sz="900" dirty="0">
                <a:latin typeface="Courier New" panose="02070309020205020404" pitchFamily="49" charset="0"/>
                <a:cs typeface="Courier New" panose="02070309020205020404" pitchFamily="49" charset="0"/>
              </a:rPr>
              <a:t>: </a:t>
            </a:r>
            <a:r>
              <a:rPr lang="de-CH" sz="900" dirty="0" err="1">
                <a:latin typeface="Courier New" panose="02070309020205020404" pitchFamily="49" charset="0"/>
                <a:cs typeface="Courier New" panose="02070309020205020404" pitchFamily="49" charset="0"/>
              </a:rPr>
              <a:t>ietf</a:t>
            </a:r>
            <a:r>
              <a:rPr lang="de-CH" sz="900" dirty="0">
                <a:latin typeface="Courier New" panose="02070309020205020404" pitchFamily="49" charset="0"/>
                <a:cs typeface="Courier New" panose="02070309020205020404" pitchFamily="49" charset="0"/>
              </a:rPr>
              <a:t>-</a:t>
            </a:r>
            <a:r>
              <a:rPr lang="de-CH" sz="900" dirty="0" err="1">
                <a:latin typeface="Courier New" panose="02070309020205020404" pitchFamily="49" charset="0"/>
                <a:cs typeface="Courier New" panose="02070309020205020404" pitchFamily="49" charset="0"/>
              </a:rPr>
              <a:t>bmp</a:t>
            </a:r>
            <a:r>
              <a:rPr lang="de-CH" sz="900" dirty="0">
                <a:latin typeface="Courier New" panose="02070309020205020404" pitchFamily="49" charset="0"/>
                <a:cs typeface="Courier New" panose="02070309020205020404" pitchFamily="49" charset="0"/>
              </a:rPr>
              <a:t>-</a:t>
            </a:r>
            <a:r>
              <a:rPr lang="de-CH" sz="900" dirty="0" err="1">
                <a:latin typeface="Courier New" panose="02070309020205020404" pitchFamily="49" charset="0"/>
                <a:cs typeface="Courier New" panose="02070309020205020404" pitchFamily="49" charset="0"/>
              </a:rPr>
              <a:t>telemetry</a:t>
            </a:r>
            <a:r>
              <a:rPr lang="de-CH" sz="900" dirty="0">
                <a:latin typeface="Courier New" panose="02070309020205020404" pitchFamily="49" charset="0"/>
                <a:cs typeface="Courier New" panose="02070309020205020404" pitchFamily="49" charset="0"/>
              </a:rPr>
              <a:t>-message</a:t>
            </a:r>
          </a:p>
          <a:p>
            <a:endParaRPr lang="de-CH" sz="900" dirty="0">
              <a:latin typeface="Courier New" panose="02070309020205020404" pitchFamily="49" charset="0"/>
              <a:cs typeface="Courier New" panose="02070309020205020404" pitchFamily="49" charset="0"/>
            </a:endParaRPr>
          </a:p>
          <a:p>
            <a:r>
              <a:rPr lang="de-CH" sz="900" dirty="0">
                <a:latin typeface="Courier New" panose="02070309020205020404" pitchFamily="49" charset="0"/>
                <a:cs typeface="Courier New" panose="02070309020205020404" pitchFamily="49" charset="0"/>
              </a:rPr>
              <a:t>  </a:t>
            </a:r>
            <a:r>
              <a:rPr lang="de-CH" sz="900" dirty="0" err="1">
                <a:latin typeface="Courier New" panose="02070309020205020404" pitchFamily="49" charset="0"/>
                <a:cs typeface="Courier New" panose="02070309020205020404" pitchFamily="49" charset="0"/>
              </a:rPr>
              <a:t>structure</a:t>
            </a:r>
            <a:r>
              <a:rPr lang="de-CH" sz="900" dirty="0">
                <a:latin typeface="Courier New" panose="02070309020205020404" pitchFamily="49" charset="0"/>
                <a:cs typeface="Courier New" panose="02070309020205020404" pitchFamily="49" charset="0"/>
              </a:rPr>
              <a:t> </a:t>
            </a:r>
            <a:r>
              <a:rPr lang="de-CH" sz="900" dirty="0" err="1">
                <a:latin typeface="Courier New" panose="02070309020205020404" pitchFamily="49" charset="0"/>
                <a:cs typeface="Courier New" panose="02070309020205020404" pitchFamily="49" charset="0"/>
              </a:rPr>
              <a:t>message</a:t>
            </a:r>
            <a:r>
              <a:rPr lang="de-CH" sz="900" dirty="0">
                <a:latin typeface="Courier New" panose="02070309020205020404" pitchFamily="49" charset="0"/>
                <a:cs typeface="Courier New" panose="02070309020205020404" pitchFamily="49" charset="0"/>
              </a:rPr>
              <a:t>:</a:t>
            </a:r>
          </a:p>
          <a:p>
            <a:r>
              <a:rPr lang="de-CH" sz="900" dirty="0">
                <a:latin typeface="Courier New" panose="02070309020205020404" pitchFamily="49" charset="0"/>
                <a:cs typeface="Courier New" panose="02070309020205020404" pitchFamily="49" charset="0"/>
              </a:rPr>
              <a:t>    +-- (</a:t>
            </a:r>
            <a:r>
              <a:rPr lang="de-CH" sz="900" dirty="0" err="1">
                <a:latin typeface="Courier New" panose="02070309020205020404" pitchFamily="49" charset="0"/>
                <a:cs typeface="Courier New" panose="02070309020205020404" pitchFamily="49" charset="0"/>
              </a:rPr>
              <a:t>message</a:t>
            </a:r>
            <a:r>
              <a:rPr lang="de-CH" sz="900" dirty="0">
                <a:latin typeface="Courier New" panose="02070309020205020404" pitchFamily="49" charset="0"/>
                <a:cs typeface="Courier New" panose="02070309020205020404" pitchFamily="49" charset="0"/>
              </a:rPr>
              <a:t>-type)?</a:t>
            </a:r>
          </a:p>
          <a:p>
            <a:r>
              <a:rPr lang="de-CH" sz="900" dirty="0">
                <a:latin typeface="Courier New" panose="02070309020205020404" pitchFamily="49" charset="0"/>
                <a:cs typeface="Courier New" panose="02070309020205020404" pitchFamily="49" charset="0"/>
              </a:rPr>
              <a:t>       +--:(route-monitoring)</a:t>
            </a:r>
          </a:p>
          <a:p>
            <a:r>
              <a:rPr lang="de-CH" sz="900" dirty="0">
                <a:latin typeface="Courier New" panose="02070309020205020404" pitchFamily="49" charset="0"/>
                <a:cs typeface="Courier New" panose="02070309020205020404" pitchFamily="49" charset="0"/>
              </a:rPr>
              <a:t>       |  +-- route-monitoring</a:t>
            </a:r>
          </a:p>
          <a:p>
            <a:r>
              <a:rPr lang="de-CH" sz="900" dirty="0">
                <a:latin typeface="Courier New" panose="02070309020205020404" pitchFamily="49" charset="0"/>
                <a:cs typeface="Courier New" panose="02070309020205020404" pitchFamily="49" charset="0"/>
              </a:rPr>
              <a:t>       |     +-- peer-type             </a:t>
            </a:r>
            <a:r>
              <a:rPr lang="de-CH" sz="900" dirty="0" err="1">
                <a:latin typeface="Courier New" panose="02070309020205020404" pitchFamily="49" charset="0"/>
                <a:cs typeface="Courier New" panose="02070309020205020404" pitchFamily="49" charset="0"/>
              </a:rPr>
              <a:t>peer-type</a:t>
            </a:r>
            <a:endParaRPr lang="de-CH" sz="900" dirty="0">
              <a:latin typeface="Courier New" panose="02070309020205020404" pitchFamily="49" charset="0"/>
              <a:cs typeface="Courier New" panose="02070309020205020404" pitchFamily="49" charset="0"/>
            </a:endParaRPr>
          </a:p>
          <a:p>
            <a:r>
              <a:rPr lang="de-CH" sz="900" dirty="0">
                <a:latin typeface="Courier New" panose="02070309020205020404" pitchFamily="49" charset="0"/>
                <a:cs typeface="Courier New" panose="02070309020205020404" pitchFamily="49" charset="0"/>
              </a:rPr>
              <a:t>       |     +-- peer-</a:t>
            </a:r>
            <a:r>
              <a:rPr lang="de-CH" sz="900" dirty="0" err="1">
                <a:latin typeface="Courier New" panose="02070309020205020404" pitchFamily="49" charset="0"/>
                <a:cs typeface="Courier New" panose="02070309020205020404" pitchFamily="49" charset="0"/>
              </a:rPr>
              <a:t>flags</a:t>
            </a:r>
            <a:endParaRPr lang="de-CH" sz="900" dirty="0">
              <a:latin typeface="Courier New" panose="02070309020205020404" pitchFamily="49" charset="0"/>
              <a:cs typeface="Courier New" panose="02070309020205020404" pitchFamily="49" charset="0"/>
            </a:endParaRPr>
          </a:p>
          <a:p>
            <a:r>
              <a:rPr lang="de-CH" sz="900" dirty="0">
                <a:latin typeface="Courier New" panose="02070309020205020404" pitchFamily="49" charset="0"/>
                <a:cs typeface="Courier New" panose="02070309020205020404" pitchFamily="49" charset="0"/>
              </a:rPr>
              <a:t>       |     |  +-- ipv6-peer?        </a:t>
            </a:r>
            <a:r>
              <a:rPr lang="de-CH" sz="900" dirty="0" err="1">
                <a:latin typeface="Courier New" panose="02070309020205020404" pitchFamily="49" charset="0"/>
                <a:cs typeface="Courier New" panose="02070309020205020404" pitchFamily="49" charset="0"/>
              </a:rPr>
              <a:t>boolean</a:t>
            </a:r>
            <a:endParaRPr lang="de-CH" sz="900" dirty="0">
              <a:latin typeface="Courier New" panose="02070309020205020404" pitchFamily="49" charset="0"/>
              <a:cs typeface="Courier New" panose="02070309020205020404" pitchFamily="49" charset="0"/>
            </a:endParaRPr>
          </a:p>
          <a:p>
            <a:r>
              <a:rPr lang="de-CH" sz="900" dirty="0">
                <a:latin typeface="Courier New" panose="02070309020205020404" pitchFamily="49" charset="0"/>
                <a:cs typeface="Courier New" panose="02070309020205020404" pitchFamily="49" charset="0"/>
              </a:rPr>
              <a:t>       |     |  +-- post-</a:t>
            </a:r>
            <a:r>
              <a:rPr lang="de-CH" sz="900" dirty="0" err="1">
                <a:latin typeface="Courier New" panose="02070309020205020404" pitchFamily="49" charset="0"/>
                <a:cs typeface="Courier New" panose="02070309020205020404" pitchFamily="49" charset="0"/>
              </a:rPr>
              <a:t>policy</a:t>
            </a:r>
            <a:r>
              <a:rPr lang="de-CH" sz="900" dirty="0">
                <a:latin typeface="Courier New" panose="02070309020205020404" pitchFamily="49" charset="0"/>
                <a:cs typeface="Courier New" panose="02070309020205020404" pitchFamily="49" charset="0"/>
              </a:rPr>
              <a:t>?      </a:t>
            </a:r>
            <a:r>
              <a:rPr lang="de-CH" sz="900" dirty="0" err="1">
                <a:latin typeface="Courier New" panose="02070309020205020404" pitchFamily="49" charset="0"/>
                <a:cs typeface="Courier New" panose="02070309020205020404" pitchFamily="49" charset="0"/>
              </a:rPr>
              <a:t>boolean</a:t>
            </a:r>
            <a:endParaRPr lang="de-CH" sz="900" dirty="0">
              <a:latin typeface="Courier New" panose="02070309020205020404" pitchFamily="49" charset="0"/>
              <a:cs typeface="Courier New" panose="02070309020205020404" pitchFamily="49" charset="0"/>
            </a:endParaRPr>
          </a:p>
          <a:p>
            <a:r>
              <a:rPr lang="de-CH" sz="900" dirty="0">
                <a:latin typeface="Courier New" panose="02070309020205020404" pitchFamily="49" charset="0"/>
                <a:cs typeface="Courier New" panose="02070309020205020404" pitchFamily="49" charset="0"/>
              </a:rPr>
              <a:t>       |     |  +-- legacy-</a:t>
            </a:r>
            <a:r>
              <a:rPr lang="de-CH" sz="900" dirty="0" err="1">
                <a:latin typeface="Courier New" panose="02070309020205020404" pitchFamily="49" charset="0"/>
                <a:cs typeface="Courier New" panose="02070309020205020404" pitchFamily="49" charset="0"/>
              </a:rPr>
              <a:t>as</a:t>
            </a:r>
            <a:r>
              <a:rPr lang="de-CH" sz="900" dirty="0">
                <a:latin typeface="Courier New" panose="02070309020205020404" pitchFamily="49" charset="0"/>
                <a:cs typeface="Courier New" panose="02070309020205020404" pitchFamily="49" charset="0"/>
              </a:rPr>
              <a:t>-</a:t>
            </a:r>
            <a:r>
              <a:rPr lang="de-CH" sz="900" dirty="0" err="1">
                <a:latin typeface="Courier New" panose="02070309020205020404" pitchFamily="49" charset="0"/>
                <a:cs typeface="Courier New" panose="02070309020205020404" pitchFamily="49" charset="0"/>
              </a:rPr>
              <a:t>path</a:t>
            </a:r>
            <a:r>
              <a:rPr lang="de-CH" sz="900" dirty="0">
                <a:latin typeface="Courier New" panose="02070309020205020404" pitchFamily="49" charset="0"/>
                <a:cs typeface="Courier New" panose="02070309020205020404" pitchFamily="49" charset="0"/>
              </a:rPr>
              <a:t>?   </a:t>
            </a:r>
            <a:r>
              <a:rPr lang="de-CH" sz="900" dirty="0" err="1">
                <a:latin typeface="Courier New" panose="02070309020205020404" pitchFamily="49" charset="0"/>
                <a:cs typeface="Courier New" panose="02070309020205020404" pitchFamily="49" charset="0"/>
              </a:rPr>
              <a:t>boolean</a:t>
            </a:r>
            <a:endParaRPr lang="de-CH" sz="900" dirty="0">
              <a:latin typeface="Courier New" panose="02070309020205020404" pitchFamily="49" charset="0"/>
              <a:cs typeface="Courier New" panose="02070309020205020404" pitchFamily="49" charset="0"/>
            </a:endParaRPr>
          </a:p>
          <a:p>
            <a:r>
              <a:rPr lang="de-CH" sz="900" dirty="0">
                <a:latin typeface="Courier New" panose="02070309020205020404" pitchFamily="49" charset="0"/>
                <a:cs typeface="Courier New" panose="02070309020205020404" pitchFamily="49" charset="0"/>
              </a:rPr>
              <a:t>       |     |  +-- </a:t>
            </a:r>
            <a:r>
              <a:rPr lang="de-CH" sz="900" dirty="0" err="1">
                <a:latin typeface="Courier New" panose="02070309020205020404" pitchFamily="49" charset="0"/>
                <a:cs typeface="Courier New" panose="02070309020205020404" pitchFamily="49" charset="0"/>
              </a:rPr>
              <a:t>adj</a:t>
            </a:r>
            <a:r>
              <a:rPr lang="de-CH" sz="900" dirty="0">
                <a:latin typeface="Courier New" panose="02070309020205020404" pitchFamily="49" charset="0"/>
                <a:cs typeface="Courier New" panose="02070309020205020404" pitchFamily="49" charset="0"/>
              </a:rPr>
              <a:t>-</a:t>
            </a:r>
            <a:r>
              <a:rPr lang="de-CH" sz="900" dirty="0" err="1">
                <a:latin typeface="Courier New" panose="02070309020205020404" pitchFamily="49" charset="0"/>
                <a:cs typeface="Courier New" panose="02070309020205020404" pitchFamily="49" charset="0"/>
              </a:rPr>
              <a:t>rib</a:t>
            </a:r>
            <a:r>
              <a:rPr lang="de-CH" sz="900" dirty="0">
                <a:latin typeface="Courier New" panose="02070309020205020404" pitchFamily="49" charset="0"/>
                <a:cs typeface="Courier New" panose="02070309020205020404" pitchFamily="49" charset="0"/>
              </a:rPr>
              <a:t>-out?      </a:t>
            </a:r>
            <a:r>
              <a:rPr lang="de-CH" sz="900" dirty="0" err="1">
                <a:latin typeface="Courier New" panose="02070309020205020404" pitchFamily="49" charset="0"/>
                <a:cs typeface="Courier New" panose="02070309020205020404" pitchFamily="49" charset="0"/>
              </a:rPr>
              <a:t>boolean</a:t>
            </a:r>
            <a:endParaRPr lang="de-CH" sz="900" dirty="0">
              <a:latin typeface="Courier New" panose="02070309020205020404" pitchFamily="49" charset="0"/>
              <a:cs typeface="Courier New" panose="02070309020205020404" pitchFamily="49" charset="0"/>
            </a:endParaRPr>
          </a:p>
          <a:p>
            <a:r>
              <a:rPr lang="de-CH" sz="900" dirty="0">
                <a:latin typeface="Courier New" panose="02070309020205020404" pitchFamily="49" charset="0"/>
                <a:cs typeface="Courier New" panose="02070309020205020404" pitchFamily="49" charset="0"/>
              </a:rPr>
              <a:t>       |     |  +-- </a:t>
            </a:r>
            <a:r>
              <a:rPr lang="de-CH" sz="900" dirty="0" err="1">
                <a:latin typeface="Courier New" panose="02070309020205020404" pitchFamily="49" charset="0"/>
                <a:cs typeface="Courier New" panose="02070309020205020404" pitchFamily="49" charset="0"/>
              </a:rPr>
              <a:t>filtered</a:t>
            </a:r>
            <a:r>
              <a:rPr lang="de-CH" sz="900" dirty="0">
                <a:latin typeface="Courier New" panose="02070309020205020404" pitchFamily="49" charset="0"/>
                <a:cs typeface="Courier New" panose="02070309020205020404" pitchFamily="49" charset="0"/>
              </a:rPr>
              <a:t>?         </a:t>
            </a:r>
            <a:r>
              <a:rPr lang="de-CH" sz="900" dirty="0" err="1">
                <a:latin typeface="Courier New" panose="02070309020205020404" pitchFamily="49" charset="0"/>
                <a:cs typeface="Courier New" panose="02070309020205020404" pitchFamily="49" charset="0"/>
              </a:rPr>
              <a:t>boolean</a:t>
            </a:r>
            <a:endParaRPr lang="de-CH" sz="900" dirty="0">
              <a:latin typeface="Courier New" panose="02070309020205020404" pitchFamily="49" charset="0"/>
              <a:cs typeface="Courier New" panose="02070309020205020404" pitchFamily="49" charset="0"/>
            </a:endParaRPr>
          </a:p>
          <a:p>
            <a:r>
              <a:rPr lang="de-CH" sz="900" dirty="0">
                <a:latin typeface="Courier New" panose="02070309020205020404" pitchFamily="49" charset="0"/>
                <a:cs typeface="Courier New" panose="02070309020205020404" pitchFamily="49" charset="0"/>
              </a:rPr>
              <a:t>       |     +-- peer-</a:t>
            </a:r>
            <a:r>
              <a:rPr lang="de-CH" sz="900" dirty="0" err="1">
                <a:latin typeface="Courier New" panose="02070309020205020404" pitchFamily="49" charset="0"/>
                <a:cs typeface="Courier New" panose="02070309020205020404" pitchFamily="49" charset="0"/>
              </a:rPr>
              <a:t>distinguisher</a:t>
            </a:r>
            <a:r>
              <a:rPr lang="de-CH" sz="900" dirty="0">
                <a:latin typeface="Courier New" panose="02070309020205020404" pitchFamily="49" charset="0"/>
                <a:cs typeface="Courier New" panose="02070309020205020404" pitchFamily="49" charset="0"/>
              </a:rPr>
              <a:t>    </a:t>
            </a:r>
            <a:r>
              <a:rPr lang="de-CH" sz="900" dirty="0" err="1">
                <a:latin typeface="Courier New" panose="02070309020205020404" pitchFamily="49" charset="0"/>
                <a:cs typeface="Courier New" panose="02070309020205020404" pitchFamily="49" charset="0"/>
              </a:rPr>
              <a:t>rt-types:route-distinguisher</a:t>
            </a:r>
            <a:endParaRPr lang="de-CH" sz="900" dirty="0">
              <a:latin typeface="Courier New" panose="02070309020205020404" pitchFamily="49" charset="0"/>
              <a:cs typeface="Courier New" panose="02070309020205020404" pitchFamily="49" charset="0"/>
            </a:endParaRPr>
          </a:p>
          <a:p>
            <a:r>
              <a:rPr lang="de-CH" sz="900" dirty="0">
                <a:latin typeface="Courier New" panose="02070309020205020404" pitchFamily="49" charset="0"/>
                <a:cs typeface="Courier New" panose="02070309020205020404" pitchFamily="49" charset="0"/>
              </a:rPr>
              <a:t>       |     +-- peer-</a:t>
            </a:r>
            <a:r>
              <a:rPr lang="de-CH" sz="900" dirty="0" err="1">
                <a:latin typeface="Courier New" panose="02070309020205020404" pitchFamily="49" charset="0"/>
                <a:cs typeface="Courier New" panose="02070309020205020404" pitchFamily="49" charset="0"/>
              </a:rPr>
              <a:t>address</a:t>
            </a:r>
            <a:r>
              <a:rPr lang="de-CH" sz="900" dirty="0">
                <a:latin typeface="Courier New" panose="02070309020205020404" pitchFamily="49" charset="0"/>
                <a:cs typeface="Courier New" panose="02070309020205020404" pitchFamily="49" charset="0"/>
              </a:rPr>
              <a:t>          </a:t>
            </a:r>
            <a:r>
              <a:rPr lang="de-CH" sz="900" dirty="0" err="1">
                <a:latin typeface="Courier New" panose="02070309020205020404" pitchFamily="49" charset="0"/>
                <a:cs typeface="Courier New" panose="02070309020205020404" pitchFamily="49" charset="0"/>
              </a:rPr>
              <a:t>inet:ip-address</a:t>
            </a:r>
            <a:endParaRPr lang="de-CH" sz="900" dirty="0">
              <a:latin typeface="Courier New" panose="02070309020205020404" pitchFamily="49" charset="0"/>
              <a:cs typeface="Courier New" panose="02070309020205020404" pitchFamily="49" charset="0"/>
            </a:endParaRPr>
          </a:p>
          <a:p>
            <a:r>
              <a:rPr lang="de-CH" sz="900" dirty="0">
                <a:latin typeface="Courier New" panose="02070309020205020404" pitchFamily="49" charset="0"/>
                <a:cs typeface="Courier New" panose="02070309020205020404" pitchFamily="49" charset="0"/>
              </a:rPr>
              <a:t>       |     +-- peer-</a:t>
            </a:r>
            <a:r>
              <a:rPr lang="de-CH" sz="900" dirty="0" err="1">
                <a:latin typeface="Courier New" panose="02070309020205020404" pitchFamily="49" charset="0"/>
                <a:cs typeface="Courier New" panose="02070309020205020404" pitchFamily="49" charset="0"/>
              </a:rPr>
              <a:t>as</a:t>
            </a:r>
            <a:r>
              <a:rPr lang="de-CH" sz="900" dirty="0">
                <a:latin typeface="Courier New" panose="02070309020205020404" pitchFamily="49" charset="0"/>
                <a:cs typeface="Courier New" panose="02070309020205020404" pitchFamily="49" charset="0"/>
              </a:rPr>
              <a:t>               uint32</a:t>
            </a:r>
          </a:p>
          <a:p>
            <a:r>
              <a:rPr lang="de-CH" sz="900" dirty="0">
                <a:latin typeface="Courier New" panose="02070309020205020404" pitchFamily="49" charset="0"/>
                <a:cs typeface="Courier New" panose="02070309020205020404" pitchFamily="49" charset="0"/>
              </a:rPr>
              <a:t>       |     +-- peer-</a:t>
            </a:r>
            <a:r>
              <a:rPr lang="de-CH" sz="900" dirty="0" err="1">
                <a:latin typeface="Courier New" panose="02070309020205020404" pitchFamily="49" charset="0"/>
                <a:cs typeface="Courier New" panose="02070309020205020404" pitchFamily="49" charset="0"/>
              </a:rPr>
              <a:t>bgp</a:t>
            </a:r>
            <a:r>
              <a:rPr lang="de-CH" sz="900" dirty="0">
                <a:latin typeface="Courier New" panose="02070309020205020404" pitchFamily="49" charset="0"/>
                <a:cs typeface="Courier New" panose="02070309020205020404" pitchFamily="49" charset="0"/>
              </a:rPr>
              <a:t>-</a:t>
            </a:r>
            <a:r>
              <a:rPr lang="de-CH" sz="900" dirty="0" err="1">
                <a:latin typeface="Courier New" panose="02070309020205020404" pitchFamily="49" charset="0"/>
                <a:cs typeface="Courier New" panose="02070309020205020404" pitchFamily="49" charset="0"/>
              </a:rPr>
              <a:t>id</a:t>
            </a:r>
            <a:r>
              <a:rPr lang="de-CH" sz="900" dirty="0">
                <a:latin typeface="Courier New" panose="02070309020205020404" pitchFamily="49" charset="0"/>
                <a:cs typeface="Courier New" panose="02070309020205020404" pitchFamily="49" charset="0"/>
              </a:rPr>
              <a:t>           inet:ipv4-address</a:t>
            </a:r>
          </a:p>
          <a:p>
            <a:r>
              <a:rPr lang="de-CH" sz="900" dirty="0">
                <a:latin typeface="Courier New" panose="02070309020205020404" pitchFamily="49" charset="0"/>
                <a:cs typeface="Courier New" panose="02070309020205020404" pitchFamily="49" charset="0"/>
              </a:rPr>
              <a:t>       |     +-- </a:t>
            </a:r>
            <a:r>
              <a:rPr lang="de-CH" sz="900" dirty="0" err="1">
                <a:latin typeface="Courier New" panose="02070309020205020404" pitchFamily="49" charset="0"/>
                <a:cs typeface="Courier New" panose="02070309020205020404" pitchFamily="49" charset="0"/>
              </a:rPr>
              <a:t>timestamp</a:t>
            </a:r>
            <a:r>
              <a:rPr lang="de-CH" sz="900" dirty="0">
                <a:latin typeface="Courier New" panose="02070309020205020404" pitchFamily="49" charset="0"/>
                <a:cs typeface="Courier New" panose="02070309020205020404" pitchFamily="49" charset="0"/>
              </a:rPr>
              <a:t>?            </a:t>
            </a:r>
            <a:r>
              <a:rPr lang="de-CH" sz="900" dirty="0" err="1">
                <a:latin typeface="Courier New" panose="02070309020205020404" pitchFamily="49" charset="0"/>
                <a:cs typeface="Courier New" panose="02070309020205020404" pitchFamily="49" charset="0"/>
              </a:rPr>
              <a:t>yang:date-and-time</a:t>
            </a:r>
            <a:endParaRPr lang="de-CH" sz="900" dirty="0">
              <a:latin typeface="Courier New" panose="02070309020205020404" pitchFamily="49" charset="0"/>
              <a:cs typeface="Courier New" panose="02070309020205020404" pitchFamily="49" charset="0"/>
            </a:endParaRPr>
          </a:p>
          <a:p>
            <a:r>
              <a:rPr lang="de-CH" sz="900" dirty="0">
                <a:latin typeface="Courier New" panose="02070309020205020404" pitchFamily="49" charset="0"/>
                <a:cs typeface="Courier New" panose="02070309020205020404" pitchFamily="49" charset="0"/>
              </a:rPr>
              <a:t>       |     +-- </a:t>
            </a:r>
            <a:r>
              <a:rPr lang="de-CH" sz="900" dirty="0" err="1">
                <a:latin typeface="Courier New" panose="02070309020205020404" pitchFamily="49" charset="0"/>
                <a:cs typeface="Courier New" panose="02070309020205020404" pitchFamily="49" charset="0"/>
              </a:rPr>
              <a:t>afi</a:t>
            </a:r>
            <a:r>
              <a:rPr lang="de-CH" sz="900" dirty="0">
                <a:latin typeface="Courier New" panose="02070309020205020404" pitchFamily="49" charset="0"/>
                <a:cs typeface="Courier New" panose="02070309020205020404" pitchFamily="49" charset="0"/>
              </a:rPr>
              <a:t>-</a:t>
            </a:r>
            <a:r>
              <a:rPr lang="de-CH" sz="900" dirty="0" err="1">
                <a:latin typeface="Courier New" panose="02070309020205020404" pitchFamily="49" charset="0"/>
                <a:cs typeface="Courier New" panose="02070309020205020404" pitchFamily="49" charset="0"/>
              </a:rPr>
              <a:t>safi</a:t>
            </a:r>
            <a:r>
              <a:rPr lang="de-CH" sz="900" dirty="0">
                <a:latin typeface="Courier New" panose="02070309020205020404" pitchFamily="49" charset="0"/>
                <a:cs typeface="Courier New" panose="02070309020205020404" pitchFamily="49" charset="0"/>
              </a:rPr>
              <a:t>-type         </a:t>
            </a:r>
            <a:r>
              <a:rPr lang="de-CH" sz="900" dirty="0" err="1">
                <a:latin typeface="Courier New" panose="02070309020205020404" pitchFamily="49" charset="0"/>
                <a:cs typeface="Courier New" panose="02070309020205020404" pitchFamily="49" charset="0"/>
              </a:rPr>
              <a:t>identityref</a:t>
            </a:r>
            <a:endParaRPr lang="de-CH" sz="900" dirty="0">
              <a:latin typeface="Courier New" panose="02070309020205020404" pitchFamily="49" charset="0"/>
              <a:cs typeface="Courier New" panose="02070309020205020404" pitchFamily="49" charset="0"/>
            </a:endParaRPr>
          </a:p>
          <a:p>
            <a:r>
              <a:rPr lang="de-CH" sz="900" dirty="0">
                <a:latin typeface="Courier New" panose="02070309020205020404" pitchFamily="49" charset="0"/>
                <a:cs typeface="Courier New" panose="02070309020205020404" pitchFamily="49" charset="0"/>
              </a:rPr>
              <a:t>       |     +-- </a:t>
            </a:r>
            <a:r>
              <a:rPr lang="de-CH" sz="900" dirty="0" err="1">
                <a:latin typeface="Courier New" panose="02070309020205020404" pitchFamily="49" charset="0"/>
                <a:cs typeface="Courier New" panose="02070309020205020404" pitchFamily="49" charset="0"/>
              </a:rPr>
              <a:t>rib-entry</a:t>
            </a:r>
            <a:endParaRPr lang="de-CH" sz="900" dirty="0">
              <a:latin typeface="Courier New" panose="02070309020205020404" pitchFamily="49" charset="0"/>
              <a:cs typeface="Courier New" panose="02070309020205020404" pitchFamily="49" charset="0"/>
            </a:endParaRPr>
          </a:p>
          <a:p>
            <a:endParaRPr lang="de-CH" sz="900" dirty="0">
              <a:latin typeface="Courier New" panose="02070309020205020404" pitchFamily="49" charset="0"/>
              <a:cs typeface="Courier New" panose="02070309020205020404" pitchFamily="49" charset="0"/>
            </a:endParaRPr>
          </a:p>
          <a:p>
            <a:r>
              <a:rPr lang="de-CH" sz="900" dirty="0">
                <a:highlight>
                  <a:srgbClr val="FFFF00"/>
                </a:highlight>
                <a:latin typeface="Courier New" panose="02070309020205020404" pitchFamily="49" charset="0"/>
                <a:cs typeface="Courier New" panose="02070309020205020404" pitchFamily="49" charset="0"/>
              </a:rPr>
              <a:t>       |     +-- </a:t>
            </a:r>
            <a:r>
              <a:rPr lang="de-CH" sz="900" dirty="0" err="1">
                <a:highlight>
                  <a:srgbClr val="FFFF00"/>
                </a:highlight>
                <a:latin typeface="Courier New" panose="02070309020205020404" pitchFamily="49" charset="0"/>
                <a:cs typeface="Courier New" panose="02070309020205020404" pitchFamily="49" charset="0"/>
              </a:rPr>
              <a:t>path</a:t>
            </a:r>
            <a:r>
              <a:rPr lang="de-CH" sz="900" dirty="0">
                <a:highlight>
                  <a:srgbClr val="FFFF00"/>
                </a:highlight>
                <a:latin typeface="Courier New" panose="02070309020205020404" pitchFamily="49" charset="0"/>
                <a:cs typeface="Courier New" panose="02070309020205020404" pitchFamily="49" charset="0"/>
              </a:rPr>
              <a:t>-status!</a:t>
            </a:r>
          </a:p>
          <a:p>
            <a:r>
              <a:rPr lang="de-CH" sz="900" dirty="0">
                <a:highlight>
                  <a:srgbClr val="FFFF00"/>
                </a:highlight>
                <a:latin typeface="Courier New" panose="02070309020205020404" pitchFamily="49" charset="0"/>
                <a:cs typeface="Courier New" panose="02070309020205020404" pitchFamily="49" charset="0"/>
              </a:rPr>
              <a:t>       |     |  +-- invalid?                    </a:t>
            </a:r>
            <a:r>
              <a:rPr lang="de-CH" sz="900" dirty="0" err="1">
                <a:highlight>
                  <a:srgbClr val="FFFF00"/>
                </a:highlight>
                <a:latin typeface="Courier New" panose="02070309020205020404" pitchFamily="49" charset="0"/>
                <a:cs typeface="Courier New" panose="02070309020205020404" pitchFamily="49" charset="0"/>
              </a:rPr>
              <a:t>boolean</a:t>
            </a:r>
            <a:endParaRPr lang="de-CH" sz="900" dirty="0">
              <a:highlight>
                <a:srgbClr val="FFFF00"/>
              </a:highlight>
              <a:latin typeface="Courier New" panose="02070309020205020404" pitchFamily="49" charset="0"/>
              <a:cs typeface="Courier New" panose="02070309020205020404" pitchFamily="49" charset="0"/>
            </a:endParaRPr>
          </a:p>
          <a:p>
            <a:r>
              <a:rPr lang="de-CH" sz="900" dirty="0">
                <a:highlight>
                  <a:srgbClr val="FFFF00"/>
                </a:highlight>
                <a:latin typeface="Courier New" panose="02070309020205020404" pitchFamily="49" charset="0"/>
                <a:cs typeface="Courier New" panose="02070309020205020404" pitchFamily="49" charset="0"/>
              </a:rPr>
              <a:t>       |     |  +-- </a:t>
            </a:r>
            <a:r>
              <a:rPr lang="de-CH" sz="900" dirty="0" err="1">
                <a:highlight>
                  <a:srgbClr val="FFFF00"/>
                </a:highlight>
                <a:latin typeface="Courier New" panose="02070309020205020404" pitchFamily="49" charset="0"/>
                <a:cs typeface="Courier New" panose="02070309020205020404" pitchFamily="49" charset="0"/>
              </a:rPr>
              <a:t>best</a:t>
            </a:r>
            <a:r>
              <a:rPr lang="de-CH" sz="900" dirty="0">
                <a:highlight>
                  <a:srgbClr val="FFFF00"/>
                </a:highlight>
                <a:latin typeface="Courier New" panose="02070309020205020404" pitchFamily="49" charset="0"/>
                <a:cs typeface="Courier New" panose="02070309020205020404" pitchFamily="49" charset="0"/>
              </a:rPr>
              <a:t>?                       </a:t>
            </a:r>
            <a:r>
              <a:rPr lang="de-CH" sz="900" dirty="0" err="1">
                <a:highlight>
                  <a:srgbClr val="FFFF00"/>
                </a:highlight>
                <a:latin typeface="Courier New" panose="02070309020205020404" pitchFamily="49" charset="0"/>
                <a:cs typeface="Courier New" panose="02070309020205020404" pitchFamily="49" charset="0"/>
              </a:rPr>
              <a:t>boolean</a:t>
            </a:r>
            <a:endParaRPr lang="de-CH" sz="900" dirty="0">
              <a:highlight>
                <a:srgbClr val="FFFF00"/>
              </a:highlight>
              <a:latin typeface="Courier New" panose="02070309020205020404" pitchFamily="49" charset="0"/>
              <a:cs typeface="Courier New" panose="02070309020205020404" pitchFamily="49" charset="0"/>
            </a:endParaRPr>
          </a:p>
          <a:p>
            <a:r>
              <a:rPr lang="de-CH" sz="900" dirty="0">
                <a:highlight>
                  <a:srgbClr val="FFFF00"/>
                </a:highlight>
                <a:latin typeface="Courier New" panose="02070309020205020404" pitchFamily="49" charset="0"/>
                <a:cs typeface="Courier New" panose="02070309020205020404" pitchFamily="49" charset="0"/>
              </a:rPr>
              <a:t>       |     |  +-- </a:t>
            </a:r>
            <a:r>
              <a:rPr lang="de-CH" sz="900" dirty="0" err="1">
                <a:highlight>
                  <a:srgbClr val="FFFF00"/>
                </a:highlight>
                <a:latin typeface="Courier New" panose="02070309020205020404" pitchFamily="49" charset="0"/>
                <a:cs typeface="Courier New" panose="02070309020205020404" pitchFamily="49" charset="0"/>
              </a:rPr>
              <a:t>nonselected</a:t>
            </a:r>
            <a:r>
              <a:rPr lang="de-CH" sz="900" dirty="0">
                <a:highlight>
                  <a:srgbClr val="FFFF00"/>
                </a:highlight>
                <a:latin typeface="Courier New" panose="02070309020205020404" pitchFamily="49" charset="0"/>
                <a:cs typeface="Courier New" panose="02070309020205020404" pitchFamily="49" charset="0"/>
              </a:rPr>
              <a:t>?                </a:t>
            </a:r>
            <a:r>
              <a:rPr lang="de-CH" sz="900" dirty="0" err="1">
                <a:highlight>
                  <a:srgbClr val="FFFF00"/>
                </a:highlight>
                <a:latin typeface="Courier New" panose="02070309020205020404" pitchFamily="49" charset="0"/>
                <a:cs typeface="Courier New" panose="02070309020205020404" pitchFamily="49" charset="0"/>
              </a:rPr>
              <a:t>boolean</a:t>
            </a:r>
            <a:endParaRPr lang="de-CH" sz="900" dirty="0">
              <a:highlight>
                <a:srgbClr val="FFFF00"/>
              </a:highlight>
              <a:latin typeface="Courier New" panose="02070309020205020404" pitchFamily="49" charset="0"/>
              <a:cs typeface="Courier New" panose="02070309020205020404" pitchFamily="49" charset="0"/>
            </a:endParaRPr>
          </a:p>
          <a:p>
            <a:r>
              <a:rPr lang="de-CH" sz="900" dirty="0">
                <a:highlight>
                  <a:srgbClr val="FFFF00"/>
                </a:highlight>
                <a:latin typeface="Courier New" panose="02070309020205020404" pitchFamily="49" charset="0"/>
                <a:cs typeface="Courier New" panose="02070309020205020404" pitchFamily="49" charset="0"/>
              </a:rPr>
              <a:t>       |     |  +-- </a:t>
            </a:r>
            <a:r>
              <a:rPr lang="de-CH" sz="900" dirty="0" err="1">
                <a:highlight>
                  <a:srgbClr val="FFFF00"/>
                </a:highlight>
                <a:latin typeface="Courier New" panose="02070309020205020404" pitchFamily="49" charset="0"/>
                <a:cs typeface="Courier New" panose="02070309020205020404" pitchFamily="49" charset="0"/>
              </a:rPr>
              <a:t>primary</a:t>
            </a:r>
            <a:r>
              <a:rPr lang="de-CH" sz="900" dirty="0">
                <a:highlight>
                  <a:srgbClr val="FFFF00"/>
                </a:highlight>
                <a:latin typeface="Courier New" panose="02070309020205020404" pitchFamily="49" charset="0"/>
                <a:cs typeface="Courier New" panose="02070309020205020404" pitchFamily="49" charset="0"/>
              </a:rPr>
              <a:t>?                    </a:t>
            </a:r>
            <a:r>
              <a:rPr lang="de-CH" sz="900" dirty="0" err="1">
                <a:highlight>
                  <a:srgbClr val="FFFF00"/>
                </a:highlight>
                <a:latin typeface="Courier New" panose="02070309020205020404" pitchFamily="49" charset="0"/>
                <a:cs typeface="Courier New" panose="02070309020205020404" pitchFamily="49" charset="0"/>
              </a:rPr>
              <a:t>boolean</a:t>
            </a:r>
            <a:endParaRPr lang="de-CH" sz="900" dirty="0">
              <a:highlight>
                <a:srgbClr val="FFFF00"/>
              </a:highlight>
              <a:latin typeface="Courier New" panose="02070309020205020404" pitchFamily="49" charset="0"/>
              <a:cs typeface="Courier New" panose="02070309020205020404" pitchFamily="49" charset="0"/>
            </a:endParaRPr>
          </a:p>
          <a:p>
            <a:r>
              <a:rPr lang="de-CH" sz="900" dirty="0">
                <a:highlight>
                  <a:srgbClr val="FFFF00"/>
                </a:highlight>
                <a:latin typeface="Courier New" panose="02070309020205020404" pitchFamily="49" charset="0"/>
                <a:cs typeface="Courier New" panose="02070309020205020404" pitchFamily="49" charset="0"/>
              </a:rPr>
              <a:t>       |     |  +-- </a:t>
            </a:r>
            <a:r>
              <a:rPr lang="de-CH" sz="900" dirty="0" err="1">
                <a:highlight>
                  <a:srgbClr val="FFFF00"/>
                </a:highlight>
                <a:latin typeface="Courier New" panose="02070309020205020404" pitchFamily="49" charset="0"/>
                <a:cs typeface="Courier New" panose="02070309020205020404" pitchFamily="49" charset="0"/>
              </a:rPr>
              <a:t>backup</a:t>
            </a:r>
            <a:r>
              <a:rPr lang="de-CH" sz="900" dirty="0">
                <a:highlight>
                  <a:srgbClr val="FFFF00"/>
                </a:highlight>
                <a:latin typeface="Courier New" panose="02070309020205020404" pitchFamily="49" charset="0"/>
                <a:cs typeface="Courier New" panose="02070309020205020404" pitchFamily="49" charset="0"/>
              </a:rPr>
              <a:t>?                     </a:t>
            </a:r>
            <a:r>
              <a:rPr lang="de-CH" sz="900" dirty="0" err="1">
                <a:highlight>
                  <a:srgbClr val="FFFF00"/>
                </a:highlight>
                <a:latin typeface="Courier New" panose="02070309020205020404" pitchFamily="49" charset="0"/>
                <a:cs typeface="Courier New" panose="02070309020205020404" pitchFamily="49" charset="0"/>
              </a:rPr>
              <a:t>boolean</a:t>
            </a:r>
            <a:endParaRPr lang="de-CH" sz="900" dirty="0">
              <a:highlight>
                <a:srgbClr val="FFFF00"/>
              </a:highlight>
              <a:latin typeface="Courier New" panose="02070309020205020404" pitchFamily="49" charset="0"/>
              <a:cs typeface="Courier New" panose="02070309020205020404" pitchFamily="49" charset="0"/>
            </a:endParaRPr>
          </a:p>
          <a:p>
            <a:r>
              <a:rPr lang="de-CH" sz="900" dirty="0">
                <a:highlight>
                  <a:srgbClr val="FFFF00"/>
                </a:highlight>
                <a:latin typeface="Courier New" panose="02070309020205020404" pitchFamily="49" charset="0"/>
                <a:cs typeface="Courier New" panose="02070309020205020404" pitchFamily="49" charset="0"/>
              </a:rPr>
              <a:t>       |     |  +-- non-</a:t>
            </a:r>
            <a:r>
              <a:rPr lang="de-CH" sz="900" dirty="0" err="1">
                <a:highlight>
                  <a:srgbClr val="FFFF00"/>
                </a:highlight>
                <a:latin typeface="Courier New" panose="02070309020205020404" pitchFamily="49" charset="0"/>
                <a:cs typeface="Courier New" panose="02070309020205020404" pitchFamily="49" charset="0"/>
              </a:rPr>
              <a:t>installed</a:t>
            </a:r>
            <a:r>
              <a:rPr lang="de-CH" sz="900" dirty="0">
                <a:highlight>
                  <a:srgbClr val="FFFF00"/>
                </a:highlight>
                <a:latin typeface="Courier New" panose="02070309020205020404" pitchFamily="49" charset="0"/>
                <a:cs typeface="Courier New" panose="02070309020205020404" pitchFamily="49" charset="0"/>
              </a:rPr>
              <a:t>?              </a:t>
            </a:r>
            <a:r>
              <a:rPr lang="de-CH" sz="900" dirty="0" err="1">
                <a:highlight>
                  <a:srgbClr val="FFFF00"/>
                </a:highlight>
                <a:latin typeface="Courier New" panose="02070309020205020404" pitchFamily="49" charset="0"/>
                <a:cs typeface="Courier New" panose="02070309020205020404" pitchFamily="49" charset="0"/>
              </a:rPr>
              <a:t>boolean</a:t>
            </a:r>
            <a:endParaRPr lang="de-CH" sz="900" dirty="0">
              <a:highlight>
                <a:srgbClr val="FFFF00"/>
              </a:highlight>
              <a:latin typeface="Courier New" panose="02070309020205020404" pitchFamily="49" charset="0"/>
              <a:cs typeface="Courier New" panose="02070309020205020404" pitchFamily="49" charset="0"/>
            </a:endParaRPr>
          </a:p>
          <a:p>
            <a:r>
              <a:rPr lang="de-CH" sz="900" dirty="0">
                <a:highlight>
                  <a:srgbClr val="FFFF00"/>
                </a:highlight>
                <a:latin typeface="Courier New" panose="02070309020205020404" pitchFamily="49" charset="0"/>
                <a:cs typeface="Courier New" panose="02070309020205020404" pitchFamily="49" charset="0"/>
              </a:rPr>
              <a:t>       |     |  +-- best-external?              </a:t>
            </a:r>
            <a:r>
              <a:rPr lang="de-CH" sz="900" dirty="0" err="1">
                <a:highlight>
                  <a:srgbClr val="FFFF00"/>
                </a:highlight>
                <a:latin typeface="Courier New" panose="02070309020205020404" pitchFamily="49" charset="0"/>
                <a:cs typeface="Courier New" panose="02070309020205020404" pitchFamily="49" charset="0"/>
              </a:rPr>
              <a:t>boolean</a:t>
            </a:r>
            <a:endParaRPr lang="de-CH" sz="900" dirty="0">
              <a:highlight>
                <a:srgbClr val="FFFF00"/>
              </a:highlight>
              <a:latin typeface="Courier New" panose="02070309020205020404" pitchFamily="49" charset="0"/>
              <a:cs typeface="Courier New" panose="02070309020205020404" pitchFamily="49" charset="0"/>
            </a:endParaRPr>
          </a:p>
          <a:p>
            <a:r>
              <a:rPr lang="de-CH" sz="900" dirty="0">
                <a:highlight>
                  <a:srgbClr val="FFFF00"/>
                </a:highlight>
                <a:latin typeface="Courier New" panose="02070309020205020404" pitchFamily="49" charset="0"/>
                <a:cs typeface="Courier New" panose="02070309020205020404" pitchFamily="49" charset="0"/>
              </a:rPr>
              <a:t>       |     |  +-- </a:t>
            </a:r>
            <a:r>
              <a:rPr lang="de-CH" sz="900" dirty="0" err="1">
                <a:highlight>
                  <a:srgbClr val="FFFF00"/>
                </a:highlight>
                <a:latin typeface="Courier New" panose="02070309020205020404" pitchFamily="49" charset="0"/>
                <a:cs typeface="Courier New" panose="02070309020205020404" pitchFamily="49" charset="0"/>
              </a:rPr>
              <a:t>add-path</a:t>
            </a:r>
            <a:r>
              <a:rPr lang="de-CH" sz="900" dirty="0">
                <a:highlight>
                  <a:srgbClr val="FFFF00"/>
                </a:highlight>
                <a:latin typeface="Courier New" panose="02070309020205020404" pitchFamily="49" charset="0"/>
                <a:cs typeface="Courier New" panose="02070309020205020404" pitchFamily="49" charset="0"/>
              </a:rPr>
              <a:t>?                   </a:t>
            </a:r>
            <a:r>
              <a:rPr lang="de-CH" sz="900" dirty="0" err="1">
                <a:highlight>
                  <a:srgbClr val="FFFF00"/>
                </a:highlight>
                <a:latin typeface="Courier New" panose="02070309020205020404" pitchFamily="49" charset="0"/>
                <a:cs typeface="Courier New" panose="02070309020205020404" pitchFamily="49" charset="0"/>
              </a:rPr>
              <a:t>boolean</a:t>
            </a:r>
            <a:endParaRPr lang="de-CH" sz="900" dirty="0">
              <a:highlight>
                <a:srgbClr val="FFFF00"/>
              </a:highlight>
              <a:latin typeface="Courier New" panose="02070309020205020404" pitchFamily="49" charset="0"/>
              <a:cs typeface="Courier New" panose="02070309020205020404" pitchFamily="49" charset="0"/>
            </a:endParaRPr>
          </a:p>
          <a:p>
            <a:r>
              <a:rPr lang="de-CH" sz="900" dirty="0">
                <a:highlight>
                  <a:srgbClr val="FFFF00"/>
                </a:highlight>
                <a:latin typeface="Courier New" panose="02070309020205020404" pitchFamily="49" charset="0"/>
                <a:cs typeface="Courier New" panose="02070309020205020404" pitchFamily="49" charset="0"/>
              </a:rPr>
              <a:t>       |     |  +-- </a:t>
            </a:r>
            <a:r>
              <a:rPr lang="de-CH" sz="900" dirty="0" err="1">
                <a:highlight>
                  <a:srgbClr val="FFFF00"/>
                </a:highlight>
                <a:latin typeface="Courier New" panose="02070309020205020404" pitchFamily="49" charset="0"/>
                <a:cs typeface="Courier New" panose="02070309020205020404" pitchFamily="49" charset="0"/>
              </a:rPr>
              <a:t>filtered-inbound-policy</a:t>
            </a:r>
            <a:r>
              <a:rPr lang="de-CH" sz="900" dirty="0">
                <a:highlight>
                  <a:srgbClr val="FFFF00"/>
                </a:highlight>
                <a:latin typeface="Courier New" panose="02070309020205020404" pitchFamily="49" charset="0"/>
                <a:cs typeface="Courier New" panose="02070309020205020404" pitchFamily="49" charset="0"/>
              </a:rPr>
              <a:t>?    </a:t>
            </a:r>
            <a:r>
              <a:rPr lang="de-CH" sz="900" dirty="0" err="1">
                <a:highlight>
                  <a:srgbClr val="FFFF00"/>
                </a:highlight>
                <a:latin typeface="Courier New" panose="02070309020205020404" pitchFamily="49" charset="0"/>
                <a:cs typeface="Courier New" panose="02070309020205020404" pitchFamily="49" charset="0"/>
              </a:rPr>
              <a:t>boolean</a:t>
            </a:r>
            <a:endParaRPr lang="de-CH" sz="900" dirty="0">
              <a:highlight>
                <a:srgbClr val="FFFF00"/>
              </a:highlight>
              <a:latin typeface="Courier New" panose="02070309020205020404" pitchFamily="49" charset="0"/>
              <a:cs typeface="Courier New" panose="02070309020205020404" pitchFamily="49" charset="0"/>
            </a:endParaRPr>
          </a:p>
          <a:p>
            <a:r>
              <a:rPr lang="de-CH" sz="900" dirty="0">
                <a:highlight>
                  <a:srgbClr val="FFFF00"/>
                </a:highlight>
                <a:latin typeface="Courier New" panose="02070309020205020404" pitchFamily="49" charset="0"/>
                <a:cs typeface="Courier New" panose="02070309020205020404" pitchFamily="49" charset="0"/>
              </a:rPr>
              <a:t>       |     |  +-- </a:t>
            </a:r>
            <a:r>
              <a:rPr lang="de-CH" sz="900" dirty="0" err="1">
                <a:highlight>
                  <a:srgbClr val="FFFF00"/>
                </a:highlight>
                <a:latin typeface="Courier New" panose="02070309020205020404" pitchFamily="49" charset="0"/>
                <a:cs typeface="Courier New" panose="02070309020205020404" pitchFamily="49" charset="0"/>
              </a:rPr>
              <a:t>filtered-outbound-policy</a:t>
            </a:r>
            <a:r>
              <a:rPr lang="de-CH" sz="900" dirty="0">
                <a:highlight>
                  <a:srgbClr val="FFFF00"/>
                </a:highlight>
                <a:latin typeface="Courier New" panose="02070309020205020404" pitchFamily="49" charset="0"/>
                <a:cs typeface="Courier New" panose="02070309020205020404" pitchFamily="49" charset="0"/>
              </a:rPr>
              <a:t>?   </a:t>
            </a:r>
            <a:r>
              <a:rPr lang="de-CH" sz="900" dirty="0" err="1">
                <a:highlight>
                  <a:srgbClr val="FFFF00"/>
                </a:highlight>
                <a:latin typeface="Courier New" panose="02070309020205020404" pitchFamily="49" charset="0"/>
                <a:cs typeface="Courier New" panose="02070309020205020404" pitchFamily="49" charset="0"/>
              </a:rPr>
              <a:t>boolean</a:t>
            </a:r>
            <a:endParaRPr lang="de-CH" sz="900" dirty="0">
              <a:highlight>
                <a:srgbClr val="FFFF00"/>
              </a:highlight>
              <a:latin typeface="Courier New" panose="02070309020205020404" pitchFamily="49" charset="0"/>
              <a:cs typeface="Courier New" panose="02070309020205020404" pitchFamily="49" charset="0"/>
            </a:endParaRPr>
          </a:p>
          <a:p>
            <a:r>
              <a:rPr lang="de-CH" sz="900" dirty="0">
                <a:highlight>
                  <a:srgbClr val="FFFF00"/>
                </a:highlight>
                <a:latin typeface="Courier New" panose="02070309020205020404" pitchFamily="49" charset="0"/>
                <a:cs typeface="Courier New" panose="02070309020205020404" pitchFamily="49" charset="0"/>
              </a:rPr>
              <a:t>       |     |  +-- </a:t>
            </a:r>
            <a:r>
              <a:rPr lang="de-CH" sz="900" dirty="0" err="1">
                <a:highlight>
                  <a:srgbClr val="FFFF00"/>
                </a:highlight>
                <a:latin typeface="Courier New" panose="02070309020205020404" pitchFamily="49" charset="0"/>
                <a:cs typeface="Courier New" panose="02070309020205020404" pitchFamily="49" charset="0"/>
              </a:rPr>
              <a:t>stale</a:t>
            </a:r>
            <a:r>
              <a:rPr lang="de-CH" sz="900" dirty="0">
                <a:highlight>
                  <a:srgbClr val="FFFF00"/>
                </a:highlight>
                <a:latin typeface="Courier New" panose="02070309020205020404" pitchFamily="49" charset="0"/>
                <a:cs typeface="Courier New" panose="02070309020205020404" pitchFamily="49" charset="0"/>
              </a:rPr>
              <a:t>?                      </a:t>
            </a:r>
            <a:r>
              <a:rPr lang="de-CH" sz="900" dirty="0" err="1">
                <a:highlight>
                  <a:srgbClr val="FFFF00"/>
                </a:highlight>
                <a:latin typeface="Courier New" panose="02070309020205020404" pitchFamily="49" charset="0"/>
                <a:cs typeface="Courier New" panose="02070309020205020404" pitchFamily="49" charset="0"/>
              </a:rPr>
              <a:t>boolean</a:t>
            </a:r>
            <a:endParaRPr lang="de-CH" sz="900" dirty="0">
              <a:highlight>
                <a:srgbClr val="FFFF00"/>
              </a:highlight>
              <a:latin typeface="Courier New" panose="02070309020205020404" pitchFamily="49" charset="0"/>
              <a:cs typeface="Courier New" panose="02070309020205020404" pitchFamily="49" charset="0"/>
            </a:endParaRPr>
          </a:p>
          <a:p>
            <a:r>
              <a:rPr lang="de-CH" sz="900" dirty="0">
                <a:highlight>
                  <a:srgbClr val="FFFF00"/>
                </a:highlight>
                <a:latin typeface="Courier New" panose="02070309020205020404" pitchFamily="49" charset="0"/>
                <a:cs typeface="Courier New" panose="02070309020205020404" pitchFamily="49" charset="0"/>
              </a:rPr>
              <a:t>       |     |  +-- </a:t>
            </a:r>
            <a:r>
              <a:rPr lang="de-CH" sz="900" dirty="0" err="1">
                <a:highlight>
                  <a:srgbClr val="FFFF00"/>
                </a:highlight>
                <a:latin typeface="Courier New" panose="02070309020205020404" pitchFamily="49" charset="0"/>
                <a:cs typeface="Courier New" panose="02070309020205020404" pitchFamily="49" charset="0"/>
              </a:rPr>
              <a:t>suppressed</a:t>
            </a:r>
            <a:r>
              <a:rPr lang="de-CH" sz="900" dirty="0">
                <a:highlight>
                  <a:srgbClr val="FFFF00"/>
                </a:highlight>
                <a:latin typeface="Courier New" panose="02070309020205020404" pitchFamily="49" charset="0"/>
                <a:cs typeface="Courier New" panose="02070309020205020404" pitchFamily="49" charset="0"/>
              </a:rPr>
              <a:t>?                 </a:t>
            </a:r>
            <a:r>
              <a:rPr lang="de-CH" sz="900" dirty="0" err="1">
                <a:highlight>
                  <a:srgbClr val="FFFF00"/>
                </a:highlight>
                <a:latin typeface="Courier New" panose="02070309020205020404" pitchFamily="49" charset="0"/>
                <a:cs typeface="Courier New" panose="02070309020205020404" pitchFamily="49" charset="0"/>
              </a:rPr>
              <a:t>boolean</a:t>
            </a:r>
            <a:endParaRPr lang="de-CH" sz="900" dirty="0">
              <a:highlight>
                <a:srgbClr val="FFFF00"/>
              </a:highlight>
              <a:latin typeface="Courier New" panose="02070309020205020404" pitchFamily="49" charset="0"/>
              <a:cs typeface="Courier New" panose="02070309020205020404" pitchFamily="49" charset="0"/>
            </a:endParaRPr>
          </a:p>
          <a:p>
            <a:r>
              <a:rPr lang="de-CH" sz="900" dirty="0">
                <a:highlight>
                  <a:srgbClr val="FFFF00"/>
                </a:highlight>
                <a:latin typeface="Courier New" panose="02070309020205020404" pitchFamily="49" charset="0"/>
                <a:cs typeface="Courier New" panose="02070309020205020404" pitchFamily="49" charset="0"/>
              </a:rPr>
              <a:t>       |     |  +-- </a:t>
            </a:r>
            <a:r>
              <a:rPr lang="de-CH" sz="900" dirty="0" err="1">
                <a:highlight>
                  <a:srgbClr val="FFFF00"/>
                </a:highlight>
                <a:latin typeface="Courier New" panose="02070309020205020404" pitchFamily="49" charset="0"/>
                <a:cs typeface="Courier New" panose="02070309020205020404" pitchFamily="49" charset="0"/>
              </a:rPr>
              <a:t>reason</a:t>
            </a:r>
            <a:r>
              <a:rPr lang="de-CH" sz="900" dirty="0">
                <a:highlight>
                  <a:srgbClr val="FFFF00"/>
                </a:highlight>
                <a:latin typeface="Courier New" panose="02070309020205020404" pitchFamily="49" charset="0"/>
                <a:cs typeface="Courier New" panose="02070309020205020404" pitchFamily="49" charset="0"/>
              </a:rPr>
              <a:t>-code?</a:t>
            </a:r>
          </a:p>
          <a:p>
            <a:r>
              <a:rPr lang="de-CH" sz="900" dirty="0">
                <a:highlight>
                  <a:srgbClr val="FFFF00"/>
                </a:highlight>
                <a:latin typeface="Courier New" panose="02070309020205020404" pitchFamily="49" charset="0"/>
                <a:cs typeface="Courier New" panose="02070309020205020404" pitchFamily="49" charset="0"/>
              </a:rPr>
              <a:t>       |     |        </a:t>
            </a:r>
            <a:r>
              <a:rPr lang="de-CH" sz="900" dirty="0" err="1">
                <a:highlight>
                  <a:srgbClr val="FFFF00"/>
                </a:highlight>
                <a:latin typeface="Courier New" panose="02070309020205020404" pitchFamily="49" charset="0"/>
                <a:cs typeface="Courier New" panose="02070309020205020404" pitchFamily="49" charset="0"/>
              </a:rPr>
              <a:t>path</a:t>
            </a:r>
            <a:r>
              <a:rPr lang="de-CH" sz="900" dirty="0">
                <a:highlight>
                  <a:srgbClr val="FFFF00"/>
                </a:highlight>
                <a:latin typeface="Courier New" panose="02070309020205020404" pitchFamily="49" charset="0"/>
                <a:cs typeface="Courier New" panose="02070309020205020404" pitchFamily="49" charset="0"/>
              </a:rPr>
              <a:t>-status-</a:t>
            </a:r>
            <a:r>
              <a:rPr lang="de-CH" sz="900" dirty="0" err="1">
                <a:highlight>
                  <a:srgbClr val="FFFF00"/>
                </a:highlight>
                <a:latin typeface="Courier New" panose="02070309020205020404" pitchFamily="49" charset="0"/>
                <a:cs typeface="Courier New" panose="02070309020205020404" pitchFamily="49" charset="0"/>
              </a:rPr>
              <a:t>reason</a:t>
            </a:r>
            <a:r>
              <a:rPr lang="de-CH" sz="900" dirty="0">
                <a:highlight>
                  <a:srgbClr val="FFFF00"/>
                </a:highlight>
                <a:latin typeface="Courier New" panose="02070309020205020404" pitchFamily="49" charset="0"/>
                <a:cs typeface="Courier New" panose="02070309020205020404" pitchFamily="49" charset="0"/>
              </a:rPr>
              <a:t>-code</a:t>
            </a:r>
          </a:p>
        </p:txBody>
      </p:sp>
    </p:spTree>
    <p:extLst>
      <p:ext uri="{BB962C8B-B14F-4D97-AF65-F5344CB8AC3E}">
        <p14:creationId xmlns:p14="http://schemas.microsoft.com/office/powerpoint/2010/main" val="2687771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5F1B3-04C9-EF5B-04F0-77D11F18C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888DB-A90D-A25F-9FAA-CB0DFB34C2A9}"/>
              </a:ext>
            </a:extLst>
          </p:cNvPr>
          <p:cNvSpPr>
            <a:spLocks noGrp="1"/>
          </p:cNvSpPr>
          <p:nvPr>
            <p:ph type="title"/>
          </p:nvPr>
        </p:nvSpPr>
        <p:spPr/>
        <p:txBody>
          <a:bodyPr>
            <a:normAutofit/>
          </a:bodyPr>
          <a:lstStyle/>
          <a:p>
            <a:r>
              <a:rPr lang="en-US" sz="2800" b="1" dirty="0"/>
              <a:t>BMP YANG Telemetry Message</a:t>
            </a:r>
            <a:br>
              <a:rPr lang="en-US" sz="3600" dirty="0"/>
            </a:br>
            <a:r>
              <a:rPr lang="en-US" sz="2700" dirty="0">
                <a:solidFill>
                  <a:schemeClr val="bg2">
                    <a:lumMod val="75000"/>
                  </a:schemeClr>
                </a:solidFill>
              </a:rPr>
              <a:t>New `</a:t>
            </a:r>
            <a:r>
              <a:rPr lang="en-US" sz="2700" dirty="0" err="1">
                <a:solidFill>
                  <a:schemeClr val="bg2">
                    <a:lumMod val="75000"/>
                  </a:schemeClr>
                </a:solidFill>
              </a:rPr>
              <a:t>ietf</a:t>
            </a:r>
            <a:r>
              <a:rPr lang="en-US" sz="2700" dirty="0">
                <a:solidFill>
                  <a:schemeClr val="bg2">
                    <a:lumMod val="75000"/>
                  </a:schemeClr>
                </a:solidFill>
              </a:rPr>
              <a:t>-</a:t>
            </a:r>
            <a:r>
              <a:rPr lang="en-US" sz="2700" dirty="0" err="1">
                <a:solidFill>
                  <a:schemeClr val="bg2">
                    <a:lumMod val="75000"/>
                  </a:schemeClr>
                </a:solidFill>
              </a:rPr>
              <a:t>bgp</a:t>
            </a:r>
            <a:r>
              <a:rPr lang="en-US" sz="2700" dirty="0">
                <a:solidFill>
                  <a:schemeClr val="bg2">
                    <a:lumMod val="75000"/>
                  </a:schemeClr>
                </a:solidFill>
              </a:rPr>
              <a:t>-open` module</a:t>
            </a:r>
          </a:p>
        </p:txBody>
      </p:sp>
      <p:sp>
        <p:nvSpPr>
          <p:cNvPr id="3" name="Content Placeholder 2">
            <a:extLst>
              <a:ext uri="{FF2B5EF4-FFF2-40B4-BE49-F238E27FC236}">
                <a16:creationId xmlns:a16="http://schemas.microsoft.com/office/drawing/2014/main" id="{D1A52B7B-3570-1B5D-1F67-9B38890F5748}"/>
              </a:ext>
            </a:extLst>
          </p:cNvPr>
          <p:cNvSpPr>
            <a:spLocks noGrp="1"/>
          </p:cNvSpPr>
          <p:nvPr>
            <p:ph idx="1"/>
          </p:nvPr>
        </p:nvSpPr>
        <p:spPr>
          <a:xfrm>
            <a:off x="838199" y="1690688"/>
            <a:ext cx="6302830" cy="4486275"/>
          </a:xfrm>
        </p:spPr>
        <p:txBody>
          <a:bodyPr>
            <a:noAutofit/>
          </a:bodyPr>
          <a:lstStyle/>
          <a:p>
            <a:pPr marL="0" indent="0">
              <a:spcBef>
                <a:spcPts val="600"/>
              </a:spcBef>
              <a:spcAft>
                <a:spcPts val="600"/>
              </a:spcAft>
              <a:buNone/>
            </a:pPr>
            <a:r>
              <a:rPr lang="de-CH" sz="2100" dirty="0" err="1"/>
              <a:t>Standalone</a:t>
            </a:r>
            <a:r>
              <a:rPr lang="de-CH" sz="2100" dirty="0"/>
              <a:t> </a:t>
            </a:r>
            <a:r>
              <a:rPr lang="de-CH" sz="2100" dirty="0" err="1"/>
              <a:t>grouping</a:t>
            </a:r>
            <a:r>
              <a:rPr lang="de-CH" sz="2100" dirty="0"/>
              <a:t> `</a:t>
            </a:r>
            <a:r>
              <a:rPr lang="de-CH" sz="2100" dirty="0" err="1"/>
              <a:t>bgp</a:t>
            </a:r>
            <a:r>
              <a:rPr lang="de-CH" sz="2100" dirty="0"/>
              <a:t>-open` </a:t>
            </a:r>
            <a:r>
              <a:rPr lang="de-CH" sz="2100" dirty="0" err="1"/>
              <a:t>exposing</a:t>
            </a:r>
            <a:r>
              <a:rPr lang="de-CH" sz="2100" dirty="0"/>
              <a:t> </a:t>
            </a:r>
            <a:r>
              <a:rPr lang="de-CH" sz="2100" dirty="0" err="1"/>
              <a:t>the</a:t>
            </a:r>
            <a:r>
              <a:rPr lang="de-CH" sz="2100" dirty="0"/>
              <a:t> BGP OPEN </a:t>
            </a:r>
            <a:r>
              <a:rPr lang="de-CH" sz="2100" dirty="0" err="1"/>
              <a:t>message</a:t>
            </a:r>
            <a:r>
              <a:rPr lang="de-CH" sz="2100" dirty="0"/>
              <a:t> </a:t>
            </a:r>
            <a:r>
              <a:rPr lang="de-CH" sz="2100" dirty="0" err="1"/>
              <a:t>fields</a:t>
            </a:r>
            <a:r>
              <a:rPr lang="de-CH" sz="2100" dirty="0"/>
              <a:t> </a:t>
            </a:r>
            <a:r>
              <a:rPr lang="de-CH" sz="2100" dirty="0" err="1"/>
              <a:t>defined</a:t>
            </a:r>
            <a:r>
              <a:rPr lang="de-CH" sz="2100" dirty="0"/>
              <a:t> in </a:t>
            </a:r>
            <a:r>
              <a:rPr lang="de-CH" sz="2100" dirty="0">
                <a:hlinkClick r:id="rId2"/>
              </a:rPr>
              <a:t>RFC 4271 </a:t>
            </a:r>
            <a:r>
              <a:rPr lang="de-CH" sz="2100" dirty="0"/>
              <a:t>(BGP-4).</a:t>
            </a:r>
          </a:p>
          <a:p>
            <a:pPr marL="0" indent="0">
              <a:spcBef>
                <a:spcPts val="600"/>
              </a:spcBef>
              <a:spcAft>
                <a:spcPts val="600"/>
              </a:spcAft>
              <a:buNone/>
            </a:pPr>
            <a:r>
              <a:rPr lang="de-CH" sz="2100" dirty="0" err="1"/>
              <a:t>Complements</a:t>
            </a:r>
            <a:r>
              <a:rPr lang="de-CH" sz="2100" dirty="0"/>
              <a:t> </a:t>
            </a:r>
            <a:r>
              <a:rPr lang="de-CH" sz="2100" dirty="0" err="1"/>
              <a:t>ietf-bgp</a:t>
            </a:r>
            <a:r>
              <a:rPr lang="de-CH" sz="2100" dirty="0"/>
              <a:t> (IDR) </a:t>
            </a:r>
            <a:r>
              <a:rPr lang="de-CH" sz="2100" dirty="0" err="1"/>
              <a:t>by</a:t>
            </a:r>
            <a:r>
              <a:rPr lang="de-CH" sz="2100" dirty="0"/>
              <a:t> </a:t>
            </a:r>
            <a:r>
              <a:rPr lang="de-CH" sz="2100" dirty="0" err="1"/>
              <a:t>making</a:t>
            </a:r>
            <a:r>
              <a:rPr lang="de-CH" sz="2100" dirty="0"/>
              <a:t> OPEN </a:t>
            </a:r>
            <a:r>
              <a:rPr lang="de-CH" sz="2100" dirty="0" err="1"/>
              <a:t>message</a:t>
            </a:r>
            <a:r>
              <a:rPr lang="de-CH" sz="2100" dirty="0"/>
              <a:t> </a:t>
            </a:r>
            <a:r>
              <a:rPr lang="de-CH" sz="2100" dirty="0" err="1"/>
              <a:t>fields</a:t>
            </a:r>
            <a:r>
              <a:rPr lang="de-CH" sz="2100" dirty="0"/>
              <a:t> </a:t>
            </a:r>
            <a:r>
              <a:rPr lang="de-CH" sz="2100" dirty="0" err="1"/>
              <a:t>reusable</a:t>
            </a:r>
            <a:r>
              <a:rPr lang="de-CH" sz="2100" dirty="0"/>
              <a:t> outside </a:t>
            </a:r>
            <a:r>
              <a:rPr lang="de-CH" sz="2100" dirty="0" err="1"/>
              <a:t>full</a:t>
            </a:r>
            <a:r>
              <a:rPr lang="de-CH" sz="2100" dirty="0"/>
              <a:t> BGP </a:t>
            </a:r>
            <a:r>
              <a:rPr lang="de-CH" sz="2100" dirty="0" err="1"/>
              <a:t>config</a:t>
            </a:r>
            <a:r>
              <a:rPr lang="de-CH" sz="2100" dirty="0"/>
              <a:t> </a:t>
            </a:r>
            <a:r>
              <a:rPr lang="de-CH" sz="2100" dirty="0" err="1"/>
              <a:t>models</a:t>
            </a:r>
            <a:r>
              <a:rPr lang="de-CH" sz="2100" dirty="0"/>
              <a:t>.</a:t>
            </a:r>
          </a:p>
          <a:p>
            <a:pPr marL="0" indent="0">
              <a:spcBef>
                <a:spcPts val="600"/>
              </a:spcBef>
              <a:spcAft>
                <a:spcPts val="600"/>
              </a:spcAft>
              <a:buNone/>
            </a:pPr>
            <a:r>
              <a:rPr lang="de-CH" sz="2100" dirty="0" err="1"/>
              <a:t>Used</a:t>
            </a:r>
            <a:r>
              <a:rPr lang="de-CH" sz="2100" dirty="0"/>
              <a:t> in peer-</a:t>
            </a:r>
            <a:r>
              <a:rPr lang="de-CH" sz="2100" dirty="0" err="1"/>
              <a:t>up</a:t>
            </a:r>
            <a:r>
              <a:rPr lang="de-CH" sz="2100" dirty="0"/>
              <a:t>-</a:t>
            </a:r>
            <a:r>
              <a:rPr lang="de-CH" sz="2100" dirty="0" err="1"/>
              <a:t>notification</a:t>
            </a:r>
            <a:r>
              <a:rPr lang="de-CH" sz="2100" dirty="0"/>
              <a:t>, </a:t>
            </a:r>
            <a:r>
              <a:rPr lang="de-CH" sz="2100" dirty="0" err="1"/>
              <a:t>capturing</a:t>
            </a:r>
            <a:r>
              <a:rPr lang="de-CH" sz="2100" dirty="0"/>
              <a:t> </a:t>
            </a:r>
            <a:r>
              <a:rPr lang="de-CH" sz="2100" dirty="0" err="1"/>
              <a:t>both</a:t>
            </a:r>
            <a:r>
              <a:rPr lang="de-CH" sz="2100" dirty="0"/>
              <a:t> </a:t>
            </a:r>
            <a:r>
              <a:rPr lang="de-CH" sz="2100" dirty="0" err="1"/>
              <a:t>sides</a:t>
            </a:r>
            <a:r>
              <a:rPr lang="de-CH" sz="2100" dirty="0"/>
              <a:t> </a:t>
            </a:r>
            <a:r>
              <a:rPr lang="de-CH" sz="2100" dirty="0" err="1"/>
              <a:t>of</a:t>
            </a:r>
            <a:r>
              <a:rPr lang="de-CH" sz="2100" dirty="0"/>
              <a:t> </a:t>
            </a:r>
            <a:r>
              <a:rPr lang="de-CH" sz="2100" dirty="0" err="1"/>
              <a:t>the</a:t>
            </a:r>
            <a:r>
              <a:rPr lang="de-CH" sz="2100" dirty="0"/>
              <a:t> </a:t>
            </a:r>
            <a:r>
              <a:rPr lang="de-CH" sz="2100" dirty="0" err="1"/>
              <a:t>negotiation</a:t>
            </a:r>
            <a:r>
              <a:rPr lang="de-CH" sz="2100" dirty="0"/>
              <a:t> </a:t>
            </a:r>
            <a:r>
              <a:rPr lang="de-CH" sz="2100" dirty="0" err="1"/>
              <a:t>with</a:t>
            </a:r>
            <a:r>
              <a:rPr lang="de-CH" sz="2100" dirty="0"/>
              <a:t> </a:t>
            </a:r>
            <a:r>
              <a:rPr lang="de-CH" sz="2100" b="1" dirty="0" err="1"/>
              <a:t>sent</a:t>
            </a:r>
            <a:r>
              <a:rPr lang="de-CH" sz="2100" b="1" dirty="0"/>
              <a:t>-open </a:t>
            </a:r>
            <a:r>
              <a:rPr lang="de-CH" sz="2100" dirty="0"/>
              <a:t>and </a:t>
            </a:r>
            <a:r>
              <a:rPr lang="de-CH" sz="2100" b="1" dirty="0" err="1"/>
              <a:t>received</a:t>
            </a:r>
            <a:r>
              <a:rPr lang="de-CH" sz="2100" b="1" dirty="0"/>
              <a:t>-open</a:t>
            </a:r>
            <a:r>
              <a:rPr lang="de-CH" sz="2100" dirty="0"/>
              <a:t>.</a:t>
            </a:r>
          </a:p>
          <a:p>
            <a:pPr marL="0" indent="0">
              <a:spcBef>
                <a:spcPts val="600"/>
              </a:spcBef>
              <a:spcAft>
                <a:spcPts val="600"/>
              </a:spcAft>
              <a:buNone/>
            </a:pPr>
            <a:endParaRPr lang="en-US" sz="2100" dirty="0"/>
          </a:p>
        </p:txBody>
      </p:sp>
      <p:sp>
        <p:nvSpPr>
          <p:cNvPr id="6" name="Slide Number Placeholder 1">
            <a:extLst>
              <a:ext uri="{FF2B5EF4-FFF2-40B4-BE49-F238E27FC236}">
                <a16:creationId xmlns:a16="http://schemas.microsoft.com/office/drawing/2014/main" id="{11EBCAA3-E888-A370-2B06-81E5787B03C5}"/>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7</a:t>
            </a:fld>
            <a:endParaRPr lang="en-US" sz="1400" dirty="0"/>
          </a:p>
        </p:txBody>
      </p:sp>
      <p:sp>
        <p:nvSpPr>
          <p:cNvPr id="5" name="TextBox 4">
            <a:extLst>
              <a:ext uri="{FF2B5EF4-FFF2-40B4-BE49-F238E27FC236}">
                <a16:creationId xmlns:a16="http://schemas.microsoft.com/office/drawing/2014/main" id="{ACF3B6D0-4561-839A-14B8-04636B057F64}"/>
              </a:ext>
            </a:extLst>
          </p:cNvPr>
          <p:cNvSpPr txBox="1"/>
          <p:nvPr/>
        </p:nvSpPr>
        <p:spPr>
          <a:xfrm>
            <a:off x="7628794" y="131238"/>
            <a:ext cx="4955092" cy="6555641"/>
          </a:xfrm>
          <a:prstGeom prst="rect">
            <a:avLst/>
          </a:prstGeom>
          <a:noFill/>
        </p:spPr>
        <p:txBody>
          <a:bodyPr wrap="square">
            <a:spAutoFit/>
          </a:bodyPr>
          <a:lstStyle/>
          <a:p>
            <a:r>
              <a:rPr lang="de-CH" sz="750" dirty="0" err="1">
                <a:latin typeface="Courier New" panose="02070309020205020404" pitchFamily="49" charset="0"/>
                <a:cs typeface="Courier New" panose="02070309020205020404" pitchFamily="49" charset="0"/>
              </a:rPr>
              <a:t>module</a:t>
            </a:r>
            <a:r>
              <a:rPr lang="de-CH" sz="750" dirty="0">
                <a:latin typeface="Courier New" panose="02070309020205020404" pitchFamily="49" charset="0"/>
                <a:cs typeface="Courier New" panose="02070309020205020404" pitchFamily="49" charset="0"/>
              </a:rPr>
              <a:t>: </a:t>
            </a:r>
            <a:r>
              <a:rPr lang="de-CH" sz="750" dirty="0" err="1">
                <a:latin typeface="Courier New" panose="02070309020205020404" pitchFamily="49" charset="0"/>
                <a:cs typeface="Courier New" panose="02070309020205020404" pitchFamily="49" charset="0"/>
              </a:rPr>
              <a:t>ietf</a:t>
            </a:r>
            <a:r>
              <a:rPr lang="de-CH" sz="750" dirty="0">
                <a:latin typeface="Courier New" panose="02070309020205020404" pitchFamily="49" charset="0"/>
                <a:cs typeface="Courier New" panose="02070309020205020404" pitchFamily="49" charset="0"/>
              </a:rPr>
              <a:t>-</a:t>
            </a:r>
            <a:r>
              <a:rPr lang="de-CH" sz="750" dirty="0" err="1">
                <a:latin typeface="Courier New" panose="02070309020205020404" pitchFamily="49" charset="0"/>
                <a:cs typeface="Courier New" panose="02070309020205020404" pitchFamily="49" charset="0"/>
              </a:rPr>
              <a:t>bmp</a:t>
            </a:r>
            <a:r>
              <a:rPr lang="de-CH" sz="750" dirty="0">
                <a:latin typeface="Courier New" panose="02070309020205020404" pitchFamily="49" charset="0"/>
                <a:cs typeface="Courier New" panose="02070309020205020404" pitchFamily="49" charset="0"/>
              </a:rPr>
              <a:t>-</a:t>
            </a:r>
            <a:r>
              <a:rPr lang="de-CH" sz="750" dirty="0" err="1">
                <a:latin typeface="Courier New" panose="02070309020205020404" pitchFamily="49" charset="0"/>
                <a:cs typeface="Courier New" panose="02070309020205020404" pitchFamily="49" charset="0"/>
              </a:rPr>
              <a:t>telemetry</a:t>
            </a:r>
            <a:r>
              <a:rPr lang="de-CH" sz="750" dirty="0">
                <a:latin typeface="Courier New" panose="02070309020205020404" pitchFamily="49" charset="0"/>
                <a:cs typeface="Courier New" panose="02070309020205020404" pitchFamily="49" charset="0"/>
              </a:rPr>
              <a:t>-message</a:t>
            </a:r>
          </a:p>
          <a:p>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a:t>
            </a:r>
            <a:r>
              <a:rPr lang="de-CH" sz="750" dirty="0" err="1">
                <a:latin typeface="Courier New" panose="02070309020205020404" pitchFamily="49" charset="0"/>
                <a:cs typeface="Courier New" panose="02070309020205020404" pitchFamily="49" charset="0"/>
              </a:rPr>
              <a:t>structure</a:t>
            </a:r>
            <a:r>
              <a:rPr lang="de-CH" sz="750" dirty="0">
                <a:latin typeface="Courier New" panose="02070309020205020404" pitchFamily="49" charset="0"/>
                <a:cs typeface="Courier New" panose="02070309020205020404" pitchFamily="49" charset="0"/>
              </a:rPr>
              <a:t> </a:t>
            </a:r>
            <a:r>
              <a:rPr lang="de-CH" sz="750" dirty="0" err="1">
                <a:latin typeface="Courier New" panose="02070309020205020404" pitchFamily="49" charset="0"/>
                <a:cs typeface="Courier New" panose="02070309020205020404" pitchFamily="49" charset="0"/>
              </a:rPr>
              <a:t>message</a:t>
            </a:r>
            <a:r>
              <a:rPr lang="de-CH" sz="750" dirty="0">
                <a:latin typeface="Courier New" panose="02070309020205020404" pitchFamily="49" charset="0"/>
                <a:cs typeface="Courier New" panose="02070309020205020404" pitchFamily="49" charset="0"/>
              </a:rPr>
              <a:t>:</a:t>
            </a:r>
          </a:p>
          <a:p>
            <a:r>
              <a:rPr lang="de-CH" sz="750" dirty="0">
                <a:latin typeface="Courier New" panose="02070309020205020404" pitchFamily="49" charset="0"/>
                <a:cs typeface="Courier New" panose="02070309020205020404" pitchFamily="49" charset="0"/>
              </a:rPr>
              <a:t>    +-- (</a:t>
            </a:r>
            <a:r>
              <a:rPr lang="de-CH" sz="750" dirty="0" err="1">
                <a:latin typeface="Courier New" panose="02070309020205020404" pitchFamily="49" charset="0"/>
                <a:cs typeface="Courier New" panose="02070309020205020404" pitchFamily="49" charset="0"/>
              </a:rPr>
              <a:t>message</a:t>
            </a:r>
            <a:r>
              <a:rPr lang="de-CH" sz="750" dirty="0">
                <a:latin typeface="Courier New" panose="02070309020205020404" pitchFamily="49" charset="0"/>
                <a:cs typeface="Courier New" panose="02070309020205020404" pitchFamily="49" charset="0"/>
              </a:rPr>
              <a:t>-type)?</a:t>
            </a:r>
          </a:p>
          <a:p>
            <a:r>
              <a:rPr lang="de-CH" sz="750" dirty="0">
                <a:latin typeface="Courier New" panose="02070309020205020404" pitchFamily="49" charset="0"/>
                <a:cs typeface="Courier New" panose="02070309020205020404" pitchFamily="49" charset="0"/>
              </a:rPr>
              <a:t>       +--:(peer-</a:t>
            </a:r>
            <a:r>
              <a:rPr lang="de-CH" sz="750" dirty="0" err="1">
                <a:latin typeface="Courier New" panose="02070309020205020404" pitchFamily="49" charset="0"/>
                <a:cs typeface="Courier New" panose="02070309020205020404" pitchFamily="49" charset="0"/>
              </a:rPr>
              <a:t>up</a:t>
            </a:r>
            <a:r>
              <a:rPr lang="de-CH" sz="750" dirty="0">
                <a:latin typeface="Courier New" panose="02070309020205020404" pitchFamily="49" charset="0"/>
                <a:cs typeface="Courier New" panose="02070309020205020404" pitchFamily="49" charset="0"/>
              </a:rPr>
              <a:t>-</a:t>
            </a:r>
            <a:r>
              <a:rPr lang="de-CH" sz="750" dirty="0" err="1">
                <a:latin typeface="Courier New" panose="02070309020205020404" pitchFamily="49" charset="0"/>
                <a:cs typeface="Courier New" panose="02070309020205020404" pitchFamily="49" charset="0"/>
              </a:rPr>
              <a:t>notification</a:t>
            </a:r>
            <a:r>
              <a:rPr lang="de-CH" sz="750" dirty="0">
                <a:latin typeface="Courier New" panose="02070309020205020404" pitchFamily="49" charset="0"/>
                <a:cs typeface="Courier New" panose="02070309020205020404" pitchFamily="49" charset="0"/>
              </a:rPr>
              <a:t>)</a:t>
            </a:r>
          </a:p>
          <a:p>
            <a:r>
              <a:rPr lang="de-CH" sz="750" dirty="0">
                <a:latin typeface="Courier New" panose="02070309020205020404" pitchFamily="49" charset="0"/>
                <a:cs typeface="Courier New" panose="02070309020205020404" pitchFamily="49" charset="0"/>
              </a:rPr>
              <a:t>       |  +-- peer-</a:t>
            </a:r>
            <a:r>
              <a:rPr lang="de-CH" sz="750" dirty="0" err="1">
                <a:latin typeface="Courier New" panose="02070309020205020404" pitchFamily="49" charset="0"/>
                <a:cs typeface="Courier New" panose="02070309020205020404" pitchFamily="49" charset="0"/>
              </a:rPr>
              <a:t>up</a:t>
            </a:r>
            <a:r>
              <a:rPr lang="de-CH" sz="750" dirty="0">
                <a:latin typeface="Courier New" panose="02070309020205020404" pitchFamily="49" charset="0"/>
                <a:cs typeface="Courier New" panose="02070309020205020404" pitchFamily="49" charset="0"/>
              </a:rPr>
              <a:t>-</a:t>
            </a:r>
            <a:r>
              <a:rPr lang="de-CH" sz="750" dirty="0" err="1">
                <a:latin typeface="Courier New" panose="02070309020205020404" pitchFamily="49" charset="0"/>
                <a:cs typeface="Courier New" panose="02070309020205020404" pitchFamily="49" charset="0"/>
              </a:rPr>
              <a:t>notification</a:t>
            </a:r>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     +-- peer-type             </a:t>
            </a:r>
            <a:r>
              <a:rPr lang="de-CH" sz="750" dirty="0" err="1">
                <a:latin typeface="Courier New" panose="02070309020205020404" pitchFamily="49" charset="0"/>
                <a:cs typeface="Courier New" panose="02070309020205020404" pitchFamily="49" charset="0"/>
              </a:rPr>
              <a:t>peer-type</a:t>
            </a:r>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     +-- peer-</a:t>
            </a:r>
            <a:r>
              <a:rPr lang="de-CH" sz="750" dirty="0" err="1">
                <a:latin typeface="Courier New" panose="02070309020205020404" pitchFamily="49" charset="0"/>
                <a:cs typeface="Courier New" panose="02070309020205020404" pitchFamily="49" charset="0"/>
              </a:rPr>
              <a:t>flags</a:t>
            </a:r>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     |  +-- ipv6-peer?        </a:t>
            </a:r>
            <a:r>
              <a:rPr lang="de-CH" sz="750" dirty="0" err="1">
                <a:latin typeface="Courier New" panose="02070309020205020404" pitchFamily="49" charset="0"/>
                <a:cs typeface="Courier New" panose="02070309020205020404" pitchFamily="49" charset="0"/>
              </a:rPr>
              <a:t>boolean</a:t>
            </a:r>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     |  +-- post-</a:t>
            </a:r>
            <a:r>
              <a:rPr lang="de-CH" sz="750" dirty="0" err="1">
                <a:latin typeface="Courier New" panose="02070309020205020404" pitchFamily="49" charset="0"/>
                <a:cs typeface="Courier New" panose="02070309020205020404" pitchFamily="49" charset="0"/>
              </a:rPr>
              <a:t>policy</a:t>
            </a:r>
            <a:r>
              <a:rPr lang="de-CH" sz="750" dirty="0">
                <a:latin typeface="Courier New" panose="02070309020205020404" pitchFamily="49" charset="0"/>
                <a:cs typeface="Courier New" panose="02070309020205020404" pitchFamily="49" charset="0"/>
              </a:rPr>
              <a:t>?      </a:t>
            </a:r>
            <a:r>
              <a:rPr lang="de-CH" sz="750" dirty="0" err="1">
                <a:latin typeface="Courier New" panose="02070309020205020404" pitchFamily="49" charset="0"/>
                <a:cs typeface="Courier New" panose="02070309020205020404" pitchFamily="49" charset="0"/>
              </a:rPr>
              <a:t>boolean</a:t>
            </a:r>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     |  +-- legacy-</a:t>
            </a:r>
            <a:r>
              <a:rPr lang="de-CH" sz="750" dirty="0" err="1">
                <a:latin typeface="Courier New" panose="02070309020205020404" pitchFamily="49" charset="0"/>
                <a:cs typeface="Courier New" panose="02070309020205020404" pitchFamily="49" charset="0"/>
              </a:rPr>
              <a:t>as</a:t>
            </a:r>
            <a:r>
              <a:rPr lang="de-CH" sz="750" dirty="0">
                <a:latin typeface="Courier New" panose="02070309020205020404" pitchFamily="49" charset="0"/>
                <a:cs typeface="Courier New" panose="02070309020205020404" pitchFamily="49" charset="0"/>
              </a:rPr>
              <a:t>-</a:t>
            </a:r>
            <a:r>
              <a:rPr lang="de-CH" sz="750" dirty="0" err="1">
                <a:latin typeface="Courier New" panose="02070309020205020404" pitchFamily="49" charset="0"/>
                <a:cs typeface="Courier New" panose="02070309020205020404" pitchFamily="49" charset="0"/>
              </a:rPr>
              <a:t>path</a:t>
            </a:r>
            <a:r>
              <a:rPr lang="de-CH" sz="750" dirty="0">
                <a:latin typeface="Courier New" panose="02070309020205020404" pitchFamily="49" charset="0"/>
                <a:cs typeface="Courier New" panose="02070309020205020404" pitchFamily="49" charset="0"/>
              </a:rPr>
              <a:t>?   </a:t>
            </a:r>
            <a:r>
              <a:rPr lang="de-CH" sz="750" dirty="0" err="1">
                <a:latin typeface="Courier New" panose="02070309020205020404" pitchFamily="49" charset="0"/>
                <a:cs typeface="Courier New" panose="02070309020205020404" pitchFamily="49" charset="0"/>
              </a:rPr>
              <a:t>boolean</a:t>
            </a:r>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     |  +-- </a:t>
            </a:r>
            <a:r>
              <a:rPr lang="de-CH" sz="750" dirty="0" err="1">
                <a:latin typeface="Courier New" panose="02070309020205020404" pitchFamily="49" charset="0"/>
                <a:cs typeface="Courier New" panose="02070309020205020404" pitchFamily="49" charset="0"/>
              </a:rPr>
              <a:t>adj</a:t>
            </a:r>
            <a:r>
              <a:rPr lang="de-CH" sz="750" dirty="0">
                <a:latin typeface="Courier New" panose="02070309020205020404" pitchFamily="49" charset="0"/>
                <a:cs typeface="Courier New" panose="02070309020205020404" pitchFamily="49" charset="0"/>
              </a:rPr>
              <a:t>-</a:t>
            </a:r>
            <a:r>
              <a:rPr lang="de-CH" sz="750" dirty="0" err="1">
                <a:latin typeface="Courier New" panose="02070309020205020404" pitchFamily="49" charset="0"/>
                <a:cs typeface="Courier New" panose="02070309020205020404" pitchFamily="49" charset="0"/>
              </a:rPr>
              <a:t>rib</a:t>
            </a:r>
            <a:r>
              <a:rPr lang="de-CH" sz="750" dirty="0">
                <a:latin typeface="Courier New" panose="02070309020205020404" pitchFamily="49" charset="0"/>
                <a:cs typeface="Courier New" panose="02070309020205020404" pitchFamily="49" charset="0"/>
              </a:rPr>
              <a:t>-out?      </a:t>
            </a:r>
            <a:r>
              <a:rPr lang="de-CH" sz="750" dirty="0" err="1">
                <a:latin typeface="Courier New" panose="02070309020205020404" pitchFamily="49" charset="0"/>
                <a:cs typeface="Courier New" panose="02070309020205020404" pitchFamily="49" charset="0"/>
              </a:rPr>
              <a:t>boolean</a:t>
            </a:r>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     |  +-- </a:t>
            </a:r>
            <a:r>
              <a:rPr lang="de-CH" sz="750" dirty="0" err="1">
                <a:latin typeface="Courier New" panose="02070309020205020404" pitchFamily="49" charset="0"/>
                <a:cs typeface="Courier New" panose="02070309020205020404" pitchFamily="49" charset="0"/>
              </a:rPr>
              <a:t>filtered</a:t>
            </a:r>
            <a:r>
              <a:rPr lang="de-CH" sz="750" dirty="0">
                <a:latin typeface="Courier New" panose="02070309020205020404" pitchFamily="49" charset="0"/>
                <a:cs typeface="Courier New" panose="02070309020205020404" pitchFamily="49" charset="0"/>
              </a:rPr>
              <a:t>?         </a:t>
            </a:r>
            <a:r>
              <a:rPr lang="de-CH" sz="750" dirty="0" err="1">
                <a:latin typeface="Courier New" panose="02070309020205020404" pitchFamily="49" charset="0"/>
                <a:cs typeface="Courier New" panose="02070309020205020404" pitchFamily="49" charset="0"/>
              </a:rPr>
              <a:t>boolean</a:t>
            </a:r>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     +-- peer-</a:t>
            </a:r>
            <a:r>
              <a:rPr lang="de-CH" sz="750" dirty="0" err="1">
                <a:latin typeface="Courier New" panose="02070309020205020404" pitchFamily="49" charset="0"/>
                <a:cs typeface="Courier New" panose="02070309020205020404" pitchFamily="49" charset="0"/>
              </a:rPr>
              <a:t>distinguisher</a:t>
            </a:r>
            <a:r>
              <a:rPr lang="de-CH" sz="750" dirty="0">
                <a:latin typeface="Courier New" panose="02070309020205020404" pitchFamily="49" charset="0"/>
                <a:cs typeface="Courier New" panose="02070309020205020404" pitchFamily="49" charset="0"/>
              </a:rPr>
              <a:t>    </a:t>
            </a:r>
            <a:r>
              <a:rPr lang="de-CH" sz="750" dirty="0" err="1">
                <a:latin typeface="Courier New" panose="02070309020205020404" pitchFamily="49" charset="0"/>
                <a:cs typeface="Courier New" panose="02070309020205020404" pitchFamily="49" charset="0"/>
              </a:rPr>
              <a:t>rt-types:route-distinguisher</a:t>
            </a:r>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     +-- peer-</a:t>
            </a:r>
            <a:r>
              <a:rPr lang="de-CH" sz="750" dirty="0" err="1">
                <a:latin typeface="Courier New" panose="02070309020205020404" pitchFamily="49" charset="0"/>
                <a:cs typeface="Courier New" panose="02070309020205020404" pitchFamily="49" charset="0"/>
              </a:rPr>
              <a:t>address</a:t>
            </a:r>
            <a:r>
              <a:rPr lang="de-CH" sz="750" dirty="0">
                <a:latin typeface="Courier New" panose="02070309020205020404" pitchFamily="49" charset="0"/>
                <a:cs typeface="Courier New" panose="02070309020205020404" pitchFamily="49" charset="0"/>
              </a:rPr>
              <a:t>          </a:t>
            </a:r>
            <a:r>
              <a:rPr lang="de-CH" sz="750" dirty="0" err="1">
                <a:latin typeface="Courier New" panose="02070309020205020404" pitchFamily="49" charset="0"/>
                <a:cs typeface="Courier New" panose="02070309020205020404" pitchFamily="49" charset="0"/>
              </a:rPr>
              <a:t>inet:ip-address</a:t>
            </a:r>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     +-- peer-</a:t>
            </a:r>
            <a:r>
              <a:rPr lang="de-CH" sz="750" dirty="0" err="1">
                <a:latin typeface="Courier New" panose="02070309020205020404" pitchFamily="49" charset="0"/>
                <a:cs typeface="Courier New" panose="02070309020205020404" pitchFamily="49" charset="0"/>
              </a:rPr>
              <a:t>as</a:t>
            </a:r>
            <a:r>
              <a:rPr lang="de-CH" sz="750" dirty="0">
                <a:latin typeface="Courier New" panose="02070309020205020404" pitchFamily="49" charset="0"/>
                <a:cs typeface="Courier New" panose="02070309020205020404" pitchFamily="49" charset="0"/>
              </a:rPr>
              <a:t>               uint32</a:t>
            </a:r>
          </a:p>
          <a:p>
            <a:r>
              <a:rPr lang="de-CH" sz="750" dirty="0">
                <a:latin typeface="Courier New" panose="02070309020205020404" pitchFamily="49" charset="0"/>
                <a:cs typeface="Courier New" panose="02070309020205020404" pitchFamily="49" charset="0"/>
              </a:rPr>
              <a:t>       |     +-- peer-</a:t>
            </a:r>
            <a:r>
              <a:rPr lang="de-CH" sz="750" dirty="0" err="1">
                <a:latin typeface="Courier New" panose="02070309020205020404" pitchFamily="49" charset="0"/>
                <a:cs typeface="Courier New" panose="02070309020205020404" pitchFamily="49" charset="0"/>
              </a:rPr>
              <a:t>bgp</a:t>
            </a:r>
            <a:r>
              <a:rPr lang="de-CH" sz="750" dirty="0">
                <a:latin typeface="Courier New" panose="02070309020205020404" pitchFamily="49" charset="0"/>
                <a:cs typeface="Courier New" panose="02070309020205020404" pitchFamily="49" charset="0"/>
              </a:rPr>
              <a:t>-</a:t>
            </a:r>
            <a:r>
              <a:rPr lang="de-CH" sz="750" dirty="0" err="1">
                <a:latin typeface="Courier New" panose="02070309020205020404" pitchFamily="49" charset="0"/>
                <a:cs typeface="Courier New" panose="02070309020205020404" pitchFamily="49" charset="0"/>
              </a:rPr>
              <a:t>id</a:t>
            </a:r>
            <a:r>
              <a:rPr lang="de-CH" sz="750" dirty="0">
                <a:latin typeface="Courier New" panose="02070309020205020404" pitchFamily="49" charset="0"/>
                <a:cs typeface="Courier New" panose="02070309020205020404" pitchFamily="49" charset="0"/>
              </a:rPr>
              <a:t>           inet:ipv4-address</a:t>
            </a:r>
          </a:p>
          <a:p>
            <a:r>
              <a:rPr lang="de-CH" sz="750" dirty="0">
                <a:latin typeface="Courier New" panose="02070309020205020404" pitchFamily="49" charset="0"/>
                <a:cs typeface="Courier New" panose="02070309020205020404" pitchFamily="49" charset="0"/>
              </a:rPr>
              <a:t>       |     +-- </a:t>
            </a:r>
            <a:r>
              <a:rPr lang="de-CH" sz="750" dirty="0" err="1">
                <a:latin typeface="Courier New" panose="02070309020205020404" pitchFamily="49" charset="0"/>
                <a:cs typeface="Courier New" panose="02070309020205020404" pitchFamily="49" charset="0"/>
              </a:rPr>
              <a:t>timestamp</a:t>
            </a:r>
            <a:r>
              <a:rPr lang="de-CH" sz="750" dirty="0">
                <a:latin typeface="Courier New" panose="02070309020205020404" pitchFamily="49" charset="0"/>
                <a:cs typeface="Courier New" panose="02070309020205020404" pitchFamily="49" charset="0"/>
              </a:rPr>
              <a:t>?            </a:t>
            </a:r>
            <a:r>
              <a:rPr lang="de-CH" sz="750" dirty="0" err="1">
                <a:latin typeface="Courier New" panose="02070309020205020404" pitchFamily="49" charset="0"/>
                <a:cs typeface="Courier New" panose="02070309020205020404" pitchFamily="49" charset="0"/>
              </a:rPr>
              <a:t>yang:date-and-time</a:t>
            </a:r>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     +-- </a:t>
            </a:r>
            <a:r>
              <a:rPr lang="de-CH" sz="750" dirty="0" err="1">
                <a:latin typeface="Courier New" panose="02070309020205020404" pitchFamily="49" charset="0"/>
                <a:cs typeface="Courier New" panose="02070309020205020404" pitchFamily="49" charset="0"/>
              </a:rPr>
              <a:t>local-address</a:t>
            </a:r>
            <a:r>
              <a:rPr lang="de-CH" sz="750" dirty="0">
                <a:latin typeface="Courier New" panose="02070309020205020404" pitchFamily="49" charset="0"/>
                <a:cs typeface="Courier New" panose="02070309020205020404" pitchFamily="49" charset="0"/>
              </a:rPr>
              <a:t>?        </a:t>
            </a:r>
            <a:r>
              <a:rPr lang="de-CH" sz="750" dirty="0" err="1">
                <a:latin typeface="Courier New" panose="02070309020205020404" pitchFamily="49" charset="0"/>
                <a:cs typeface="Courier New" panose="02070309020205020404" pitchFamily="49" charset="0"/>
              </a:rPr>
              <a:t>inet:ip-address</a:t>
            </a:r>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     +-- </a:t>
            </a:r>
            <a:r>
              <a:rPr lang="de-CH" sz="750" dirty="0" err="1">
                <a:latin typeface="Courier New" panose="02070309020205020404" pitchFamily="49" charset="0"/>
                <a:cs typeface="Courier New" panose="02070309020205020404" pitchFamily="49" charset="0"/>
              </a:rPr>
              <a:t>local-port</a:t>
            </a:r>
            <a:r>
              <a:rPr lang="de-CH" sz="750" dirty="0">
                <a:latin typeface="Courier New" panose="02070309020205020404" pitchFamily="49" charset="0"/>
                <a:cs typeface="Courier New" panose="02070309020205020404" pitchFamily="49" charset="0"/>
              </a:rPr>
              <a:t>?           </a:t>
            </a:r>
            <a:r>
              <a:rPr lang="de-CH" sz="750" dirty="0" err="1">
                <a:latin typeface="Courier New" panose="02070309020205020404" pitchFamily="49" charset="0"/>
                <a:cs typeface="Courier New" panose="02070309020205020404" pitchFamily="49" charset="0"/>
              </a:rPr>
              <a:t>inet:port-number</a:t>
            </a:r>
            <a:endParaRPr lang="de-CH" sz="750" dirty="0">
              <a:latin typeface="Courier New" panose="02070309020205020404" pitchFamily="49" charset="0"/>
              <a:cs typeface="Courier New" panose="02070309020205020404" pitchFamily="49" charset="0"/>
            </a:endParaRPr>
          </a:p>
          <a:p>
            <a:r>
              <a:rPr lang="de-CH" sz="750" dirty="0">
                <a:latin typeface="Courier New" panose="02070309020205020404" pitchFamily="49" charset="0"/>
                <a:cs typeface="Courier New" panose="02070309020205020404" pitchFamily="49" charset="0"/>
              </a:rPr>
              <a:t>       |     +-- remote-</a:t>
            </a:r>
            <a:r>
              <a:rPr lang="de-CH" sz="750" dirty="0" err="1">
                <a:latin typeface="Courier New" panose="02070309020205020404" pitchFamily="49" charset="0"/>
                <a:cs typeface="Courier New" panose="02070309020205020404" pitchFamily="49" charset="0"/>
              </a:rPr>
              <a:t>port</a:t>
            </a:r>
            <a:r>
              <a:rPr lang="de-CH" sz="750" dirty="0">
                <a:latin typeface="Courier New" panose="02070309020205020404" pitchFamily="49" charset="0"/>
                <a:cs typeface="Courier New" panose="02070309020205020404" pitchFamily="49" charset="0"/>
              </a:rPr>
              <a:t>?          </a:t>
            </a:r>
            <a:r>
              <a:rPr lang="de-CH" sz="750" dirty="0" err="1">
                <a:latin typeface="Courier New" panose="02070309020205020404" pitchFamily="49" charset="0"/>
                <a:cs typeface="Courier New" panose="02070309020205020404" pitchFamily="49" charset="0"/>
              </a:rPr>
              <a:t>inet:port-number</a:t>
            </a:r>
            <a:endParaRPr lang="de-CH" sz="750" dirty="0">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a:t>
            </a:r>
            <a:r>
              <a:rPr lang="de-CH" sz="750" dirty="0" err="1">
                <a:highlight>
                  <a:srgbClr val="FFFF00"/>
                </a:highlight>
                <a:latin typeface="Courier New" panose="02070309020205020404" pitchFamily="49" charset="0"/>
                <a:cs typeface="Courier New" panose="02070309020205020404" pitchFamily="49" charset="0"/>
              </a:rPr>
              <a:t>sent</a:t>
            </a:r>
            <a:r>
              <a:rPr lang="de-CH" sz="750" dirty="0">
                <a:highlight>
                  <a:srgbClr val="FFFF00"/>
                </a:highlight>
                <a:latin typeface="Courier New" panose="02070309020205020404" pitchFamily="49" charset="0"/>
                <a:cs typeface="Courier New" panose="02070309020205020404" pitchFamily="49" charset="0"/>
              </a:rPr>
              <a:t>-open</a:t>
            </a: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version</a:t>
            </a:r>
            <a:r>
              <a:rPr lang="de-CH" sz="750" dirty="0">
                <a:highlight>
                  <a:srgbClr val="FFFF00"/>
                </a:highlight>
                <a:latin typeface="Courier New" panose="02070309020205020404" pitchFamily="49" charset="0"/>
                <a:cs typeface="Courier New" panose="02070309020205020404" pitchFamily="49" charset="0"/>
              </a:rPr>
              <a:t>           uint8</a:t>
            </a: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my-as</a:t>
            </a:r>
            <a:r>
              <a:rPr lang="de-CH" sz="750" dirty="0">
                <a:highlight>
                  <a:srgbClr val="FFFF00"/>
                </a:highlight>
                <a:latin typeface="Courier New" panose="02070309020205020404" pitchFamily="49" charset="0"/>
                <a:cs typeface="Courier New" panose="02070309020205020404" pitchFamily="49" charset="0"/>
              </a:rPr>
              <a:t>             uint32</a:t>
            </a:r>
          </a:p>
          <a:p>
            <a:r>
              <a:rPr lang="de-CH" sz="750" dirty="0">
                <a:highlight>
                  <a:srgbClr val="FFFF00"/>
                </a:highlight>
                <a:latin typeface="Courier New" panose="02070309020205020404" pitchFamily="49" charset="0"/>
                <a:cs typeface="Courier New" panose="02070309020205020404" pitchFamily="49" charset="0"/>
              </a:rPr>
              <a:t>       |     |  +-- hold-time         uint16</a:t>
            </a: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bgp-identifier</a:t>
            </a:r>
            <a:r>
              <a:rPr lang="de-CH" sz="750" dirty="0">
                <a:highlight>
                  <a:srgbClr val="FFFF00"/>
                </a:highlight>
                <a:latin typeface="Courier New" panose="02070309020205020404" pitchFamily="49" charset="0"/>
                <a:cs typeface="Courier New" panose="02070309020205020404" pitchFamily="49" charset="0"/>
              </a:rPr>
              <a:t>    inet:ipv4-address</a:t>
            </a: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capabilities</a:t>
            </a:r>
            <a:r>
              <a:rPr lang="de-CH" sz="750" dirty="0">
                <a:highlight>
                  <a:srgbClr val="FFFF00"/>
                </a:highlight>
                <a:latin typeface="Courier New" panose="02070309020205020404" pitchFamily="49" charset="0"/>
                <a:cs typeface="Courier New" panose="02070309020205020404" pitchFamily="49" charset="0"/>
              </a:rPr>
              <a:t>* [code </a:t>
            </a:r>
            <a:r>
              <a:rPr lang="de-CH" sz="750" dirty="0" err="1">
                <a:highlight>
                  <a:srgbClr val="FFFF00"/>
                </a:highlight>
                <a:latin typeface="Courier New" panose="02070309020205020404" pitchFamily="49" charset="0"/>
                <a:cs typeface="Courier New" panose="02070309020205020404" pitchFamily="49" charset="0"/>
              </a:rPr>
              <a:t>index</a:t>
            </a:r>
            <a:r>
              <a:rPr lang="de-CH" sz="750" dirty="0">
                <a:highlight>
                  <a:srgbClr val="FFFF00"/>
                </a:highlight>
                <a:latin typeface="Courier New" panose="02070309020205020404" pitchFamily="49" charset="0"/>
                <a:cs typeface="Courier New" panose="02070309020205020404" pitchFamily="49" charset="0"/>
              </a:rPr>
              <a:t>]</a:t>
            </a:r>
          </a:p>
          <a:p>
            <a:r>
              <a:rPr lang="de-CH" sz="750" dirty="0">
                <a:highlight>
                  <a:srgbClr val="FFFF00"/>
                </a:highlight>
                <a:latin typeface="Courier New" panose="02070309020205020404" pitchFamily="49" charset="0"/>
                <a:cs typeface="Courier New" panose="02070309020205020404" pitchFamily="49" charset="0"/>
              </a:rPr>
              <a:t>       |     |     +-- code     uint8</a:t>
            </a: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index</a:t>
            </a:r>
            <a:r>
              <a:rPr lang="de-CH" sz="750" dirty="0">
                <a:highlight>
                  <a:srgbClr val="FFFF00"/>
                </a:highlight>
                <a:latin typeface="Courier New" panose="02070309020205020404" pitchFamily="49" charset="0"/>
                <a:cs typeface="Courier New" panose="02070309020205020404" pitchFamily="49" charset="0"/>
              </a:rPr>
              <a:t>    uint8</a:t>
            </a: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name</a:t>
            </a:r>
            <a:r>
              <a:rPr lang="de-CH" sz="750" dirty="0">
                <a:highlight>
                  <a:srgbClr val="FFFF00"/>
                </a:highlight>
                <a:latin typeface="Courier New" panose="02070309020205020404" pitchFamily="49" charset="0"/>
                <a:cs typeface="Courier New" panose="02070309020205020404" pitchFamily="49" charset="0"/>
              </a:rPr>
              <a:t>?    </a:t>
            </a:r>
            <a:r>
              <a:rPr lang="de-CH" sz="750" dirty="0" err="1">
                <a:highlight>
                  <a:srgbClr val="FFFF00"/>
                </a:highlight>
                <a:latin typeface="Courier New" panose="02070309020205020404" pitchFamily="49" charset="0"/>
                <a:cs typeface="Courier New" panose="02070309020205020404" pitchFamily="49" charset="0"/>
              </a:rPr>
              <a:t>identityref</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value</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mpbgp</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afi</a:t>
            </a:r>
            <a:r>
              <a:rPr lang="de-CH" sz="750" dirty="0">
                <a:highlight>
                  <a:srgbClr val="FFFF00"/>
                </a:highlight>
                <a:latin typeface="Courier New" panose="02070309020205020404" pitchFamily="49" charset="0"/>
                <a:cs typeface="Courier New" panose="02070309020205020404" pitchFamily="49" charset="0"/>
              </a:rPr>
              <a:t>?    </a:t>
            </a:r>
            <a:r>
              <a:rPr lang="de-CH" sz="750" dirty="0" err="1">
                <a:highlight>
                  <a:srgbClr val="FFFF00"/>
                </a:highlight>
                <a:latin typeface="Courier New" panose="02070309020205020404" pitchFamily="49" charset="0"/>
                <a:cs typeface="Courier New" panose="02070309020205020404" pitchFamily="49" charset="0"/>
              </a:rPr>
              <a:t>iana-rt-types:address-family</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safi</a:t>
            </a:r>
            <a:r>
              <a:rPr lang="de-CH" sz="750" dirty="0">
                <a:highlight>
                  <a:srgbClr val="FFFF00"/>
                </a:highlight>
                <a:latin typeface="Courier New" panose="02070309020205020404" pitchFamily="49" charset="0"/>
                <a:cs typeface="Courier New" panose="02070309020205020404" pitchFamily="49" charset="0"/>
              </a:rPr>
              <a:t>?   </a:t>
            </a:r>
            <a:r>
              <a:rPr lang="de-CH" sz="750" dirty="0" err="1">
                <a:highlight>
                  <a:srgbClr val="FFFF00"/>
                </a:highlight>
                <a:latin typeface="Courier New" panose="02070309020205020404" pitchFamily="49" charset="0"/>
                <a:cs typeface="Courier New" panose="02070309020205020404" pitchFamily="49" charset="0"/>
              </a:rPr>
              <a:t>iana-rt-types:bgp-safi</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name</a:t>
            </a:r>
            <a:r>
              <a:rPr lang="de-CH" sz="750" dirty="0">
                <a:highlight>
                  <a:srgbClr val="FFFF00"/>
                </a:highlight>
                <a:latin typeface="Courier New" panose="02070309020205020404" pitchFamily="49" charset="0"/>
                <a:cs typeface="Courier New" panose="02070309020205020404" pitchFamily="49" charset="0"/>
              </a:rPr>
              <a:t>?   </a:t>
            </a:r>
            <a:r>
              <a:rPr lang="de-CH" sz="750" dirty="0" err="1">
                <a:highlight>
                  <a:srgbClr val="FFFF00"/>
                </a:highlight>
                <a:latin typeface="Courier New" panose="02070309020205020404" pitchFamily="49" charset="0"/>
                <a:cs typeface="Courier New" panose="02070309020205020404" pitchFamily="49" charset="0"/>
              </a:rPr>
              <a:t>identityref</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graceful-restart</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flags</a:t>
            </a:r>
            <a:r>
              <a:rPr lang="de-CH" sz="750" dirty="0">
                <a:highlight>
                  <a:srgbClr val="FFFF00"/>
                </a:highlight>
                <a:latin typeface="Courier New" panose="02070309020205020404" pitchFamily="49" charset="0"/>
                <a:cs typeface="Courier New" panose="02070309020205020404" pitchFamily="49" charset="0"/>
              </a:rPr>
              <a:t>?</a:t>
            </a: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bt:graceful-restart-flags</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unknown-flags</a:t>
            </a:r>
            <a:r>
              <a:rPr lang="de-CH" sz="750" dirty="0">
                <a:highlight>
                  <a:srgbClr val="FFFF00"/>
                </a:highlight>
                <a:latin typeface="Courier New" panose="02070309020205020404" pitchFamily="49" charset="0"/>
                <a:cs typeface="Courier New" panose="02070309020205020404" pitchFamily="49" charset="0"/>
              </a:rPr>
              <a:t>?   </a:t>
            </a:r>
            <a:r>
              <a:rPr lang="de-CH" sz="750" dirty="0" err="1">
                <a:highlight>
                  <a:srgbClr val="FFFF00"/>
                </a:highlight>
                <a:latin typeface="Courier New" panose="02070309020205020404" pitchFamily="49" charset="0"/>
                <a:cs typeface="Courier New" panose="02070309020205020404" pitchFamily="49" charset="0"/>
              </a:rPr>
              <a:t>bits</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 restart-time?</a:t>
            </a: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bt:graceful-restart-time-type</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afi-safis</a:t>
            </a:r>
            <a:r>
              <a:rPr lang="de-CH" sz="750" dirty="0">
                <a:highlight>
                  <a:srgbClr val="FFFF00"/>
                </a:highlight>
                <a:latin typeface="Courier New" panose="02070309020205020404" pitchFamily="49" charset="0"/>
                <a:cs typeface="Courier New" panose="02070309020205020404" pitchFamily="49" charset="0"/>
              </a:rPr>
              <a:t>*</a:t>
            </a: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afi</a:t>
            </a:r>
            <a:r>
              <a:rPr lang="de-CH" sz="750" dirty="0">
                <a:highlight>
                  <a:srgbClr val="FFFF00"/>
                </a:highlight>
                <a:latin typeface="Courier New" panose="02070309020205020404" pitchFamily="49" charset="0"/>
                <a:cs typeface="Courier New" panose="02070309020205020404" pitchFamily="49" charset="0"/>
              </a:rPr>
              <a:t>?</a:t>
            </a: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iana-rt-types:address-family</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safi</a:t>
            </a:r>
            <a:r>
              <a:rPr lang="de-CH" sz="750" dirty="0">
                <a:highlight>
                  <a:srgbClr val="FFFF00"/>
                </a:highlight>
                <a:latin typeface="Courier New" panose="02070309020205020404" pitchFamily="49" charset="0"/>
                <a:cs typeface="Courier New" panose="02070309020205020404" pitchFamily="49" charset="0"/>
              </a:rPr>
              <a:t>?</a:t>
            </a: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iana-rt-types:bgp-safi</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afi-safi-flags</a:t>
            </a:r>
            <a:r>
              <a:rPr lang="de-CH" sz="750" dirty="0">
                <a:highlight>
                  <a:srgbClr val="FFFF00"/>
                </a:highlight>
                <a:latin typeface="Courier New" panose="02070309020205020404" pitchFamily="49" charset="0"/>
                <a:cs typeface="Courier New" panose="02070309020205020404" pitchFamily="49" charset="0"/>
              </a:rPr>
              <a:t>?</a:t>
            </a: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bt:graceful-restart-flags-for-afi</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afi-safi-unknown-flags</a:t>
            </a:r>
            <a:r>
              <a:rPr lang="de-CH" sz="750" dirty="0">
                <a:highlight>
                  <a:srgbClr val="FFFF00"/>
                </a:highlight>
                <a:latin typeface="Courier New" panose="02070309020205020404" pitchFamily="49" charset="0"/>
                <a:cs typeface="Courier New" panose="02070309020205020404" pitchFamily="49" charset="0"/>
              </a:rPr>
              <a:t>?   </a:t>
            </a:r>
            <a:r>
              <a:rPr lang="de-CH" sz="750" dirty="0" err="1">
                <a:highlight>
                  <a:srgbClr val="FFFF00"/>
                </a:highlight>
                <a:latin typeface="Courier New" panose="02070309020205020404" pitchFamily="49" charset="0"/>
                <a:cs typeface="Courier New" panose="02070309020205020404" pitchFamily="49" charset="0"/>
              </a:rPr>
              <a:t>bits</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asn32</a:t>
            </a:r>
          </a:p>
          <a:p>
            <a:r>
              <a:rPr lang="de-CH" sz="750" dirty="0">
                <a:highlight>
                  <a:srgbClr val="FFFF00"/>
                </a:highlight>
                <a:latin typeface="Courier New" panose="02070309020205020404" pitchFamily="49" charset="0"/>
                <a:cs typeface="Courier New" panose="02070309020205020404" pitchFamily="49" charset="0"/>
              </a:rPr>
              <a:t>       |     |        |  +-- </a:t>
            </a:r>
            <a:r>
              <a:rPr lang="de-CH" sz="750" dirty="0" err="1">
                <a:highlight>
                  <a:srgbClr val="FFFF00"/>
                </a:highlight>
                <a:latin typeface="Courier New" panose="02070309020205020404" pitchFamily="49" charset="0"/>
                <a:cs typeface="Courier New" panose="02070309020205020404" pitchFamily="49" charset="0"/>
              </a:rPr>
              <a:t>as</a:t>
            </a:r>
            <a:r>
              <a:rPr lang="de-CH" sz="750" dirty="0">
                <a:highlight>
                  <a:srgbClr val="FFFF00"/>
                </a:highlight>
                <a:latin typeface="Courier New" panose="02070309020205020404" pitchFamily="49" charset="0"/>
                <a:cs typeface="Courier New" panose="02070309020205020404" pitchFamily="49" charset="0"/>
              </a:rPr>
              <a:t>?   </a:t>
            </a:r>
            <a:r>
              <a:rPr lang="de-CH" sz="750" dirty="0" err="1">
                <a:highlight>
                  <a:srgbClr val="FFFF00"/>
                </a:highlight>
                <a:latin typeface="Courier New" panose="02070309020205020404" pitchFamily="49" charset="0"/>
                <a:cs typeface="Courier New" panose="02070309020205020404" pitchFamily="49" charset="0"/>
              </a:rPr>
              <a:t>inet:as-number</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add-paths</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afi-safis</a:t>
            </a:r>
            <a:r>
              <a:rPr lang="de-CH" sz="750" dirty="0">
                <a:highlight>
                  <a:srgbClr val="FFFF00"/>
                </a:highlight>
                <a:latin typeface="Courier New" panose="02070309020205020404" pitchFamily="49" charset="0"/>
                <a:cs typeface="Courier New" panose="02070309020205020404" pitchFamily="49" charset="0"/>
              </a:rPr>
              <a:t>*</a:t>
            </a: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afi</a:t>
            </a:r>
            <a:r>
              <a:rPr lang="de-CH" sz="750" dirty="0">
                <a:highlight>
                  <a:srgbClr val="FFFF00"/>
                </a:highlight>
                <a:latin typeface="Courier New" panose="02070309020205020404" pitchFamily="49" charset="0"/>
                <a:cs typeface="Courier New" panose="02070309020205020404" pitchFamily="49" charset="0"/>
              </a:rPr>
              <a:t>?    </a:t>
            </a:r>
            <a:r>
              <a:rPr lang="de-CH" sz="750" dirty="0" err="1">
                <a:highlight>
                  <a:srgbClr val="FFFF00"/>
                </a:highlight>
                <a:latin typeface="Courier New" panose="02070309020205020404" pitchFamily="49" charset="0"/>
                <a:cs typeface="Courier New" panose="02070309020205020404" pitchFamily="49" charset="0"/>
              </a:rPr>
              <a:t>iana-rt-types:address-family</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safi</a:t>
            </a:r>
            <a:r>
              <a:rPr lang="de-CH" sz="750" dirty="0">
                <a:highlight>
                  <a:srgbClr val="FFFF00"/>
                </a:highlight>
                <a:latin typeface="Courier New" panose="02070309020205020404" pitchFamily="49" charset="0"/>
                <a:cs typeface="Courier New" panose="02070309020205020404" pitchFamily="49" charset="0"/>
              </a:rPr>
              <a:t>?   </a:t>
            </a:r>
            <a:r>
              <a:rPr lang="de-CH" sz="750" dirty="0" err="1">
                <a:highlight>
                  <a:srgbClr val="FFFF00"/>
                </a:highlight>
                <a:latin typeface="Courier New" panose="02070309020205020404" pitchFamily="49" charset="0"/>
                <a:cs typeface="Courier New" panose="02070309020205020404" pitchFamily="49" charset="0"/>
              </a:rPr>
              <a:t>iana-rt-types:bgp-safi</a:t>
            </a:r>
            <a:endParaRPr lang="de-CH" sz="750" dirty="0">
              <a:highlight>
                <a:srgbClr val="FFFF00"/>
              </a:highlight>
              <a:latin typeface="Courier New" panose="02070309020205020404" pitchFamily="49" charset="0"/>
              <a:cs typeface="Courier New" panose="02070309020205020404" pitchFamily="49" charset="0"/>
            </a:endParaRPr>
          </a:p>
          <a:p>
            <a:r>
              <a:rPr lang="de-CH" sz="750" dirty="0">
                <a:highlight>
                  <a:srgbClr val="FFFF00"/>
                </a:highlight>
                <a:latin typeface="Courier New" panose="02070309020205020404" pitchFamily="49" charset="0"/>
                <a:cs typeface="Courier New" panose="02070309020205020404" pitchFamily="49" charset="0"/>
              </a:rPr>
              <a:t>       |     |              +-- </a:t>
            </a:r>
            <a:r>
              <a:rPr lang="de-CH" sz="750" dirty="0" err="1">
                <a:highlight>
                  <a:srgbClr val="FFFF00"/>
                </a:highlight>
                <a:latin typeface="Courier New" panose="02070309020205020404" pitchFamily="49" charset="0"/>
                <a:cs typeface="Courier New" panose="02070309020205020404" pitchFamily="49" charset="0"/>
              </a:rPr>
              <a:t>mode</a:t>
            </a:r>
            <a:r>
              <a:rPr lang="de-CH" sz="750" dirty="0">
                <a:highlight>
                  <a:srgbClr val="FFFF00"/>
                </a:highlight>
                <a:latin typeface="Courier New" panose="02070309020205020404" pitchFamily="49" charset="0"/>
                <a:cs typeface="Courier New" panose="02070309020205020404" pitchFamily="49" charset="0"/>
              </a:rPr>
              <a:t>?   </a:t>
            </a:r>
            <a:r>
              <a:rPr lang="de-CH" sz="750" dirty="0" err="1">
                <a:highlight>
                  <a:srgbClr val="FFFF00"/>
                </a:highlight>
                <a:latin typeface="Courier New" panose="02070309020205020404" pitchFamily="49" charset="0"/>
                <a:cs typeface="Courier New" panose="02070309020205020404" pitchFamily="49" charset="0"/>
              </a:rPr>
              <a:t>enumeration</a:t>
            </a:r>
            <a:endParaRPr lang="de-CH" sz="750" dirty="0">
              <a:highlight>
                <a:srgbClr val="FFFF00"/>
              </a:highligh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07185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0F139-79A7-236E-B422-F9027B252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34BEF-C196-3BAF-0F2E-FB66BF042884}"/>
              </a:ext>
            </a:extLst>
          </p:cNvPr>
          <p:cNvSpPr>
            <a:spLocks noGrp="1"/>
          </p:cNvSpPr>
          <p:nvPr>
            <p:ph type="title"/>
          </p:nvPr>
        </p:nvSpPr>
        <p:spPr/>
        <p:txBody>
          <a:bodyPr>
            <a:normAutofit/>
          </a:bodyPr>
          <a:lstStyle/>
          <a:p>
            <a:r>
              <a:rPr lang="en-US" sz="2800" b="1" dirty="0"/>
              <a:t>BMP YANG Telemetry Message</a:t>
            </a:r>
            <a:br>
              <a:rPr lang="en-US" sz="3600" dirty="0"/>
            </a:br>
            <a:r>
              <a:rPr lang="en-US" sz="2700" dirty="0">
                <a:solidFill>
                  <a:schemeClr val="bg2">
                    <a:lumMod val="75000"/>
                  </a:schemeClr>
                </a:solidFill>
              </a:rPr>
              <a:t>New `session-metadata` presence container</a:t>
            </a:r>
          </a:p>
        </p:txBody>
      </p:sp>
      <p:sp>
        <p:nvSpPr>
          <p:cNvPr id="3" name="Content Placeholder 2">
            <a:extLst>
              <a:ext uri="{FF2B5EF4-FFF2-40B4-BE49-F238E27FC236}">
                <a16:creationId xmlns:a16="http://schemas.microsoft.com/office/drawing/2014/main" id="{6EA985DA-ABCF-AB10-5C45-1B7050950E17}"/>
              </a:ext>
            </a:extLst>
          </p:cNvPr>
          <p:cNvSpPr>
            <a:spLocks noGrp="1"/>
          </p:cNvSpPr>
          <p:nvPr>
            <p:ph idx="1"/>
          </p:nvPr>
        </p:nvSpPr>
        <p:spPr>
          <a:xfrm>
            <a:off x="838199" y="1690688"/>
            <a:ext cx="5553809" cy="4486275"/>
          </a:xfrm>
        </p:spPr>
        <p:txBody>
          <a:bodyPr>
            <a:noAutofit/>
          </a:bodyPr>
          <a:lstStyle/>
          <a:p>
            <a:pPr marL="0" indent="0">
              <a:spcBef>
                <a:spcPts val="600"/>
              </a:spcBef>
              <a:spcAft>
                <a:spcPts val="600"/>
              </a:spcAft>
              <a:buNone/>
            </a:pPr>
            <a:r>
              <a:rPr lang="en-US" sz="2100" dirty="0"/>
              <a:t>BMP Initiation message is sent once per session, subsequent per-peer messages carry no equivalent router-identity information.</a:t>
            </a:r>
          </a:p>
          <a:p>
            <a:pPr marL="0" indent="0">
              <a:spcBef>
                <a:spcPts val="600"/>
              </a:spcBef>
              <a:spcAft>
                <a:spcPts val="600"/>
              </a:spcAft>
              <a:buNone/>
            </a:pPr>
            <a:r>
              <a:rPr lang="de-CH" sz="2100" dirty="0"/>
              <a:t>An optional </a:t>
            </a:r>
            <a:r>
              <a:rPr lang="de-CH" sz="2100" dirty="0" err="1"/>
              <a:t>presence</a:t>
            </a:r>
            <a:r>
              <a:rPr lang="de-CH" sz="2100" dirty="0"/>
              <a:t> </a:t>
            </a:r>
            <a:r>
              <a:rPr lang="de-CH" sz="2100" b="1" dirty="0" err="1"/>
              <a:t>session-metadata</a:t>
            </a:r>
            <a:r>
              <a:rPr lang="de-CH" sz="2100" b="1" dirty="0"/>
              <a:t> </a:t>
            </a:r>
            <a:r>
              <a:rPr lang="de-CH" sz="2100" b="1" dirty="0" err="1"/>
              <a:t>container</a:t>
            </a:r>
            <a:r>
              <a:rPr lang="de-CH" sz="2100" b="1" dirty="0"/>
              <a:t> </a:t>
            </a:r>
            <a:r>
              <a:rPr lang="de-CH" sz="2100" dirty="0" err="1"/>
              <a:t>is</a:t>
            </a:r>
            <a:r>
              <a:rPr lang="de-CH" sz="2100" dirty="0"/>
              <a:t> </a:t>
            </a:r>
            <a:r>
              <a:rPr lang="de-CH" sz="2100" dirty="0" err="1"/>
              <a:t>introduced</a:t>
            </a:r>
            <a:r>
              <a:rPr lang="de-CH" sz="2100" dirty="0"/>
              <a:t>, </a:t>
            </a:r>
            <a:r>
              <a:rPr lang="de-CH" sz="2100" dirty="0" err="1"/>
              <a:t>reusing</a:t>
            </a:r>
            <a:r>
              <a:rPr lang="de-CH" sz="2100" dirty="0"/>
              <a:t> </a:t>
            </a:r>
            <a:r>
              <a:rPr lang="de-CH" sz="2100" dirty="0" err="1"/>
              <a:t>previously</a:t>
            </a:r>
            <a:r>
              <a:rPr lang="de-CH" sz="2100" dirty="0"/>
              <a:t> </a:t>
            </a:r>
            <a:r>
              <a:rPr lang="de-CH" sz="2100" dirty="0" err="1"/>
              <a:t>defined</a:t>
            </a:r>
            <a:r>
              <a:rPr lang="de-CH" sz="2100" dirty="0"/>
              <a:t> </a:t>
            </a:r>
            <a:r>
              <a:rPr lang="de-CH" sz="2100" dirty="0" err="1"/>
              <a:t>ietf-bmp-tvl:information</a:t>
            </a:r>
            <a:r>
              <a:rPr lang="de-CH" sz="2100" dirty="0"/>
              <a:t> </a:t>
            </a:r>
            <a:r>
              <a:rPr lang="de-CH" sz="2100" dirty="0" err="1"/>
              <a:t>grouping</a:t>
            </a:r>
            <a:r>
              <a:rPr lang="de-CH" sz="2100" dirty="0"/>
              <a:t>.</a:t>
            </a:r>
          </a:p>
          <a:p>
            <a:pPr marL="0" indent="0">
              <a:spcBef>
                <a:spcPts val="600"/>
              </a:spcBef>
              <a:spcAft>
                <a:spcPts val="600"/>
              </a:spcAft>
              <a:buNone/>
            </a:pPr>
            <a:r>
              <a:rPr lang="de-CH" sz="2100" dirty="0"/>
              <a:t>A </a:t>
            </a:r>
            <a:r>
              <a:rPr lang="de-CH" sz="2100" dirty="0" err="1"/>
              <a:t>collector</a:t>
            </a:r>
            <a:r>
              <a:rPr lang="de-CH" sz="2100" dirty="0"/>
              <a:t> </a:t>
            </a:r>
            <a:r>
              <a:rPr lang="de-CH" sz="2100" dirty="0" err="1"/>
              <a:t>implementation</a:t>
            </a:r>
            <a:r>
              <a:rPr lang="de-CH" sz="2100" dirty="0"/>
              <a:t> SHOULD </a:t>
            </a:r>
            <a:r>
              <a:rPr lang="de-CH" sz="2100" dirty="0" err="1"/>
              <a:t>cache</a:t>
            </a:r>
            <a:r>
              <a:rPr lang="de-CH" sz="2100" dirty="0"/>
              <a:t> </a:t>
            </a:r>
            <a:r>
              <a:rPr lang="de-CH" sz="2100" dirty="0" err="1"/>
              <a:t>the</a:t>
            </a:r>
            <a:r>
              <a:rPr lang="de-CH" sz="2100" dirty="0"/>
              <a:t> </a:t>
            </a:r>
            <a:r>
              <a:rPr lang="de-CH" sz="2100" dirty="0" err="1"/>
              <a:t>Init</a:t>
            </a:r>
            <a:r>
              <a:rPr lang="de-CH" sz="2100" dirty="0"/>
              <a:t> </a:t>
            </a:r>
            <a:r>
              <a:rPr lang="de-CH" sz="2100" dirty="0" err="1"/>
              <a:t>content</a:t>
            </a:r>
            <a:r>
              <a:rPr lang="de-CH" sz="2100" dirty="0"/>
              <a:t> per BMP </a:t>
            </a:r>
            <a:r>
              <a:rPr lang="de-CH" sz="2100" dirty="0" err="1"/>
              <a:t>session</a:t>
            </a:r>
            <a:r>
              <a:rPr lang="de-CH" sz="2100" dirty="0"/>
              <a:t> and </a:t>
            </a:r>
            <a:r>
              <a:rPr lang="de-CH" sz="2100" dirty="0" err="1"/>
              <a:t>populate</a:t>
            </a:r>
            <a:r>
              <a:rPr lang="de-CH" sz="2100" dirty="0"/>
              <a:t> </a:t>
            </a:r>
            <a:r>
              <a:rPr lang="de-CH" sz="2100" dirty="0" err="1"/>
              <a:t>session-metadata</a:t>
            </a:r>
            <a:r>
              <a:rPr lang="de-CH" sz="2100" dirty="0"/>
              <a:t> in </a:t>
            </a:r>
            <a:r>
              <a:rPr lang="de-CH" sz="2100" dirty="0" err="1"/>
              <a:t>every</a:t>
            </a:r>
            <a:r>
              <a:rPr lang="de-CH" sz="2100" dirty="0"/>
              <a:t> subsequent </a:t>
            </a:r>
            <a:r>
              <a:rPr lang="de-CH" sz="2100" dirty="0" err="1"/>
              <a:t>message</a:t>
            </a:r>
            <a:r>
              <a:rPr lang="de-CH" sz="2100" dirty="0"/>
              <a:t>.</a:t>
            </a:r>
            <a:endParaRPr lang="en-US" sz="2100" dirty="0"/>
          </a:p>
        </p:txBody>
      </p:sp>
      <p:sp>
        <p:nvSpPr>
          <p:cNvPr id="6" name="Slide Number Placeholder 1">
            <a:extLst>
              <a:ext uri="{FF2B5EF4-FFF2-40B4-BE49-F238E27FC236}">
                <a16:creationId xmlns:a16="http://schemas.microsoft.com/office/drawing/2014/main" id="{6FA6137A-D97E-E8DA-4B6E-B20E079C61E4}"/>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8</a:t>
            </a:fld>
            <a:endParaRPr lang="en-US" sz="1400" dirty="0"/>
          </a:p>
        </p:txBody>
      </p:sp>
      <p:sp>
        <p:nvSpPr>
          <p:cNvPr id="5" name="TextBox 4">
            <a:extLst>
              <a:ext uri="{FF2B5EF4-FFF2-40B4-BE49-F238E27FC236}">
                <a16:creationId xmlns:a16="http://schemas.microsoft.com/office/drawing/2014/main" id="{9656C51F-D666-FF4B-6E06-11C9E3E8A8A2}"/>
              </a:ext>
            </a:extLst>
          </p:cNvPr>
          <p:cNvSpPr txBox="1"/>
          <p:nvPr/>
        </p:nvSpPr>
        <p:spPr>
          <a:xfrm>
            <a:off x="7787787" y="1690688"/>
            <a:ext cx="3925242" cy="1938992"/>
          </a:xfrm>
          <a:prstGeom prst="rect">
            <a:avLst/>
          </a:prstGeom>
          <a:noFill/>
        </p:spPr>
        <p:txBody>
          <a:bodyPr wrap="square">
            <a:spAutoFit/>
          </a:bodyPr>
          <a:lstStyle/>
          <a:p>
            <a:r>
              <a:rPr lang="de-CH" sz="1200" dirty="0" err="1">
                <a:latin typeface="Courier New" panose="02070309020205020404" pitchFamily="49" charset="0"/>
                <a:cs typeface="Courier New" panose="02070309020205020404" pitchFamily="49" charset="0"/>
              </a:rPr>
              <a:t>module</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ietf</a:t>
            </a:r>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bmp</a:t>
            </a:r>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telemetry</a:t>
            </a:r>
            <a:r>
              <a:rPr lang="de-CH" sz="1200" dirty="0">
                <a:latin typeface="Courier New" panose="02070309020205020404" pitchFamily="49" charset="0"/>
                <a:cs typeface="Courier New" panose="02070309020205020404" pitchFamily="49" charset="0"/>
              </a:rPr>
              <a:t>-message</a:t>
            </a:r>
          </a:p>
          <a:p>
            <a:endParaRPr lang="de-CH" sz="1200" dirty="0">
              <a:latin typeface="Courier New" panose="02070309020205020404" pitchFamily="49" charset="0"/>
              <a:cs typeface="Courier New" panose="02070309020205020404" pitchFamily="49" charset="0"/>
            </a:endParaRPr>
          </a:p>
          <a:p>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structure</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message</a:t>
            </a:r>
            <a:r>
              <a:rPr lang="de-CH" sz="1200" dirty="0">
                <a:latin typeface="Courier New" panose="02070309020205020404" pitchFamily="49" charset="0"/>
                <a:cs typeface="Courier New" panose="02070309020205020404" pitchFamily="49" charset="0"/>
              </a:rPr>
              <a:t>:</a:t>
            </a:r>
          </a:p>
          <a:p>
            <a:r>
              <a:rPr lang="de-CH" sz="1200" dirty="0">
                <a:highlight>
                  <a:srgbClr val="FFFF00"/>
                </a:highlight>
                <a:latin typeface="Courier New" panose="02070309020205020404" pitchFamily="49" charset="0"/>
                <a:cs typeface="Courier New" panose="02070309020205020404" pitchFamily="49" charset="0"/>
              </a:rPr>
              <a:t>    +-- </a:t>
            </a:r>
            <a:r>
              <a:rPr lang="de-CH" sz="1200" dirty="0" err="1">
                <a:highlight>
                  <a:srgbClr val="FFFF00"/>
                </a:highlight>
                <a:latin typeface="Courier New" panose="02070309020205020404" pitchFamily="49" charset="0"/>
                <a:cs typeface="Courier New" panose="02070309020205020404" pitchFamily="49" charset="0"/>
              </a:rPr>
              <a:t>session-metadata</a:t>
            </a:r>
            <a:r>
              <a:rPr lang="de-CH" sz="1200" dirty="0">
                <a:highlight>
                  <a:srgbClr val="FFFF00"/>
                </a:highlight>
                <a:latin typeface="Courier New" panose="02070309020205020404" pitchFamily="49" charset="0"/>
                <a:cs typeface="Courier New" panose="02070309020205020404" pitchFamily="49" charset="0"/>
              </a:rPr>
              <a:t>!</a:t>
            </a:r>
          </a:p>
          <a:p>
            <a:r>
              <a:rPr lang="de-CH" sz="1200" dirty="0">
                <a:highlight>
                  <a:srgbClr val="FFFF00"/>
                </a:highlight>
                <a:latin typeface="Courier New" panose="02070309020205020404" pitchFamily="49" charset="0"/>
                <a:cs typeface="Courier New" panose="02070309020205020404" pitchFamily="49" charset="0"/>
              </a:rPr>
              <a:t>    |  +-- </a:t>
            </a:r>
            <a:r>
              <a:rPr lang="de-CH" sz="1200" dirty="0" err="1">
                <a:highlight>
                  <a:srgbClr val="FFFF00"/>
                </a:highlight>
                <a:latin typeface="Courier New" panose="02070309020205020404" pitchFamily="49" charset="0"/>
                <a:cs typeface="Courier New" panose="02070309020205020404" pitchFamily="49" charset="0"/>
              </a:rPr>
              <a:t>string</a:t>
            </a:r>
            <a:r>
              <a:rPr lang="de-CH" sz="1200" dirty="0">
                <a:highlight>
                  <a:srgbClr val="FFFF00"/>
                </a:highlight>
                <a:latin typeface="Courier New" panose="02070309020205020404" pitchFamily="49" charset="0"/>
                <a:cs typeface="Courier New" panose="02070309020205020404" pitchFamily="49" charset="0"/>
              </a:rPr>
              <a:t>*           </a:t>
            </a:r>
            <a:r>
              <a:rPr lang="de-CH" sz="1200" dirty="0" err="1">
                <a:highlight>
                  <a:srgbClr val="FFFF00"/>
                </a:highlight>
                <a:latin typeface="Courier New" panose="02070309020205020404" pitchFamily="49" charset="0"/>
                <a:cs typeface="Courier New" panose="02070309020205020404" pitchFamily="49" charset="0"/>
              </a:rPr>
              <a:t>string</a:t>
            </a:r>
            <a:endParaRPr lang="de-CH" sz="1200" dirty="0">
              <a:highlight>
                <a:srgbClr val="FFFF00"/>
              </a:highlight>
              <a:latin typeface="Courier New" panose="02070309020205020404" pitchFamily="49" charset="0"/>
              <a:cs typeface="Courier New" panose="02070309020205020404" pitchFamily="49" charset="0"/>
            </a:endParaRPr>
          </a:p>
          <a:p>
            <a:r>
              <a:rPr lang="de-CH" sz="1200" dirty="0">
                <a:highlight>
                  <a:srgbClr val="FFFF00"/>
                </a:highlight>
                <a:latin typeface="Courier New" panose="02070309020205020404" pitchFamily="49" charset="0"/>
                <a:cs typeface="Courier New" panose="02070309020205020404" pitchFamily="49" charset="0"/>
              </a:rPr>
              <a:t>    |  +-- </a:t>
            </a:r>
            <a:r>
              <a:rPr lang="de-CH" sz="1200" dirty="0" err="1">
                <a:highlight>
                  <a:srgbClr val="FFFF00"/>
                </a:highlight>
                <a:latin typeface="Courier New" panose="02070309020205020404" pitchFamily="49" charset="0"/>
                <a:cs typeface="Courier New" panose="02070309020205020404" pitchFamily="49" charset="0"/>
              </a:rPr>
              <a:t>sys-descr</a:t>
            </a:r>
            <a:r>
              <a:rPr lang="de-CH" sz="1200" dirty="0">
                <a:highlight>
                  <a:srgbClr val="FFFF00"/>
                </a:highlight>
                <a:latin typeface="Courier New" panose="02070309020205020404" pitchFamily="49" charset="0"/>
                <a:cs typeface="Courier New" panose="02070309020205020404" pitchFamily="49" charset="0"/>
              </a:rPr>
              <a:t>?        </a:t>
            </a:r>
            <a:r>
              <a:rPr lang="de-CH" sz="1200" dirty="0" err="1">
                <a:highlight>
                  <a:srgbClr val="FFFF00"/>
                </a:highlight>
                <a:latin typeface="Courier New" panose="02070309020205020404" pitchFamily="49" charset="0"/>
                <a:cs typeface="Courier New" panose="02070309020205020404" pitchFamily="49" charset="0"/>
              </a:rPr>
              <a:t>string</a:t>
            </a:r>
            <a:endParaRPr lang="de-CH" sz="1200" dirty="0">
              <a:highlight>
                <a:srgbClr val="FFFF00"/>
              </a:highlight>
              <a:latin typeface="Courier New" panose="02070309020205020404" pitchFamily="49" charset="0"/>
              <a:cs typeface="Courier New" panose="02070309020205020404" pitchFamily="49" charset="0"/>
            </a:endParaRPr>
          </a:p>
          <a:p>
            <a:r>
              <a:rPr lang="de-CH" sz="1200" dirty="0">
                <a:highlight>
                  <a:srgbClr val="FFFF00"/>
                </a:highlight>
                <a:latin typeface="Courier New" panose="02070309020205020404" pitchFamily="49" charset="0"/>
                <a:cs typeface="Courier New" panose="02070309020205020404" pitchFamily="49" charset="0"/>
              </a:rPr>
              <a:t>    |  +-- </a:t>
            </a:r>
            <a:r>
              <a:rPr lang="de-CH" sz="1200" dirty="0" err="1">
                <a:highlight>
                  <a:srgbClr val="FFFF00"/>
                </a:highlight>
                <a:latin typeface="Courier New" panose="02070309020205020404" pitchFamily="49" charset="0"/>
                <a:cs typeface="Courier New" panose="02070309020205020404" pitchFamily="49" charset="0"/>
              </a:rPr>
              <a:t>sys</a:t>
            </a:r>
            <a:r>
              <a:rPr lang="de-CH" sz="1200" dirty="0">
                <a:highlight>
                  <a:srgbClr val="FFFF00"/>
                </a:highlight>
                <a:latin typeface="Courier New" panose="02070309020205020404" pitchFamily="49" charset="0"/>
                <a:cs typeface="Courier New" panose="02070309020205020404" pitchFamily="49" charset="0"/>
              </a:rPr>
              <a:t>-name?         </a:t>
            </a:r>
            <a:r>
              <a:rPr lang="de-CH" sz="1200" dirty="0" err="1">
                <a:highlight>
                  <a:srgbClr val="FFFF00"/>
                </a:highlight>
                <a:latin typeface="Courier New" panose="02070309020205020404" pitchFamily="49" charset="0"/>
                <a:cs typeface="Courier New" panose="02070309020205020404" pitchFamily="49" charset="0"/>
              </a:rPr>
              <a:t>string</a:t>
            </a:r>
            <a:endParaRPr lang="de-CH" sz="1200" dirty="0">
              <a:highlight>
                <a:srgbClr val="FFFF00"/>
              </a:highlight>
              <a:latin typeface="Courier New" panose="02070309020205020404" pitchFamily="49" charset="0"/>
              <a:cs typeface="Courier New" panose="02070309020205020404" pitchFamily="49" charset="0"/>
            </a:endParaRPr>
          </a:p>
          <a:p>
            <a:r>
              <a:rPr lang="de-CH" sz="1200" dirty="0">
                <a:highlight>
                  <a:srgbClr val="FFFF00"/>
                </a:highlight>
                <a:latin typeface="Courier New" panose="02070309020205020404" pitchFamily="49" charset="0"/>
                <a:cs typeface="Courier New" panose="02070309020205020404" pitchFamily="49" charset="0"/>
              </a:rPr>
              <a:t>    |  +-- </a:t>
            </a:r>
            <a:r>
              <a:rPr lang="de-CH" sz="1200" dirty="0" err="1">
                <a:highlight>
                  <a:srgbClr val="FFFF00"/>
                </a:highlight>
                <a:latin typeface="Courier New" panose="02070309020205020404" pitchFamily="49" charset="0"/>
                <a:cs typeface="Courier New" panose="02070309020205020404" pitchFamily="49" charset="0"/>
              </a:rPr>
              <a:t>vrf</a:t>
            </a:r>
            <a:r>
              <a:rPr lang="de-CH" sz="1200" dirty="0">
                <a:highlight>
                  <a:srgbClr val="FFFF00"/>
                </a:highlight>
                <a:latin typeface="Courier New" panose="02070309020205020404" pitchFamily="49" charset="0"/>
                <a:cs typeface="Courier New" panose="02070309020205020404" pitchFamily="49" charset="0"/>
              </a:rPr>
              <a:t>-</a:t>
            </a:r>
            <a:r>
              <a:rPr lang="de-CH" sz="1200" dirty="0" err="1">
                <a:highlight>
                  <a:srgbClr val="FFFF00"/>
                </a:highlight>
                <a:latin typeface="Courier New" panose="02070309020205020404" pitchFamily="49" charset="0"/>
                <a:cs typeface="Courier New" panose="02070309020205020404" pitchFamily="49" charset="0"/>
              </a:rPr>
              <a:t>table</a:t>
            </a:r>
            <a:r>
              <a:rPr lang="de-CH" sz="1200" dirty="0">
                <a:highlight>
                  <a:srgbClr val="FFFF00"/>
                </a:highlight>
                <a:latin typeface="Courier New" panose="02070309020205020404" pitchFamily="49" charset="0"/>
                <a:cs typeface="Courier New" panose="02070309020205020404" pitchFamily="49" charset="0"/>
              </a:rPr>
              <a:t>-name?   </a:t>
            </a:r>
            <a:r>
              <a:rPr lang="de-CH" sz="1200" dirty="0" err="1">
                <a:highlight>
                  <a:srgbClr val="FFFF00"/>
                </a:highlight>
                <a:latin typeface="Courier New" panose="02070309020205020404" pitchFamily="49" charset="0"/>
                <a:cs typeface="Courier New" panose="02070309020205020404" pitchFamily="49" charset="0"/>
              </a:rPr>
              <a:t>string</a:t>
            </a:r>
            <a:endParaRPr lang="de-CH" sz="1200" dirty="0">
              <a:highlight>
                <a:srgbClr val="FFFF00"/>
              </a:highlight>
              <a:latin typeface="Courier New" panose="02070309020205020404" pitchFamily="49" charset="0"/>
              <a:cs typeface="Courier New" panose="02070309020205020404" pitchFamily="49" charset="0"/>
            </a:endParaRPr>
          </a:p>
          <a:p>
            <a:r>
              <a:rPr lang="de-CH" sz="1200" dirty="0">
                <a:latin typeface="Courier New" panose="02070309020205020404" pitchFamily="49" charset="0"/>
                <a:cs typeface="Courier New" panose="02070309020205020404" pitchFamily="49" charset="0"/>
              </a:rPr>
              <a:t>    +-- </a:t>
            </a:r>
            <a:r>
              <a:rPr lang="de-CH" sz="1200" dirty="0" err="1">
                <a:latin typeface="Courier New" panose="02070309020205020404" pitchFamily="49" charset="0"/>
                <a:cs typeface="Courier New" panose="02070309020205020404" pitchFamily="49" charset="0"/>
              </a:rPr>
              <a:t>version</a:t>
            </a:r>
            <a:r>
              <a:rPr lang="de-CH" sz="1200" dirty="0">
                <a:latin typeface="Courier New" panose="02070309020205020404" pitchFamily="49" charset="0"/>
                <a:cs typeface="Courier New" panose="02070309020205020404" pitchFamily="49" charset="0"/>
              </a:rPr>
              <a:t>             uint8</a:t>
            </a:r>
          </a:p>
          <a:p>
            <a:r>
              <a:rPr lang="de-CH" sz="1200" dirty="0">
                <a:latin typeface="Courier New" panose="02070309020205020404" pitchFamily="49" charset="0"/>
                <a:cs typeface="Courier New" panose="02070309020205020404" pitchFamily="49" charset="0"/>
              </a:rPr>
              <a:t>    +-- (</a:t>
            </a:r>
            <a:r>
              <a:rPr lang="de-CH" sz="1200" dirty="0" err="1">
                <a:latin typeface="Courier New" panose="02070309020205020404" pitchFamily="49" charset="0"/>
                <a:cs typeface="Courier New" panose="02070309020205020404" pitchFamily="49" charset="0"/>
              </a:rPr>
              <a:t>message</a:t>
            </a:r>
            <a:r>
              <a:rPr lang="de-CH" sz="1200" dirty="0">
                <a:latin typeface="Courier New" panose="02070309020205020404" pitchFamily="49" charset="0"/>
                <a:cs typeface="Courier New" panose="02070309020205020404" pitchFamily="49" charset="0"/>
              </a:rPr>
              <a:t>-type)?</a:t>
            </a:r>
          </a:p>
        </p:txBody>
      </p:sp>
    </p:spTree>
    <p:extLst>
      <p:ext uri="{BB962C8B-B14F-4D97-AF65-F5344CB8AC3E}">
        <p14:creationId xmlns:p14="http://schemas.microsoft.com/office/powerpoint/2010/main" val="4251917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3D013-3198-4A3F-ECEE-9E1B5F8BD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78623-AE09-8F4D-E69C-B2074F2E34BB}"/>
              </a:ext>
            </a:extLst>
          </p:cNvPr>
          <p:cNvSpPr>
            <a:spLocks noGrp="1"/>
          </p:cNvSpPr>
          <p:nvPr>
            <p:ph type="title"/>
          </p:nvPr>
        </p:nvSpPr>
        <p:spPr/>
        <p:txBody>
          <a:bodyPr>
            <a:normAutofit/>
          </a:bodyPr>
          <a:lstStyle/>
          <a:p>
            <a:r>
              <a:rPr lang="en-US" sz="3200" b="1" dirty="0"/>
              <a:t>BMP YANG Telemetry Message</a:t>
            </a:r>
            <a:br>
              <a:rPr lang="en-US" sz="4000" dirty="0"/>
            </a:br>
            <a:r>
              <a:rPr lang="en-US" sz="2800" dirty="0" err="1">
                <a:solidFill>
                  <a:schemeClr val="bg2">
                    <a:lumMod val="75000"/>
                  </a:schemeClr>
                </a:solidFill>
              </a:rPr>
              <a:t>Message</a:t>
            </a:r>
            <a:r>
              <a:rPr lang="en-US" sz="2800" dirty="0">
                <a:solidFill>
                  <a:schemeClr val="bg2">
                    <a:lumMod val="75000"/>
                  </a:schemeClr>
                </a:solidFill>
              </a:rPr>
              <a:t> Broker Topic Naming Concept</a:t>
            </a:r>
            <a:endParaRPr lang="en-US" sz="2700" dirty="0">
              <a:solidFill>
                <a:schemeClr val="bg2">
                  <a:lumMod val="75000"/>
                </a:schemeClr>
              </a:solidFill>
            </a:endParaRPr>
          </a:p>
        </p:txBody>
      </p:sp>
      <p:sp>
        <p:nvSpPr>
          <p:cNvPr id="3" name="Content Placeholder 2">
            <a:extLst>
              <a:ext uri="{FF2B5EF4-FFF2-40B4-BE49-F238E27FC236}">
                <a16:creationId xmlns:a16="http://schemas.microsoft.com/office/drawing/2014/main" id="{CB0EE0D0-E2FC-EC67-C3D8-B007AACC1C77}"/>
              </a:ext>
            </a:extLst>
          </p:cNvPr>
          <p:cNvSpPr>
            <a:spLocks noGrp="1"/>
          </p:cNvSpPr>
          <p:nvPr>
            <p:ph idx="1"/>
          </p:nvPr>
        </p:nvSpPr>
        <p:spPr>
          <a:xfrm>
            <a:off x="838199" y="1690688"/>
            <a:ext cx="10515600" cy="4486275"/>
          </a:xfrm>
        </p:spPr>
        <p:txBody>
          <a:bodyPr>
            <a:noAutofit/>
          </a:bodyPr>
          <a:lstStyle/>
          <a:p>
            <a:pPr marL="0" indent="0">
              <a:spcBef>
                <a:spcPts val="600"/>
              </a:spcBef>
              <a:spcAft>
                <a:spcPts val="600"/>
              </a:spcAft>
              <a:buNone/>
            </a:pPr>
            <a:r>
              <a:rPr lang="en-US" sz="2100" dirty="0"/>
              <a:t>BMP data can be subscribed for BMP session and BGP peering session state-changes, BGP peering statistics or BGP RIB states. as defined in </a:t>
            </a:r>
            <a:r>
              <a:rPr lang="en-US" sz="2100" dirty="0">
                <a:hlinkClick r:id="rId2"/>
              </a:rPr>
              <a:t>Section 3.1 of RFC 7854</a:t>
            </a:r>
            <a:r>
              <a:rPr lang="en-US" sz="2100" dirty="0"/>
              <a:t>.</a:t>
            </a:r>
          </a:p>
          <a:p>
            <a:pPr marL="0" indent="0">
              <a:spcBef>
                <a:spcPts val="600"/>
              </a:spcBef>
              <a:spcAft>
                <a:spcPts val="600"/>
              </a:spcAft>
              <a:buNone/>
            </a:pPr>
            <a:r>
              <a:rPr lang="de-CH" sz="2100" dirty="0" err="1"/>
              <a:t>Two</a:t>
            </a:r>
            <a:r>
              <a:rPr lang="de-CH" sz="2100" dirty="0"/>
              <a:t> </a:t>
            </a:r>
            <a:r>
              <a:rPr lang="de-CH" sz="2100" dirty="0" err="1"/>
              <a:t>topics</a:t>
            </a:r>
            <a:r>
              <a:rPr lang="de-CH" sz="2100" dirty="0"/>
              <a:t> carry all BMP </a:t>
            </a:r>
            <a:r>
              <a:rPr lang="de-CH" sz="2100" dirty="0" err="1"/>
              <a:t>data</a:t>
            </a:r>
            <a:r>
              <a:rPr lang="de-CH" sz="2100" dirty="0"/>
              <a:t>:</a:t>
            </a:r>
          </a:p>
          <a:p>
            <a:pPr>
              <a:spcBef>
                <a:spcPts val="600"/>
              </a:spcBef>
              <a:spcAft>
                <a:spcPts val="600"/>
              </a:spcAft>
            </a:pPr>
            <a:r>
              <a:rPr lang="de-CH" sz="2100" dirty="0" err="1">
                <a:solidFill>
                  <a:srgbClr val="C00000"/>
                </a:solidFill>
              </a:rPr>
              <a:t>state</a:t>
            </a:r>
            <a:r>
              <a:rPr lang="de-CH" sz="2100" dirty="0">
                <a:solidFill>
                  <a:srgbClr val="C00000"/>
                </a:solidFill>
              </a:rPr>
              <a:t>-</a:t>
            </a:r>
            <a:r>
              <a:rPr lang="de-CH" sz="2100" dirty="0" err="1">
                <a:solidFill>
                  <a:srgbClr val="C00000"/>
                </a:solidFill>
              </a:rPr>
              <a:t>changes</a:t>
            </a:r>
            <a:r>
              <a:rPr lang="de-CH" sz="2100" dirty="0">
                <a:solidFill>
                  <a:srgbClr val="C00000"/>
                </a:solidFill>
              </a:rPr>
              <a:t>-and-</a:t>
            </a:r>
            <a:r>
              <a:rPr lang="de-CH" sz="2100" dirty="0" err="1">
                <a:solidFill>
                  <a:srgbClr val="C00000"/>
                </a:solidFill>
              </a:rPr>
              <a:t>statistic</a:t>
            </a:r>
            <a:r>
              <a:rPr lang="de-CH" sz="2100" dirty="0"/>
              <a:t>: </a:t>
            </a:r>
            <a:r>
              <a:rPr lang="de-CH" sz="2100" b="1" dirty="0"/>
              <a:t>all BMP </a:t>
            </a:r>
            <a:r>
              <a:rPr lang="de-CH" sz="2100" b="1" dirty="0" err="1"/>
              <a:t>message</a:t>
            </a:r>
            <a:r>
              <a:rPr lang="de-CH" sz="2100" b="1" dirty="0"/>
              <a:t> </a:t>
            </a:r>
            <a:r>
              <a:rPr lang="de-CH" sz="2100" b="1" dirty="0" err="1"/>
              <a:t>types</a:t>
            </a:r>
            <a:r>
              <a:rPr lang="de-CH" sz="2100" b="1" dirty="0"/>
              <a:t> in real-time</a:t>
            </a:r>
            <a:r>
              <a:rPr lang="de-CH" sz="2100" dirty="0"/>
              <a:t> (</a:t>
            </a:r>
            <a:r>
              <a:rPr lang="de-CH" sz="2100" dirty="0" err="1"/>
              <a:t>including</a:t>
            </a:r>
            <a:r>
              <a:rPr lang="de-CH" sz="2100" dirty="0"/>
              <a:t> </a:t>
            </a:r>
            <a:r>
              <a:rPr lang="de-CH" sz="2100" dirty="0" err="1"/>
              <a:t>statistics</a:t>
            </a:r>
            <a:r>
              <a:rPr lang="de-CH" sz="2100" dirty="0"/>
              <a:t>)</a:t>
            </a:r>
          </a:p>
          <a:p>
            <a:pPr>
              <a:spcBef>
                <a:spcPts val="600"/>
              </a:spcBef>
              <a:spcAft>
                <a:spcPts val="600"/>
              </a:spcAft>
            </a:pPr>
            <a:r>
              <a:rPr lang="en-US" sz="2100" dirty="0">
                <a:solidFill>
                  <a:srgbClr val="C00000"/>
                </a:solidFill>
              </a:rPr>
              <a:t>current-state</a:t>
            </a:r>
            <a:r>
              <a:rPr lang="en-US" sz="2100" dirty="0"/>
              <a:t>: all BMP message types except statistics</a:t>
            </a:r>
            <a:r>
              <a:rPr lang="en-US" sz="2100" b="1" dirty="0"/>
              <a:t>, topic-compacted </a:t>
            </a:r>
            <a:r>
              <a:rPr lang="en-US" sz="2100" dirty="0"/>
              <a:t>(i.e. the broker retains only the latest message per message-key, resulting in the current state per each router </a:t>
            </a:r>
            <a:r>
              <a:rPr lang="en-US" sz="2100" dirty="0" err="1"/>
              <a:t>RiB</a:t>
            </a:r>
            <a:r>
              <a:rPr lang="en-US" sz="2100" dirty="0"/>
              <a:t>)</a:t>
            </a:r>
          </a:p>
          <a:p>
            <a:pPr marL="0" indent="0">
              <a:spcBef>
                <a:spcPts val="600"/>
              </a:spcBef>
              <a:spcAft>
                <a:spcPts val="600"/>
              </a:spcAft>
              <a:buNone/>
            </a:pPr>
            <a:r>
              <a:rPr lang="en-US" sz="2100" dirty="0"/>
              <a:t>Optional organizational prefix MAY be prepended with – separator (e.g. </a:t>
            </a:r>
            <a:r>
              <a:rPr lang="en-US" sz="2100" dirty="0" err="1"/>
              <a:t>nmop</a:t>
            </a:r>
            <a:r>
              <a:rPr lang="en-US" sz="2100" dirty="0"/>
              <a:t>-bmp-current-state).</a:t>
            </a:r>
          </a:p>
          <a:p>
            <a:pPr marL="0" indent="0">
              <a:spcBef>
                <a:spcPts val="600"/>
              </a:spcBef>
              <a:spcAft>
                <a:spcPts val="600"/>
              </a:spcAft>
              <a:buNone/>
            </a:pPr>
            <a:r>
              <a:rPr lang="en-US" sz="2100" dirty="0"/>
              <a:t>A consumer MAY subscribe to either or both topics depending on the needs.</a:t>
            </a:r>
          </a:p>
        </p:txBody>
      </p:sp>
      <p:sp>
        <p:nvSpPr>
          <p:cNvPr id="6" name="Slide Number Placeholder 1">
            <a:extLst>
              <a:ext uri="{FF2B5EF4-FFF2-40B4-BE49-F238E27FC236}">
                <a16:creationId xmlns:a16="http://schemas.microsoft.com/office/drawing/2014/main" id="{6D9F34EB-33A7-288C-5CB5-25B4EF2C2A97}"/>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9</a:t>
            </a:fld>
            <a:endParaRPr lang="en-US" sz="1400" dirty="0"/>
          </a:p>
        </p:txBody>
      </p:sp>
    </p:spTree>
    <p:extLst>
      <p:ext uri="{BB962C8B-B14F-4D97-AF65-F5344CB8AC3E}">
        <p14:creationId xmlns:p14="http://schemas.microsoft.com/office/powerpoint/2010/main" val="4128600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6840C-DAAE-6648-8B27-D9DB4B898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AD13A-522E-1688-6551-3F12079557CA}"/>
              </a:ext>
            </a:extLst>
          </p:cNvPr>
          <p:cNvSpPr>
            <a:spLocks noGrp="1"/>
          </p:cNvSpPr>
          <p:nvPr>
            <p:ph type="title"/>
          </p:nvPr>
        </p:nvSpPr>
        <p:spPr/>
        <p:txBody>
          <a:bodyPr>
            <a:normAutofit/>
          </a:bodyPr>
          <a:lstStyle/>
          <a:p>
            <a:r>
              <a:rPr lang="en-US" sz="3200" b="1" dirty="0"/>
              <a:t>BMP YANG Telemetry Message</a:t>
            </a:r>
            <a:br>
              <a:rPr lang="en-US" sz="4000" dirty="0"/>
            </a:br>
            <a:r>
              <a:rPr lang="en-US" sz="2800" dirty="0" err="1">
                <a:solidFill>
                  <a:schemeClr val="bg2">
                    <a:lumMod val="75000"/>
                  </a:schemeClr>
                </a:solidFill>
              </a:rPr>
              <a:t>Message</a:t>
            </a:r>
            <a:r>
              <a:rPr lang="en-US" sz="2800" dirty="0">
                <a:solidFill>
                  <a:schemeClr val="bg2">
                    <a:lumMod val="75000"/>
                  </a:schemeClr>
                </a:solidFill>
              </a:rPr>
              <a:t> Broker Keys and Indexes</a:t>
            </a:r>
            <a:endParaRPr lang="en-US" sz="2700" dirty="0">
              <a:solidFill>
                <a:schemeClr val="bg2">
                  <a:lumMod val="75000"/>
                </a:schemeClr>
              </a:solidFill>
            </a:endParaRPr>
          </a:p>
        </p:txBody>
      </p:sp>
      <p:sp>
        <p:nvSpPr>
          <p:cNvPr id="3" name="Content Placeholder 2">
            <a:extLst>
              <a:ext uri="{FF2B5EF4-FFF2-40B4-BE49-F238E27FC236}">
                <a16:creationId xmlns:a16="http://schemas.microsoft.com/office/drawing/2014/main" id="{C3BE6826-2677-F704-29DF-A2C833731421}"/>
              </a:ext>
            </a:extLst>
          </p:cNvPr>
          <p:cNvSpPr>
            <a:spLocks noGrp="1"/>
          </p:cNvSpPr>
          <p:nvPr>
            <p:ph idx="1"/>
          </p:nvPr>
        </p:nvSpPr>
        <p:spPr>
          <a:xfrm>
            <a:off x="838200" y="1690688"/>
            <a:ext cx="5477692" cy="4486275"/>
          </a:xfrm>
        </p:spPr>
        <p:txBody>
          <a:bodyPr>
            <a:noAutofit/>
          </a:bodyPr>
          <a:lstStyle/>
          <a:p>
            <a:pPr marL="0" indent="0">
              <a:spcBef>
                <a:spcPts val="600"/>
              </a:spcBef>
              <a:spcAft>
                <a:spcPts val="600"/>
              </a:spcAft>
              <a:buNone/>
            </a:pPr>
            <a:r>
              <a:rPr lang="en-US" sz="2100" dirty="0"/>
              <a:t>Message Key is a 2-line byte string constructed with:</a:t>
            </a:r>
          </a:p>
          <a:p>
            <a:pPr>
              <a:spcBef>
                <a:spcPts val="600"/>
              </a:spcBef>
              <a:spcAft>
                <a:spcPts val="600"/>
              </a:spcAft>
            </a:pPr>
            <a:r>
              <a:rPr lang="en-US" sz="2100" dirty="0"/>
              <a:t>Node hostname</a:t>
            </a:r>
          </a:p>
          <a:p>
            <a:pPr>
              <a:spcBef>
                <a:spcPts val="600"/>
              </a:spcBef>
              <a:spcAft>
                <a:spcPts val="600"/>
              </a:spcAft>
            </a:pPr>
            <a:r>
              <a:rPr lang="en-US" sz="2100" dirty="0"/>
              <a:t>YANG instance-identifier path into the </a:t>
            </a:r>
            <a:r>
              <a:rPr lang="en-US" sz="2100" dirty="0" err="1"/>
              <a:t>ietf</a:t>
            </a:r>
            <a:r>
              <a:rPr lang="en-US" sz="2100" dirty="0"/>
              <a:t>-bmp-telemetry-message instance data</a:t>
            </a:r>
          </a:p>
          <a:p>
            <a:pPr marL="0" indent="0">
              <a:spcBef>
                <a:spcPts val="600"/>
              </a:spcBef>
              <a:spcAft>
                <a:spcPts val="600"/>
              </a:spcAft>
              <a:buNone/>
            </a:pPr>
            <a:endParaRPr lang="en-US" sz="2100" dirty="0"/>
          </a:p>
          <a:p>
            <a:pPr marL="0" indent="0">
              <a:spcBef>
                <a:spcPts val="600"/>
              </a:spcBef>
              <a:spcAft>
                <a:spcPts val="600"/>
              </a:spcAft>
              <a:buNone/>
            </a:pPr>
            <a:r>
              <a:rPr lang="en-US" sz="2100" dirty="0"/>
              <a:t>Used by the Message Broker for indexing and topic compaction.</a:t>
            </a:r>
          </a:p>
          <a:p>
            <a:pPr marL="0" indent="0">
              <a:spcBef>
                <a:spcPts val="600"/>
              </a:spcBef>
              <a:spcAft>
                <a:spcPts val="600"/>
              </a:spcAft>
              <a:buNone/>
            </a:pPr>
            <a:r>
              <a:rPr lang="en-US" sz="2100" dirty="0"/>
              <a:t>For a route-monitoring message, adding prefix and path-id to the key means the message key uniquely identifies a single rib-entry, so topic compaction naturally keeps only the latest update per prefix from the same peer.</a:t>
            </a:r>
          </a:p>
        </p:txBody>
      </p:sp>
      <p:sp>
        <p:nvSpPr>
          <p:cNvPr id="6" name="Slide Number Placeholder 1">
            <a:extLst>
              <a:ext uri="{FF2B5EF4-FFF2-40B4-BE49-F238E27FC236}">
                <a16:creationId xmlns:a16="http://schemas.microsoft.com/office/drawing/2014/main" id="{C9C28F97-C284-A5D4-2E31-35CFAA14BB73}"/>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10</a:t>
            </a:fld>
            <a:endParaRPr lang="en-US" sz="1400" dirty="0"/>
          </a:p>
        </p:txBody>
      </p:sp>
      <p:sp>
        <p:nvSpPr>
          <p:cNvPr id="8" name="TextBox 7">
            <a:extLst>
              <a:ext uri="{FF2B5EF4-FFF2-40B4-BE49-F238E27FC236}">
                <a16:creationId xmlns:a16="http://schemas.microsoft.com/office/drawing/2014/main" id="{B576167F-DA0A-5A14-7DE0-7DF3A32D2FCA}"/>
              </a:ext>
            </a:extLst>
          </p:cNvPr>
          <p:cNvSpPr txBox="1"/>
          <p:nvPr/>
        </p:nvSpPr>
        <p:spPr>
          <a:xfrm>
            <a:off x="7576457" y="1690688"/>
            <a:ext cx="4136572" cy="3970318"/>
          </a:xfrm>
          <a:prstGeom prst="rect">
            <a:avLst/>
          </a:prstGeom>
          <a:noFill/>
        </p:spPr>
        <p:txBody>
          <a:bodyPr wrap="square">
            <a:spAutoFit/>
          </a:bodyPr>
          <a:lstStyle/>
          <a:p>
            <a:r>
              <a:rPr lang="de-CH" sz="1200" dirty="0">
                <a:latin typeface="Courier New" panose="02070309020205020404" pitchFamily="49" charset="0"/>
                <a:cs typeface="Courier New" panose="02070309020205020404" pitchFamily="49" charset="0"/>
              </a:rPr>
              <a:t>NOTE: '\' </a:t>
            </a:r>
            <a:r>
              <a:rPr lang="de-CH" sz="1200" dirty="0" err="1">
                <a:latin typeface="Courier New" panose="02070309020205020404" pitchFamily="49" charset="0"/>
                <a:cs typeface="Courier New" panose="02070309020205020404" pitchFamily="49" charset="0"/>
              </a:rPr>
              <a:t>is</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used</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for</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line</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folding</a:t>
            </a:r>
            <a:r>
              <a:rPr lang="de-CH" sz="1200" dirty="0">
                <a:latin typeface="Courier New" panose="02070309020205020404" pitchFamily="49" charset="0"/>
                <a:cs typeface="Courier New" panose="02070309020205020404" pitchFamily="49" charset="0"/>
              </a:rPr>
              <a:t>.</a:t>
            </a:r>
          </a:p>
          <a:p>
            <a:endParaRPr lang="de-CH" sz="1200" dirty="0">
              <a:latin typeface="Courier New" panose="02070309020205020404" pitchFamily="49" charset="0"/>
              <a:cs typeface="Courier New" panose="02070309020205020404" pitchFamily="49" charset="0"/>
            </a:endParaRPr>
          </a:p>
          <a:p>
            <a:r>
              <a:rPr lang="de-CH" sz="1200" dirty="0">
                <a:latin typeface="Courier New" panose="02070309020205020404" pitchFamily="49" charset="0"/>
                <a:cs typeface="Courier New" panose="02070309020205020404" pitchFamily="49" charset="0"/>
              </a:rPr>
              <a:t>Key:</a:t>
            </a:r>
          </a:p>
          <a:p>
            <a:r>
              <a:rPr lang="de-CH" sz="1200" dirty="0">
                <a:highlight>
                  <a:srgbClr val="FFFF00"/>
                </a:highlight>
                <a:latin typeface="Courier New" panose="02070309020205020404" pitchFamily="49" charset="0"/>
                <a:cs typeface="Courier New" panose="02070309020205020404" pitchFamily="49" charset="0"/>
              </a:rPr>
              <a:t>  router-nyc-01</a:t>
            </a:r>
          </a:p>
          <a:p>
            <a:r>
              <a:rPr lang="de-CH" sz="1200" dirty="0">
                <a:highlight>
                  <a:srgbClr val="FFFF00"/>
                </a:highlight>
                <a:latin typeface="Courier New" panose="02070309020205020404" pitchFamily="49" charset="0"/>
                <a:cs typeface="Courier New" panose="02070309020205020404" pitchFamily="49" charset="0"/>
              </a:rPr>
              <a:t>  /</a:t>
            </a:r>
            <a:r>
              <a:rPr lang="de-CH" sz="1200" dirty="0" err="1">
                <a:highlight>
                  <a:srgbClr val="FFFF00"/>
                </a:highlight>
                <a:latin typeface="Courier New" panose="02070309020205020404" pitchFamily="49" charset="0"/>
                <a:cs typeface="Courier New" panose="02070309020205020404" pitchFamily="49" charset="0"/>
              </a:rPr>
              <a:t>ietf</a:t>
            </a:r>
            <a:r>
              <a:rPr lang="de-CH" sz="1200" dirty="0">
                <a:highlight>
                  <a:srgbClr val="FFFF00"/>
                </a:highlight>
                <a:latin typeface="Courier New" panose="02070309020205020404" pitchFamily="49" charset="0"/>
                <a:cs typeface="Courier New" panose="02070309020205020404" pitchFamily="49" charset="0"/>
              </a:rPr>
              <a:t>-</a:t>
            </a:r>
            <a:r>
              <a:rPr lang="de-CH" sz="1200" dirty="0" err="1">
                <a:highlight>
                  <a:srgbClr val="FFFF00"/>
                </a:highlight>
                <a:latin typeface="Courier New" panose="02070309020205020404" pitchFamily="49" charset="0"/>
                <a:cs typeface="Courier New" panose="02070309020205020404" pitchFamily="49" charset="0"/>
              </a:rPr>
              <a:t>bmp</a:t>
            </a:r>
            <a:r>
              <a:rPr lang="de-CH" sz="1200" dirty="0">
                <a:highlight>
                  <a:srgbClr val="FFFF00"/>
                </a:highlight>
                <a:latin typeface="Courier New" panose="02070309020205020404" pitchFamily="49" charset="0"/>
                <a:cs typeface="Courier New" panose="02070309020205020404" pitchFamily="49" charset="0"/>
              </a:rPr>
              <a:t>-</a:t>
            </a:r>
            <a:r>
              <a:rPr lang="de-CH" sz="1200" dirty="0" err="1">
                <a:highlight>
                  <a:srgbClr val="FFFF00"/>
                </a:highlight>
                <a:latin typeface="Courier New" panose="02070309020205020404" pitchFamily="49" charset="0"/>
                <a:cs typeface="Courier New" panose="02070309020205020404" pitchFamily="49" charset="0"/>
              </a:rPr>
              <a:t>telemetry</a:t>
            </a:r>
            <a:r>
              <a:rPr lang="de-CH" sz="1200" dirty="0">
                <a:highlight>
                  <a:srgbClr val="FFFF00"/>
                </a:highlight>
                <a:latin typeface="Courier New" panose="02070309020205020404" pitchFamily="49" charset="0"/>
                <a:cs typeface="Courier New" panose="02070309020205020404" pitchFamily="49" charset="0"/>
              </a:rPr>
              <a:t>-message:/</a:t>
            </a:r>
          </a:p>
          <a:p>
            <a:r>
              <a:rPr lang="de-CH" sz="1200" dirty="0" err="1">
                <a:highlight>
                  <a:srgbClr val="FFFF00"/>
                </a:highlight>
                <a:latin typeface="Courier New" panose="02070309020205020404" pitchFamily="49" charset="0"/>
                <a:cs typeface="Courier New" panose="02070309020205020404" pitchFamily="49" charset="0"/>
              </a:rPr>
              <a:t>message</a:t>
            </a:r>
            <a:r>
              <a:rPr lang="de-CH" sz="1200" dirty="0">
                <a:highlight>
                  <a:srgbClr val="FFFF00"/>
                </a:highlight>
                <a:latin typeface="Courier New" panose="02070309020205020404" pitchFamily="49" charset="0"/>
                <a:cs typeface="Courier New" panose="02070309020205020404" pitchFamily="49" charset="0"/>
              </a:rPr>
              <a:t>/route-monitoring\</a:t>
            </a:r>
          </a:p>
          <a:p>
            <a:r>
              <a:rPr lang="de-CH" sz="1200" dirty="0">
                <a:highlight>
                  <a:srgbClr val="FFFF00"/>
                </a:highlight>
                <a:latin typeface="Courier New" panose="02070309020205020404" pitchFamily="49" charset="0"/>
                <a:cs typeface="Courier New" panose="02070309020205020404" pitchFamily="49" charset="0"/>
              </a:rPr>
              <a:t>[peer-type='global-</a:t>
            </a:r>
            <a:r>
              <a:rPr lang="de-CH" sz="1200" dirty="0" err="1">
                <a:highlight>
                  <a:srgbClr val="FFFF00"/>
                </a:highlight>
                <a:latin typeface="Courier New" panose="02070309020205020404" pitchFamily="49" charset="0"/>
                <a:cs typeface="Courier New" panose="02070309020205020404" pitchFamily="49" charset="0"/>
              </a:rPr>
              <a:t>instance</a:t>
            </a:r>
            <a:r>
              <a:rPr lang="de-CH" sz="1200" dirty="0">
                <a:highlight>
                  <a:srgbClr val="FFFF00"/>
                </a:highlight>
                <a:latin typeface="Courier New" panose="02070309020205020404" pitchFamily="49" charset="0"/>
                <a:cs typeface="Courier New" panose="02070309020205020404" pitchFamily="49" charset="0"/>
              </a:rPr>
              <a:t>-</a:t>
            </a:r>
            <a:r>
              <a:rPr lang="de-CH" sz="1200" dirty="0" err="1">
                <a:highlight>
                  <a:srgbClr val="FFFF00"/>
                </a:highlight>
                <a:latin typeface="Courier New" panose="02070309020205020404" pitchFamily="49" charset="0"/>
                <a:cs typeface="Courier New" panose="02070309020205020404" pitchFamily="49" charset="0"/>
              </a:rPr>
              <a:t>peer</a:t>
            </a:r>
            <a:r>
              <a:rPr lang="de-CH" sz="1200" dirty="0">
                <a:highlight>
                  <a:srgbClr val="FFFF00"/>
                </a:highlight>
                <a:latin typeface="Courier New" panose="02070309020205020404" pitchFamily="49" charset="0"/>
                <a:cs typeface="Courier New" panose="02070309020205020404" pitchFamily="49" charset="0"/>
              </a:rPr>
              <a:t>']\</a:t>
            </a:r>
          </a:p>
          <a:p>
            <a:r>
              <a:rPr lang="de-CH" sz="1200" dirty="0">
                <a:highlight>
                  <a:srgbClr val="FFFF00"/>
                </a:highlight>
                <a:latin typeface="Courier New" panose="02070309020205020404" pitchFamily="49" charset="0"/>
                <a:cs typeface="Courier New" panose="02070309020205020404" pitchFamily="49" charset="0"/>
              </a:rPr>
              <a:t>[peer-</a:t>
            </a:r>
            <a:r>
              <a:rPr lang="de-CH" sz="1200" dirty="0" err="1">
                <a:highlight>
                  <a:srgbClr val="FFFF00"/>
                </a:highlight>
                <a:latin typeface="Courier New" panose="02070309020205020404" pitchFamily="49" charset="0"/>
                <a:cs typeface="Courier New" panose="02070309020205020404" pitchFamily="49" charset="0"/>
              </a:rPr>
              <a:t>distinguisher</a:t>
            </a:r>
            <a:r>
              <a:rPr lang="de-CH" sz="1200" dirty="0">
                <a:highlight>
                  <a:srgbClr val="FFFF00"/>
                </a:highlight>
                <a:latin typeface="Courier New" panose="02070309020205020404" pitchFamily="49" charset="0"/>
                <a:cs typeface="Courier New" panose="02070309020205020404" pitchFamily="49" charset="0"/>
              </a:rPr>
              <a:t>='0:0:0']\</a:t>
            </a:r>
          </a:p>
          <a:p>
            <a:r>
              <a:rPr lang="de-CH" sz="1200" dirty="0">
                <a:highlight>
                  <a:srgbClr val="FFFF00"/>
                </a:highlight>
                <a:latin typeface="Courier New" panose="02070309020205020404" pitchFamily="49" charset="0"/>
                <a:cs typeface="Courier New" panose="02070309020205020404" pitchFamily="49" charset="0"/>
              </a:rPr>
              <a:t>[peer-</a:t>
            </a:r>
            <a:r>
              <a:rPr lang="de-CH" sz="1200" dirty="0" err="1">
                <a:highlight>
                  <a:srgbClr val="FFFF00"/>
                </a:highlight>
                <a:latin typeface="Courier New" panose="02070309020205020404" pitchFamily="49" charset="0"/>
                <a:cs typeface="Courier New" panose="02070309020205020404" pitchFamily="49" charset="0"/>
              </a:rPr>
              <a:t>address</a:t>
            </a:r>
            <a:r>
              <a:rPr lang="de-CH" sz="1200" dirty="0">
                <a:highlight>
                  <a:srgbClr val="FFFF00"/>
                </a:highlight>
                <a:latin typeface="Courier New" panose="02070309020205020404" pitchFamily="49" charset="0"/>
                <a:cs typeface="Courier New" panose="02070309020205020404" pitchFamily="49" charset="0"/>
              </a:rPr>
              <a:t>='203.0.113.45']\</a:t>
            </a:r>
          </a:p>
          <a:p>
            <a:r>
              <a:rPr lang="de-CH" sz="1200" dirty="0">
                <a:highlight>
                  <a:srgbClr val="FFFF00"/>
                </a:highlight>
                <a:latin typeface="Courier New" panose="02070309020205020404" pitchFamily="49" charset="0"/>
                <a:cs typeface="Courier New" panose="02070309020205020404" pitchFamily="49" charset="0"/>
              </a:rPr>
              <a:t>[peer-</a:t>
            </a:r>
            <a:r>
              <a:rPr lang="de-CH" sz="1200" dirty="0" err="1">
                <a:highlight>
                  <a:srgbClr val="FFFF00"/>
                </a:highlight>
                <a:latin typeface="Courier New" panose="02070309020205020404" pitchFamily="49" charset="0"/>
                <a:cs typeface="Courier New" panose="02070309020205020404" pitchFamily="49" charset="0"/>
              </a:rPr>
              <a:t>as</a:t>
            </a:r>
            <a:r>
              <a:rPr lang="de-CH" sz="1200" dirty="0">
                <a:highlight>
                  <a:srgbClr val="FFFF00"/>
                </a:highlight>
                <a:latin typeface="Courier New" panose="02070309020205020404" pitchFamily="49" charset="0"/>
                <a:cs typeface="Courier New" panose="02070309020205020404" pitchFamily="49" charset="0"/>
              </a:rPr>
              <a:t>='65002']\</a:t>
            </a:r>
          </a:p>
          <a:p>
            <a:r>
              <a:rPr lang="de-CH" sz="1200" dirty="0">
                <a:highlight>
                  <a:srgbClr val="FFFF00"/>
                </a:highlight>
                <a:latin typeface="Courier New" panose="02070309020205020404" pitchFamily="49" charset="0"/>
                <a:cs typeface="Courier New" panose="02070309020205020404" pitchFamily="49" charset="0"/>
              </a:rPr>
              <a:t>[peer-</a:t>
            </a:r>
            <a:r>
              <a:rPr lang="de-CH" sz="1200" dirty="0" err="1">
                <a:highlight>
                  <a:srgbClr val="FFFF00"/>
                </a:highlight>
                <a:latin typeface="Courier New" panose="02070309020205020404" pitchFamily="49" charset="0"/>
                <a:cs typeface="Courier New" panose="02070309020205020404" pitchFamily="49" charset="0"/>
              </a:rPr>
              <a:t>bgp</a:t>
            </a:r>
            <a:r>
              <a:rPr lang="de-CH" sz="1200" dirty="0">
                <a:highlight>
                  <a:srgbClr val="FFFF00"/>
                </a:highlight>
                <a:latin typeface="Courier New" panose="02070309020205020404" pitchFamily="49" charset="0"/>
                <a:cs typeface="Courier New" panose="02070309020205020404" pitchFamily="49" charset="0"/>
              </a:rPr>
              <a:t>-</a:t>
            </a:r>
            <a:r>
              <a:rPr lang="de-CH" sz="1200" dirty="0" err="1">
                <a:highlight>
                  <a:srgbClr val="FFFF00"/>
                </a:highlight>
                <a:latin typeface="Courier New" panose="02070309020205020404" pitchFamily="49" charset="0"/>
                <a:cs typeface="Courier New" panose="02070309020205020404" pitchFamily="49" charset="0"/>
              </a:rPr>
              <a:t>id</a:t>
            </a:r>
            <a:r>
              <a:rPr lang="de-CH" sz="1200" dirty="0">
                <a:highlight>
                  <a:srgbClr val="FFFF00"/>
                </a:highlight>
                <a:latin typeface="Courier New" panose="02070309020205020404" pitchFamily="49" charset="0"/>
                <a:cs typeface="Courier New" panose="02070309020205020404" pitchFamily="49" charset="0"/>
              </a:rPr>
              <a:t>='203.0.113.1']\</a:t>
            </a:r>
          </a:p>
          <a:p>
            <a:r>
              <a:rPr lang="de-CH" sz="1200" dirty="0">
                <a:highlight>
                  <a:srgbClr val="FFFF00"/>
                </a:highlight>
                <a:latin typeface="Courier New" panose="02070309020205020404" pitchFamily="49" charset="0"/>
                <a:cs typeface="Courier New" panose="02070309020205020404" pitchFamily="49" charset="0"/>
              </a:rPr>
              <a:t>/</a:t>
            </a:r>
            <a:r>
              <a:rPr lang="de-CH" sz="1200" dirty="0" err="1">
                <a:highlight>
                  <a:srgbClr val="FFFF00"/>
                </a:highlight>
                <a:latin typeface="Courier New" panose="02070309020205020404" pitchFamily="49" charset="0"/>
                <a:cs typeface="Courier New" panose="02070309020205020404" pitchFamily="49" charset="0"/>
              </a:rPr>
              <a:t>rib-entry</a:t>
            </a:r>
            <a:r>
              <a:rPr lang="de-CH" sz="1200" dirty="0">
                <a:highlight>
                  <a:srgbClr val="FFFF00"/>
                </a:highlight>
                <a:latin typeface="Courier New" panose="02070309020205020404" pitchFamily="49" charset="0"/>
                <a:cs typeface="Courier New" panose="02070309020205020404" pitchFamily="49" charset="0"/>
              </a:rPr>
              <a:t>/ipv4-unicast/</a:t>
            </a:r>
            <a:r>
              <a:rPr lang="de-CH" sz="1200" dirty="0" err="1">
                <a:highlight>
                  <a:srgbClr val="FFFF00"/>
                </a:highlight>
                <a:latin typeface="Courier New" panose="02070309020205020404" pitchFamily="49" charset="0"/>
                <a:cs typeface="Courier New" panose="02070309020205020404" pitchFamily="49" charset="0"/>
              </a:rPr>
              <a:t>adj</a:t>
            </a:r>
            <a:r>
              <a:rPr lang="de-CH" sz="1200" dirty="0">
                <a:highlight>
                  <a:srgbClr val="FFFF00"/>
                </a:highlight>
                <a:latin typeface="Courier New" panose="02070309020205020404" pitchFamily="49" charset="0"/>
                <a:cs typeface="Courier New" panose="02070309020205020404" pitchFamily="49" charset="0"/>
              </a:rPr>
              <a:t>-</a:t>
            </a:r>
            <a:r>
              <a:rPr lang="de-CH" sz="1200" dirty="0" err="1">
                <a:highlight>
                  <a:srgbClr val="FFFF00"/>
                </a:highlight>
                <a:latin typeface="Courier New" panose="02070309020205020404" pitchFamily="49" charset="0"/>
                <a:cs typeface="Courier New" panose="02070309020205020404" pitchFamily="49" charset="0"/>
              </a:rPr>
              <a:t>rib</a:t>
            </a:r>
            <a:r>
              <a:rPr lang="de-CH" sz="1200" dirty="0">
                <a:highlight>
                  <a:srgbClr val="FFFF00"/>
                </a:highlight>
                <a:latin typeface="Courier New" panose="02070309020205020404" pitchFamily="49" charset="0"/>
                <a:cs typeface="Courier New" panose="02070309020205020404" pitchFamily="49" charset="0"/>
              </a:rPr>
              <a:t>-in-post/route\</a:t>
            </a:r>
          </a:p>
          <a:p>
            <a:r>
              <a:rPr lang="de-CH" sz="1200" dirty="0">
                <a:highlight>
                  <a:srgbClr val="FFFF00"/>
                </a:highlight>
                <a:latin typeface="Courier New" panose="02070309020205020404" pitchFamily="49" charset="0"/>
                <a:cs typeface="Courier New" panose="02070309020205020404" pitchFamily="49" charset="0"/>
              </a:rPr>
              <a:t>[</a:t>
            </a:r>
            <a:r>
              <a:rPr lang="de-CH" sz="1200" dirty="0" err="1">
                <a:highlight>
                  <a:srgbClr val="FFFF00"/>
                </a:highlight>
                <a:latin typeface="Courier New" panose="02070309020205020404" pitchFamily="49" charset="0"/>
                <a:cs typeface="Courier New" panose="02070309020205020404" pitchFamily="49" charset="0"/>
              </a:rPr>
              <a:t>prefix</a:t>
            </a:r>
            <a:r>
              <a:rPr lang="de-CH" sz="1200" dirty="0">
                <a:highlight>
                  <a:srgbClr val="FFFF00"/>
                </a:highlight>
                <a:latin typeface="Courier New" panose="02070309020205020404" pitchFamily="49" charset="0"/>
                <a:cs typeface="Courier New" panose="02070309020205020404" pitchFamily="49" charset="0"/>
              </a:rPr>
              <a:t>='192.0.2.0/24']\</a:t>
            </a:r>
          </a:p>
          <a:p>
            <a:r>
              <a:rPr lang="de-CH" sz="1200" dirty="0">
                <a:highlight>
                  <a:srgbClr val="FFFF00"/>
                </a:highlight>
                <a:latin typeface="Courier New" panose="02070309020205020404" pitchFamily="49" charset="0"/>
                <a:cs typeface="Courier New" panose="02070309020205020404" pitchFamily="49" charset="0"/>
              </a:rPr>
              <a:t>[</a:t>
            </a:r>
            <a:r>
              <a:rPr lang="de-CH" sz="1200" dirty="0" err="1">
                <a:highlight>
                  <a:srgbClr val="FFFF00"/>
                </a:highlight>
                <a:latin typeface="Courier New" panose="02070309020205020404" pitchFamily="49" charset="0"/>
                <a:cs typeface="Courier New" panose="02070309020205020404" pitchFamily="49" charset="0"/>
              </a:rPr>
              <a:t>path-id</a:t>
            </a:r>
            <a:r>
              <a:rPr lang="de-CH" sz="1200" dirty="0">
                <a:highlight>
                  <a:srgbClr val="FFFF00"/>
                </a:highlight>
                <a:latin typeface="Courier New" panose="02070309020205020404" pitchFamily="49" charset="0"/>
                <a:cs typeface="Courier New" panose="02070309020205020404" pitchFamily="49" charset="0"/>
              </a:rPr>
              <a:t>='0']</a:t>
            </a:r>
          </a:p>
          <a:p>
            <a:endParaRPr lang="de-CH" sz="1200" dirty="0">
              <a:latin typeface="Courier New" panose="02070309020205020404" pitchFamily="49" charset="0"/>
              <a:cs typeface="Courier New" panose="02070309020205020404" pitchFamily="49" charset="0"/>
            </a:endParaRPr>
          </a:p>
          <a:p>
            <a:r>
              <a:rPr lang="de-CH" sz="1200" dirty="0">
                <a:latin typeface="Courier New" panose="02070309020205020404" pitchFamily="49" charset="0"/>
                <a:cs typeface="Courier New" panose="02070309020205020404" pitchFamily="49" charset="0"/>
              </a:rPr>
              <a:t>Headers:</a:t>
            </a:r>
          </a:p>
          <a:p>
            <a:r>
              <a:rPr lang="de-CH" sz="1200" dirty="0">
                <a:latin typeface="Courier New" panose="02070309020205020404" pitchFamily="49" charset="0"/>
                <a:cs typeface="Courier New" panose="02070309020205020404" pitchFamily="49" charset="0"/>
              </a:rPr>
              <a:t>  schema-</a:t>
            </a:r>
            <a:r>
              <a:rPr lang="de-CH" sz="1200" dirty="0" err="1">
                <a:latin typeface="Courier New" panose="02070309020205020404" pitchFamily="49" charset="0"/>
                <a:cs typeface="Courier New" panose="02070309020205020404" pitchFamily="49" charset="0"/>
              </a:rPr>
              <a:t>id</a:t>
            </a:r>
            <a:r>
              <a:rPr lang="de-CH" sz="1200" dirty="0">
                <a:latin typeface="Courier New" panose="02070309020205020404" pitchFamily="49" charset="0"/>
                <a:cs typeface="Courier New" panose="02070309020205020404" pitchFamily="49" charset="0"/>
              </a:rPr>
              <a:t>:     5</a:t>
            </a:r>
          </a:p>
          <a:p>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content</a:t>
            </a:r>
            <a:r>
              <a:rPr lang="de-CH" sz="1200" dirty="0">
                <a:latin typeface="Courier New" panose="02070309020205020404" pitchFamily="49" charset="0"/>
                <a:cs typeface="Courier New" panose="02070309020205020404" pitchFamily="49" charset="0"/>
              </a:rPr>
              <a:t>-type:  </a:t>
            </a:r>
            <a:r>
              <a:rPr lang="de-CH" sz="1200" dirty="0" err="1">
                <a:latin typeface="Courier New" panose="02070309020205020404" pitchFamily="49" charset="0"/>
                <a:cs typeface="Courier New" panose="02070309020205020404" pitchFamily="49" charset="0"/>
              </a:rPr>
              <a:t>application</a:t>
            </a:r>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yang-data+json</a:t>
            </a:r>
            <a:endParaRPr lang="de-CH" sz="1200" dirty="0">
              <a:latin typeface="Courier New" panose="02070309020205020404" pitchFamily="49" charset="0"/>
              <a:cs typeface="Courier New" panose="02070309020205020404" pitchFamily="49" charset="0"/>
            </a:endParaRPr>
          </a:p>
          <a:p>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partition-key</a:t>
            </a:r>
            <a:r>
              <a:rPr lang="de-CH" sz="1200" dirty="0">
                <a:latin typeface="Courier New" panose="02070309020205020404" pitchFamily="49" charset="0"/>
                <a:cs typeface="Courier New" panose="02070309020205020404" pitchFamily="49" charset="0"/>
              </a:rPr>
              <a:t>: router-nyc-01</a:t>
            </a:r>
          </a:p>
        </p:txBody>
      </p:sp>
    </p:spTree>
    <p:extLst>
      <p:ext uri="{BB962C8B-B14F-4D97-AF65-F5344CB8AC3E}">
        <p14:creationId xmlns:p14="http://schemas.microsoft.com/office/powerpoint/2010/main" val="2939312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C9425-9D9D-9EE6-DD4D-262D2012CA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5F642-DED8-EEC1-9913-FF49451EF037}"/>
              </a:ext>
            </a:extLst>
          </p:cNvPr>
          <p:cNvSpPr>
            <a:spLocks noGrp="1"/>
          </p:cNvSpPr>
          <p:nvPr>
            <p:ph type="title"/>
          </p:nvPr>
        </p:nvSpPr>
        <p:spPr/>
        <p:txBody>
          <a:bodyPr>
            <a:normAutofit/>
          </a:bodyPr>
          <a:lstStyle/>
          <a:p>
            <a:r>
              <a:rPr lang="en-US" sz="3200" b="1" dirty="0"/>
              <a:t>BMP YANG Telemetry Message</a:t>
            </a:r>
            <a:br>
              <a:rPr lang="en-US" sz="4000" dirty="0"/>
            </a:br>
            <a:r>
              <a:rPr lang="en-US" sz="2800" dirty="0">
                <a:solidFill>
                  <a:schemeClr val="bg2">
                    <a:lumMod val="75000"/>
                  </a:schemeClr>
                </a:solidFill>
              </a:rPr>
              <a:t>Dedicated Partition Key for deterministic per-router partitioning</a:t>
            </a:r>
            <a:endParaRPr lang="en-US" sz="2700" dirty="0">
              <a:solidFill>
                <a:schemeClr val="bg2">
                  <a:lumMod val="75000"/>
                </a:schemeClr>
              </a:solidFill>
            </a:endParaRPr>
          </a:p>
        </p:txBody>
      </p:sp>
      <p:sp>
        <p:nvSpPr>
          <p:cNvPr id="3" name="Content Placeholder 2">
            <a:extLst>
              <a:ext uri="{FF2B5EF4-FFF2-40B4-BE49-F238E27FC236}">
                <a16:creationId xmlns:a16="http://schemas.microsoft.com/office/drawing/2014/main" id="{7C24CAAB-0245-BE83-EBA7-2995DD375A9F}"/>
              </a:ext>
            </a:extLst>
          </p:cNvPr>
          <p:cNvSpPr>
            <a:spLocks noGrp="1"/>
          </p:cNvSpPr>
          <p:nvPr>
            <p:ph idx="1"/>
          </p:nvPr>
        </p:nvSpPr>
        <p:spPr>
          <a:xfrm>
            <a:off x="838200" y="1690688"/>
            <a:ext cx="5477692" cy="4486275"/>
          </a:xfrm>
        </p:spPr>
        <p:txBody>
          <a:bodyPr>
            <a:noAutofit/>
          </a:bodyPr>
          <a:lstStyle/>
          <a:p>
            <a:pPr marL="0" indent="0">
              <a:spcBef>
                <a:spcPts val="600"/>
              </a:spcBef>
              <a:spcAft>
                <a:spcPts val="600"/>
              </a:spcAft>
              <a:buNone/>
            </a:pPr>
            <a:r>
              <a:rPr lang="en-US" sz="2100" dirty="0"/>
              <a:t>BMP requires message ordering, and Message Brokers only guarantee ordering within a partition.</a:t>
            </a:r>
          </a:p>
          <a:p>
            <a:pPr marL="0" indent="0">
              <a:spcBef>
                <a:spcPts val="600"/>
              </a:spcBef>
              <a:spcAft>
                <a:spcPts val="600"/>
              </a:spcAft>
              <a:buNone/>
            </a:pPr>
            <a:r>
              <a:rPr lang="en-US" sz="2100" dirty="0"/>
              <a:t>Introduce a Partition Key (=hostname of the network node), distinct from the Message Key.</a:t>
            </a:r>
          </a:p>
          <a:p>
            <a:pPr marL="0" indent="0">
              <a:spcBef>
                <a:spcPts val="600"/>
              </a:spcBef>
              <a:spcAft>
                <a:spcPts val="600"/>
              </a:spcAft>
              <a:buNone/>
            </a:pPr>
            <a:r>
              <a:rPr lang="en-US" sz="2100" dirty="0"/>
              <a:t>Partition Key is used by a </a:t>
            </a:r>
            <a:r>
              <a:rPr lang="en-US" sz="2100" b="1" dirty="0"/>
              <a:t>custom partitioner implementation in the Message Broker producer </a:t>
            </a:r>
            <a:r>
              <a:rPr lang="en-US" sz="2100" dirty="0"/>
              <a:t>to ensure that all BMP messages from a given router end up in the same partition.</a:t>
            </a:r>
          </a:p>
        </p:txBody>
      </p:sp>
      <p:sp>
        <p:nvSpPr>
          <p:cNvPr id="6" name="Slide Number Placeholder 1">
            <a:extLst>
              <a:ext uri="{FF2B5EF4-FFF2-40B4-BE49-F238E27FC236}">
                <a16:creationId xmlns:a16="http://schemas.microsoft.com/office/drawing/2014/main" id="{EB221BCE-0033-AF59-B34A-0118DC3045AA}"/>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11</a:t>
            </a:fld>
            <a:endParaRPr lang="en-US" sz="1400" dirty="0"/>
          </a:p>
        </p:txBody>
      </p:sp>
      <p:sp>
        <p:nvSpPr>
          <p:cNvPr id="8" name="TextBox 7">
            <a:extLst>
              <a:ext uri="{FF2B5EF4-FFF2-40B4-BE49-F238E27FC236}">
                <a16:creationId xmlns:a16="http://schemas.microsoft.com/office/drawing/2014/main" id="{96987BA9-C93C-4BAD-F703-D4F3143CF927}"/>
              </a:ext>
            </a:extLst>
          </p:cNvPr>
          <p:cNvSpPr txBox="1"/>
          <p:nvPr/>
        </p:nvSpPr>
        <p:spPr>
          <a:xfrm>
            <a:off x="7576457" y="1690688"/>
            <a:ext cx="4136572" cy="3970318"/>
          </a:xfrm>
          <a:prstGeom prst="rect">
            <a:avLst/>
          </a:prstGeom>
          <a:noFill/>
        </p:spPr>
        <p:txBody>
          <a:bodyPr wrap="square">
            <a:spAutoFit/>
          </a:bodyPr>
          <a:lstStyle/>
          <a:p>
            <a:r>
              <a:rPr lang="de-CH" sz="1200" dirty="0">
                <a:latin typeface="Courier New" panose="02070309020205020404" pitchFamily="49" charset="0"/>
                <a:cs typeface="Courier New" panose="02070309020205020404" pitchFamily="49" charset="0"/>
              </a:rPr>
              <a:t>NOTE: '\' </a:t>
            </a:r>
            <a:r>
              <a:rPr lang="de-CH" sz="1200" dirty="0" err="1">
                <a:latin typeface="Courier New" panose="02070309020205020404" pitchFamily="49" charset="0"/>
                <a:cs typeface="Courier New" panose="02070309020205020404" pitchFamily="49" charset="0"/>
              </a:rPr>
              <a:t>is</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used</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for</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line</a:t>
            </a:r>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folding</a:t>
            </a:r>
            <a:r>
              <a:rPr lang="de-CH" sz="1200" dirty="0">
                <a:latin typeface="Courier New" panose="02070309020205020404" pitchFamily="49" charset="0"/>
                <a:cs typeface="Courier New" panose="02070309020205020404" pitchFamily="49" charset="0"/>
              </a:rPr>
              <a:t>.</a:t>
            </a:r>
          </a:p>
          <a:p>
            <a:endParaRPr lang="de-CH" sz="1200" dirty="0">
              <a:latin typeface="Courier New" panose="02070309020205020404" pitchFamily="49" charset="0"/>
              <a:cs typeface="Courier New" panose="02070309020205020404" pitchFamily="49" charset="0"/>
            </a:endParaRPr>
          </a:p>
          <a:p>
            <a:r>
              <a:rPr lang="de-CH" sz="1200" dirty="0">
                <a:latin typeface="Courier New" panose="02070309020205020404" pitchFamily="49" charset="0"/>
                <a:cs typeface="Courier New" panose="02070309020205020404" pitchFamily="49" charset="0"/>
              </a:rPr>
              <a:t>Key:</a:t>
            </a:r>
          </a:p>
          <a:p>
            <a:r>
              <a:rPr lang="de-CH" sz="1200" dirty="0">
                <a:latin typeface="Courier New" panose="02070309020205020404" pitchFamily="49" charset="0"/>
                <a:cs typeface="Courier New" panose="02070309020205020404" pitchFamily="49" charset="0"/>
              </a:rPr>
              <a:t>  router-nyc-01</a:t>
            </a:r>
          </a:p>
          <a:p>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ietf</a:t>
            </a:r>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bmp</a:t>
            </a:r>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telemetry</a:t>
            </a:r>
            <a:r>
              <a:rPr lang="de-CH" sz="1200" dirty="0">
                <a:latin typeface="Courier New" panose="02070309020205020404" pitchFamily="49" charset="0"/>
                <a:cs typeface="Courier New" panose="02070309020205020404" pitchFamily="49" charset="0"/>
              </a:rPr>
              <a:t>-message:/</a:t>
            </a:r>
          </a:p>
          <a:p>
            <a:r>
              <a:rPr lang="de-CH" sz="1200" dirty="0" err="1">
                <a:latin typeface="Courier New" panose="02070309020205020404" pitchFamily="49" charset="0"/>
                <a:cs typeface="Courier New" panose="02070309020205020404" pitchFamily="49" charset="0"/>
              </a:rPr>
              <a:t>message</a:t>
            </a:r>
            <a:r>
              <a:rPr lang="de-CH" sz="1200" dirty="0">
                <a:latin typeface="Courier New" panose="02070309020205020404" pitchFamily="49" charset="0"/>
                <a:cs typeface="Courier New" panose="02070309020205020404" pitchFamily="49" charset="0"/>
              </a:rPr>
              <a:t>/route-monitoring\</a:t>
            </a:r>
          </a:p>
          <a:p>
            <a:r>
              <a:rPr lang="de-CH" sz="1200" dirty="0">
                <a:latin typeface="Courier New" panose="02070309020205020404" pitchFamily="49" charset="0"/>
                <a:cs typeface="Courier New" panose="02070309020205020404" pitchFamily="49" charset="0"/>
              </a:rPr>
              <a:t>[peer-type='global-</a:t>
            </a:r>
            <a:r>
              <a:rPr lang="de-CH" sz="1200" dirty="0" err="1">
                <a:latin typeface="Courier New" panose="02070309020205020404" pitchFamily="49" charset="0"/>
                <a:cs typeface="Courier New" panose="02070309020205020404" pitchFamily="49" charset="0"/>
              </a:rPr>
              <a:t>instance</a:t>
            </a:r>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peer</a:t>
            </a:r>
            <a:r>
              <a:rPr lang="de-CH" sz="1200" dirty="0">
                <a:latin typeface="Courier New" panose="02070309020205020404" pitchFamily="49" charset="0"/>
                <a:cs typeface="Courier New" panose="02070309020205020404" pitchFamily="49" charset="0"/>
              </a:rPr>
              <a:t>']\</a:t>
            </a:r>
          </a:p>
          <a:p>
            <a:r>
              <a:rPr lang="de-CH" sz="1200" dirty="0">
                <a:latin typeface="Courier New" panose="02070309020205020404" pitchFamily="49" charset="0"/>
                <a:cs typeface="Courier New" panose="02070309020205020404" pitchFamily="49" charset="0"/>
              </a:rPr>
              <a:t>[peer-</a:t>
            </a:r>
            <a:r>
              <a:rPr lang="de-CH" sz="1200" dirty="0" err="1">
                <a:latin typeface="Courier New" panose="02070309020205020404" pitchFamily="49" charset="0"/>
                <a:cs typeface="Courier New" panose="02070309020205020404" pitchFamily="49" charset="0"/>
              </a:rPr>
              <a:t>distinguisher</a:t>
            </a:r>
            <a:r>
              <a:rPr lang="de-CH" sz="1200" dirty="0">
                <a:latin typeface="Courier New" panose="02070309020205020404" pitchFamily="49" charset="0"/>
                <a:cs typeface="Courier New" panose="02070309020205020404" pitchFamily="49" charset="0"/>
              </a:rPr>
              <a:t>='0:0:0']\</a:t>
            </a:r>
          </a:p>
          <a:p>
            <a:r>
              <a:rPr lang="de-CH" sz="1200" dirty="0">
                <a:latin typeface="Courier New" panose="02070309020205020404" pitchFamily="49" charset="0"/>
                <a:cs typeface="Courier New" panose="02070309020205020404" pitchFamily="49" charset="0"/>
              </a:rPr>
              <a:t>[peer-</a:t>
            </a:r>
            <a:r>
              <a:rPr lang="de-CH" sz="1200" dirty="0" err="1">
                <a:latin typeface="Courier New" panose="02070309020205020404" pitchFamily="49" charset="0"/>
                <a:cs typeface="Courier New" panose="02070309020205020404" pitchFamily="49" charset="0"/>
              </a:rPr>
              <a:t>address</a:t>
            </a:r>
            <a:r>
              <a:rPr lang="de-CH" sz="1200" dirty="0">
                <a:latin typeface="Courier New" panose="02070309020205020404" pitchFamily="49" charset="0"/>
                <a:cs typeface="Courier New" panose="02070309020205020404" pitchFamily="49" charset="0"/>
              </a:rPr>
              <a:t>='203.0.113.45']\</a:t>
            </a:r>
          </a:p>
          <a:p>
            <a:r>
              <a:rPr lang="de-CH" sz="1200" dirty="0">
                <a:latin typeface="Courier New" panose="02070309020205020404" pitchFamily="49" charset="0"/>
                <a:cs typeface="Courier New" panose="02070309020205020404" pitchFamily="49" charset="0"/>
              </a:rPr>
              <a:t>[peer-</a:t>
            </a:r>
            <a:r>
              <a:rPr lang="de-CH" sz="1200" dirty="0" err="1">
                <a:latin typeface="Courier New" panose="02070309020205020404" pitchFamily="49" charset="0"/>
                <a:cs typeface="Courier New" panose="02070309020205020404" pitchFamily="49" charset="0"/>
              </a:rPr>
              <a:t>as</a:t>
            </a:r>
            <a:r>
              <a:rPr lang="de-CH" sz="1200" dirty="0">
                <a:latin typeface="Courier New" panose="02070309020205020404" pitchFamily="49" charset="0"/>
                <a:cs typeface="Courier New" panose="02070309020205020404" pitchFamily="49" charset="0"/>
              </a:rPr>
              <a:t>='65002']\</a:t>
            </a:r>
          </a:p>
          <a:p>
            <a:r>
              <a:rPr lang="de-CH" sz="1200" dirty="0">
                <a:latin typeface="Courier New" panose="02070309020205020404" pitchFamily="49" charset="0"/>
                <a:cs typeface="Courier New" panose="02070309020205020404" pitchFamily="49" charset="0"/>
              </a:rPr>
              <a:t>[peer-</a:t>
            </a:r>
            <a:r>
              <a:rPr lang="de-CH" sz="1200" dirty="0" err="1">
                <a:latin typeface="Courier New" panose="02070309020205020404" pitchFamily="49" charset="0"/>
                <a:cs typeface="Courier New" panose="02070309020205020404" pitchFamily="49" charset="0"/>
              </a:rPr>
              <a:t>bgp</a:t>
            </a:r>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id</a:t>
            </a:r>
            <a:r>
              <a:rPr lang="de-CH" sz="1200" dirty="0">
                <a:latin typeface="Courier New" panose="02070309020205020404" pitchFamily="49" charset="0"/>
                <a:cs typeface="Courier New" panose="02070309020205020404" pitchFamily="49" charset="0"/>
              </a:rPr>
              <a:t>='203.0.113.1']\</a:t>
            </a:r>
          </a:p>
          <a:p>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rib-entry</a:t>
            </a:r>
            <a:r>
              <a:rPr lang="de-CH" sz="1200" dirty="0">
                <a:latin typeface="Courier New" panose="02070309020205020404" pitchFamily="49" charset="0"/>
                <a:cs typeface="Courier New" panose="02070309020205020404" pitchFamily="49" charset="0"/>
              </a:rPr>
              <a:t>/ipv4-unicast/</a:t>
            </a:r>
            <a:r>
              <a:rPr lang="de-CH" sz="1200" dirty="0" err="1">
                <a:latin typeface="Courier New" panose="02070309020205020404" pitchFamily="49" charset="0"/>
                <a:cs typeface="Courier New" panose="02070309020205020404" pitchFamily="49" charset="0"/>
              </a:rPr>
              <a:t>adj</a:t>
            </a:r>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rib</a:t>
            </a:r>
            <a:r>
              <a:rPr lang="de-CH" sz="1200" dirty="0">
                <a:latin typeface="Courier New" panose="02070309020205020404" pitchFamily="49" charset="0"/>
                <a:cs typeface="Courier New" panose="02070309020205020404" pitchFamily="49" charset="0"/>
              </a:rPr>
              <a:t>-in-post/route\</a:t>
            </a:r>
          </a:p>
          <a:p>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prefix</a:t>
            </a:r>
            <a:r>
              <a:rPr lang="de-CH" sz="1200" dirty="0">
                <a:latin typeface="Courier New" panose="02070309020205020404" pitchFamily="49" charset="0"/>
                <a:cs typeface="Courier New" panose="02070309020205020404" pitchFamily="49" charset="0"/>
              </a:rPr>
              <a:t>='192.0.2.0/24']\</a:t>
            </a:r>
          </a:p>
          <a:p>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path-id</a:t>
            </a:r>
            <a:r>
              <a:rPr lang="de-CH" sz="1200" dirty="0">
                <a:latin typeface="Courier New" panose="02070309020205020404" pitchFamily="49" charset="0"/>
                <a:cs typeface="Courier New" panose="02070309020205020404" pitchFamily="49" charset="0"/>
              </a:rPr>
              <a:t>='0']</a:t>
            </a:r>
          </a:p>
          <a:p>
            <a:endParaRPr lang="de-CH" sz="1200" dirty="0">
              <a:latin typeface="Courier New" panose="02070309020205020404" pitchFamily="49" charset="0"/>
              <a:cs typeface="Courier New" panose="02070309020205020404" pitchFamily="49" charset="0"/>
            </a:endParaRPr>
          </a:p>
          <a:p>
            <a:r>
              <a:rPr lang="de-CH" sz="1200" dirty="0">
                <a:latin typeface="Courier New" panose="02070309020205020404" pitchFamily="49" charset="0"/>
                <a:cs typeface="Courier New" panose="02070309020205020404" pitchFamily="49" charset="0"/>
              </a:rPr>
              <a:t>Headers:</a:t>
            </a:r>
          </a:p>
          <a:p>
            <a:r>
              <a:rPr lang="de-CH" sz="1200" dirty="0">
                <a:latin typeface="Courier New" panose="02070309020205020404" pitchFamily="49" charset="0"/>
                <a:cs typeface="Courier New" panose="02070309020205020404" pitchFamily="49" charset="0"/>
              </a:rPr>
              <a:t>  schema-</a:t>
            </a:r>
            <a:r>
              <a:rPr lang="de-CH" sz="1200" dirty="0" err="1">
                <a:latin typeface="Courier New" panose="02070309020205020404" pitchFamily="49" charset="0"/>
                <a:cs typeface="Courier New" panose="02070309020205020404" pitchFamily="49" charset="0"/>
              </a:rPr>
              <a:t>id</a:t>
            </a:r>
            <a:r>
              <a:rPr lang="de-CH" sz="1200" dirty="0">
                <a:latin typeface="Courier New" panose="02070309020205020404" pitchFamily="49" charset="0"/>
                <a:cs typeface="Courier New" panose="02070309020205020404" pitchFamily="49" charset="0"/>
              </a:rPr>
              <a:t>:     5</a:t>
            </a:r>
          </a:p>
          <a:p>
            <a:r>
              <a:rPr lang="de-CH" sz="1200" dirty="0">
                <a:latin typeface="Courier New" panose="02070309020205020404" pitchFamily="49" charset="0"/>
                <a:cs typeface="Courier New" panose="02070309020205020404" pitchFamily="49" charset="0"/>
              </a:rPr>
              <a:t>  </a:t>
            </a:r>
            <a:r>
              <a:rPr lang="de-CH" sz="1200" dirty="0" err="1">
                <a:latin typeface="Courier New" panose="02070309020205020404" pitchFamily="49" charset="0"/>
                <a:cs typeface="Courier New" panose="02070309020205020404" pitchFamily="49" charset="0"/>
              </a:rPr>
              <a:t>content</a:t>
            </a:r>
            <a:r>
              <a:rPr lang="de-CH" sz="1200" dirty="0">
                <a:latin typeface="Courier New" panose="02070309020205020404" pitchFamily="49" charset="0"/>
                <a:cs typeface="Courier New" panose="02070309020205020404" pitchFamily="49" charset="0"/>
              </a:rPr>
              <a:t>-type:  </a:t>
            </a:r>
            <a:r>
              <a:rPr lang="de-CH" sz="1200" dirty="0" err="1">
                <a:latin typeface="Courier New" panose="02070309020205020404" pitchFamily="49" charset="0"/>
                <a:cs typeface="Courier New" panose="02070309020205020404" pitchFamily="49" charset="0"/>
              </a:rPr>
              <a:t>application</a:t>
            </a:r>
            <a:r>
              <a:rPr lang="de-CH" sz="1200" dirty="0">
                <a:latin typeface="Courier New" panose="02070309020205020404" pitchFamily="49" charset="0"/>
                <a:cs typeface="Courier New" panose="02070309020205020404" pitchFamily="49" charset="0"/>
              </a:rPr>
              <a:t>/</a:t>
            </a:r>
            <a:r>
              <a:rPr lang="de-CH" sz="1200" dirty="0" err="1">
                <a:latin typeface="Courier New" panose="02070309020205020404" pitchFamily="49" charset="0"/>
                <a:cs typeface="Courier New" panose="02070309020205020404" pitchFamily="49" charset="0"/>
              </a:rPr>
              <a:t>yang-data+json</a:t>
            </a:r>
            <a:endParaRPr lang="de-CH" sz="1200" dirty="0">
              <a:latin typeface="Courier New" panose="02070309020205020404" pitchFamily="49" charset="0"/>
              <a:cs typeface="Courier New" panose="02070309020205020404" pitchFamily="49" charset="0"/>
            </a:endParaRPr>
          </a:p>
          <a:p>
            <a:r>
              <a:rPr lang="de-CH" sz="1200" dirty="0">
                <a:highlight>
                  <a:srgbClr val="FFFF00"/>
                </a:highlight>
                <a:latin typeface="Courier New" panose="02070309020205020404" pitchFamily="49" charset="0"/>
                <a:cs typeface="Courier New" panose="02070309020205020404" pitchFamily="49" charset="0"/>
              </a:rPr>
              <a:t>  </a:t>
            </a:r>
            <a:r>
              <a:rPr lang="de-CH" sz="1200" dirty="0" err="1">
                <a:highlight>
                  <a:srgbClr val="FFFF00"/>
                </a:highlight>
                <a:latin typeface="Courier New" panose="02070309020205020404" pitchFamily="49" charset="0"/>
                <a:cs typeface="Courier New" panose="02070309020205020404" pitchFamily="49" charset="0"/>
              </a:rPr>
              <a:t>partition-key</a:t>
            </a:r>
            <a:r>
              <a:rPr lang="de-CH" sz="1200" dirty="0">
                <a:highlight>
                  <a:srgbClr val="FFFF00"/>
                </a:highlight>
                <a:latin typeface="Courier New" panose="02070309020205020404" pitchFamily="49" charset="0"/>
                <a:cs typeface="Courier New" panose="02070309020205020404" pitchFamily="49" charset="0"/>
              </a:rPr>
              <a:t>: router-nyc-01</a:t>
            </a:r>
          </a:p>
        </p:txBody>
      </p:sp>
    </p:spTree>
    <p:extLst>
      <p:ext uri="{BB962C8B-B14F-4D97-AF65-F5344CB8AC3E}">
        <p14:creationId xmlns:p14="http://schemas.microsoft.com/office/powerpoint/2010/main" val="555040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30A70-FC9F-6E89-ADE8-150C7C6DA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520E1-A4E0-F3CA-29AD-D2D9ADADBEF0}"/>
              </a:ext>
            </a:extLst>
          </p:cNvPr>
          <p:cNvSpPr>
            <a:spLocks noGrp="1"/>
          </p:cNvSpPr>
          <p:nvPr>
            <p:ph type="title"/>
          </p:nvPr>
        </p:nvSpPr>
        <p:spPr/>
        <p:txBody>
          <a:bodyPr>
            <a:normAutofit/>
          </a:bodyPr>
          <a:lstStyle/>
          <a:p>
            <a:r>
              <a:rPr lang="en-US" sz="2800" b="1" noProof="0" dirty="0"/>
              <a:t>Questions to…</a:t>
            </a:r>
            <a:br>
              <a:rPr lang="en-US" sz="3600" noProof="0" dirty="0"/>
            </a:br>
            <a:r>
              <a:rPr lang="en-US" sz="2700" noProof="0" dirty="0">
                <a:solidFill>
                  <a:schemeClr val="bg2">
                    <a:lumMod val="75000"/>
                  </a:schemeClr>
                </a:solidFill>
              </a:rPr>
              <a:t>NMOP</a:t>
            </a:r>
          </a:p>
        </p:txBody>
      </p:sp>
      <p:sp>
        <p:nvSpPr>
          <p:cNvPr id="3" name="Content Placeholder 2">
            <a:extLst>
              <a:ext uri="{FF2B5EF4-FFF2-40B4-BE49-F238E27FC236}">
                <a16:creationId xmlns:a16="http://schemas.microsoft.com/office/drawing/2014/main" id="{3EA36F6F-A76C-ACD7-BA9E-6565DCCE91FE}"/>
              </a:ext>
            </a:extLst>
          </p:cNvPr>
          <p:cNvSpPr>
            <a:spLocks noGrp="1"/>
          </p:cNvSpPr>
          <p:nvPr>
            <p:ph idx="1"/>
          </p:nvPr>
        </p:nvSpPr>
        <p:spPr>
          <a:xfrm>
            <a:off x="838199" y="1690688"/>
            <a:ext cx="9659816" cy="4486275"/>
          </a:xfrm>
        </p:spPr>
        <p:txBody>
          <a:bodyPr>
            <a:noAutofit/>
          </a:bodyPr>
          <a:lstStyle/>
          <a:p>
            <a:pPr>
              <a:spcBef>
                <a:spcPts val="600"/>
              </a:spcBef>
            </a:pPr>
            <a:r>
              <a:rPr lang="en-US" sz="2100" noProof="0" dirty="0"/>
              <a:t>Does the topic naming concept and the split between Message and Partition key makes sense?</a:t>
            </a:r>
          </a:p>
          <a:p>
            <a:pPr>
              <a:spcBef>
                <a:spcPts val="600"/>
              </a:spcBef>
            </a:pPr>
            <a:r>
              <a:rPr lang="en-US" sz="2100" noProof="0" dirty="0"/>
              <a:t>Do you agree on the data modeling of the BMP related metadata. Any comments?</a:t>
            </a:r>
          </a:p>
          <a:p>
            <a:pPr>
              <a:spcBef>
                <a:spcPts val="600"/>
              </a:spcBef>
            </a:pPr>
            <a:r>
              <a:rPr lang="en-US" sz="2100" noProof="0" dirty="0"/>
              <a:t>Do you still resonate of having BMP and IPFIX data being transformed to YANG and integrated uniformly to Message Broker to ease data consumption for network operation and next generation AI applications?</a:t>
            </a:r>
          </a:p>
        </p:txBody>
      </p:sp>
      <p:sp>
        <p:nvSpPr>
          <p:cNvPr id="6" name="Slide Number Placeholder 1">
            <a:extLst>
              <a:ext uri="{FF2B5EF4-FFF2-40B4-BE49-F238E27FC236}">
                <a16:creationId xmlns:a16="http://schemas.microsoft.com/office/drawing/2014/main" id="{B9866352-2EDF-D4FC-27E7-72035010FE1B}"/>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noProof="0" smtClean="0"/>
              <a:t>12</a:t>
            </a:fld>
            <a:endParaRPr lang="en-US" sz="1400" noProof="0" dirty="0"/>
          </a:p>
        </p:txBody>
      </p:sp>
    </p:spTree>
    <p:extLst>
      <p:ext uri="{BB962C8B-B14F-4D97-AF65-F5344CB8AC3E}">
        <p14:creationId xmlns:p14="http://schemas.microsoft.com/office/powerpoint/2010/main" val="3305081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BD2C3-1617-C66C-FED5-A4C8EFBEFF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10DAF-D462-6EB1-0CF1-478F85BDA7CE}"/>
              </a:ext>
            </a:extLst>
          </p:cNvPr>
          <p:cNvSpPr>
            <a:spLocks noGrp="1"/>
          </p:cNvSpPr>
          <p:nvPr>
            <p:ph type="title"/>
          </p:nvPr>
        </p:nvSpPr>
        <p:spPr/>
        <p:txBody>
          <a:bodyPr>
            <a:normAutofit/>
          </a:bodyPr>
          <a:lstStyle/>
          <a:p>
            <a:r>
              <a:rPr lang="en-US" sz="2800" b="1" dirty="0"/>
              <a:t>Next Steps</a:t>
            </a:r>
            <a:br>
              <a:rPr lang="en-US" sz="3600" dirty="0"/>
            </a:br>
            <a:r>
              <a:rPr lang="en-US" sz="2700" dirty="0">
                <a:solidFill>
                  <a:schemeClr val="bg2">
                    <a:lumMod val="75000"/>
                  </a:schemeClr>
                </a:solidFill>
              </a:rPr>
              <a:t>Extend model, working group adoption and code contribution</a:t>
            </a:r>
          </a:p>
        </p:txBody>
      </p:sp>
      <p:sp>
        <p:nvSpPr>
          <p:cNvPr id="3" name="Content Placeholder 2">
            <a:extLst>
              <a:ext uri="{FF2B5EF4-FFF2-40B4-BE49-F238E27FC236}">
                <a16:creationId xmlns:a16="http://schemas.microsoft.com/office/drawing/2014/main" id="{3F4CBE7F-1450-A754-E524-9EE662BEDE60}"/>
              </a:ext>
            </a:extLst>
          </p:cNvPr>
          <p:cNvSpPr>
            <a:spLocks noGrp="1"/>
          </p:cNvSpPr>
          <p:nvPr>
            <p:ph idx="1"/>
          </p:nvPr>
        </p:nvSpPr>
        <p:spPr>
          <a:xfrm>
            <a:off x="838199" y="1690688"/>
            <a:ext cx="10749694" cy="4486275"/>
          </a:xfrm>
        </p:spPr>
        <p:txBody>
          <a:bodyPr>
            <a:noAutofit/>
          </a:bodyPr>
          <a:lstStyle/>
          <a:p>
            <a:pPr>
              <a:spcBef>
                <a:spcPts val="600"/>
              </a:spcBef>
            </a:pPr>
            <a:r>
              <a:rPr lang="en-US" sz="2100" dirty="0"/>
              <a:t>Extend document to cover:</a:t>
            </a:r>
          </a:p>
          <a:p>
            <a:pPr lvl="1">
              <a:spcBef>
                <a:spcPts val="600"/>
              </a:spcBef>
            </a:pPr>
            <a:r>
              <a:rPr lang="en-US" sz="2100" dirty="0"/>
              <a:t>Support additional BGP address families (labeled-unicast, l3vpn-unicast, l2vpn,…)</a:t>
            </a:r>
          </a:p>
          <a:p>
            <a:pPr lvl="1">
              <a:spcBef>
                <a:spcPts val="600"/>
              </a:spcBef>
            </a:pPr>
            <a:r>
              <a:rPr lang="en-US" sz="2100" dirty="0"/>
              <a:t>Improve BMP Statistics modeling (</a:t>
            </a:r>
            <a:r>
              <a:rPr lang="en-US" sz="2100" dirty="0" err="1"/>
              <a:t>identityref</a:t>
            </a:r>
            <a:r>
              <a:rPr lang="en-US" sz="2100" dirty="0"/>
              <a:t>/enumeration of statistics-type)</a:t>
            </a:r>
          </a:p>
          <a:p>
            <a:pPr lvl="1">
              <a:spcBef>
                <a:spcPts val="600"/>
              </a:spcBef>
            </a:pPr>
            <a:r>
              <a:rPr lang="en-US" sz="2100" dirty="0"/>
              <a:t>Clarify authoritative timestamps (when BMP header timestamp and TLVs are present</a:t>
            </a:r>
          </a:p>
          <a:p>
            <a:pPr>
              <a:lnSpc>
                <a:spcPct val="100000"/>
              </a:lnSpc>
              <a:spcBef>
                <a:spcPts val="1800"/>
              </a:spcBef>
            </a:pPr>
            <a:r>
              <a:rPr lang="en-US" sz="2100" dirty="0"/>
              <a:t>Address mailing </a:t>
            </a:r>
            <a:r>
              <a:rPr lang="en-US" sz="2100"/>
              <a:t>list feedback </a:t>
            </a:r>
            <a:endParaRPr lang="en-US" sz="2100" dirty="0"/>
          </a:p>
          <a:p>
            <a:pPr>
              <a:lnSpc>
                <a:spcPct val="100000"/>
              </a:lnSpc>
              <a:spcBef>
                <a:spcPts val="1800"/>
              </a:spcBef>
            </a:pPr>
            <a:r>
              <a:rPr lang="en-US" sz="2100" dirty="0"/>
              <a:t>Request NMOP working group feedback adoption.</a:t>
            </a:r>
          </a:p>
          <a:p>
            <a:pPr>
              <a:lnSpc>
                <a:spcPct val="100000"/>
              </a:lnSpc>
              <a:spcBef>
                <a:spcPts val="600"/>
              </a:spcBef>
            </a:pPr>
            <a:r>
              <a:rPr lang="en-US" sz="2100" dirty="0"/>
              <a:t>Implement document in BMP data collection and YANG Message Broker Producer.</a:t>
            </a:r>
          </a:p>
        </p:txBody>
      </p:sp>
      <p:sp>
        <p:nvSpPr>
          <p:cNvPr id="6" name="Slide Number Placeholder 1">
            <a:extLst>
              <a:ext uri="{FF2B5EF4-FFF2-40B4-BE49-F238E27FC236}">
                <a16:creationId xmlns:a16="http://schemas.microsoft.com/office/drawing/2014/main" id="{0CBED57A-F23C-CED6-969C-010C98EA86D8}"/>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13</a:t>
            </a:fld>
            <a:endParaRPr lang="en-US" sz="1400" dirty="0"/>
          </a:p>
        </p:txBody>
      </p:sp>
    </p:spTree>
    <p:extLst>
      <p:ext uri="{BB962C8B-B14F-4D97-AF65-F5344CB8AC3E}">
        <p14:creationId xmlns:p14="http://schemas.microsoft.com/office/powerpoint/2010/main" val="2961389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 name="Picture 109" descr="A cake with a message on it&#10;&#10;Description automatically generated with medium confidence">
            <a:extLst>
              <a:ext uri="{FF2B5EF4-FFF2-40B4-BE49-F238E27FC236}">
                <a16:creationId xmlns:a16="http://schemas.microsoft.com/office/drawing/2014/main" id="{BE29D9A2-AA39-4B1B-B366-9C43E70E331D}"/>
              </a:ext>
            </a:extLst>
          </p:cNvPr>
          <p:cNvPicPr>
            <a:picLocks noChangeAspect="1"/>
          </p:cNvPicPr>
          <p:nvPr/>
        </p:nvPicPr>
        <p:blipFill rotWithShape="1">
          <a:blip r:embed="rId3">
            <a:extLst>
              <a:ext uri="{28A0092B-C50C-407E-A947-70E740481C1C}">
                <a14:useLocalDpi xmlns:a14="http://schemas.microsoft.com/office/drawing/2010/main" val="0"/>
              </a:ext>
            </a:extLst>
          </a:blip>
          <a:srcRect t="802" b="24198"/>
          <a:stretch/>
        </p:blipFill>
        <p:spPr>
          <a:xfrm>
            <a:off x="20" y="10"/>
            <a:ext cx="12191980" cy="6857990"/>
          </a:xfrm>
          <a:prstGeom prst="rect">
            <a:avLst/>
          </a:prstGeom>
          <a:noFill/>
        </p:spPr>
      </p:pic>
      <p:sp>
        <p:nvSpPr>
          <p:cNvPr id="3" name="Slide Number Placeholder 2" hidden="1">
            <a:extLst>
              <a:ext uri="{FF2B5EF4-FFF2-40B4-BE49-F238E27FC236}">
                <a16:creationId xmlns:a16="http://schemas.microsoft.com/office/drawing/2014/main" id="{9690665C-8566-4537-9D7A-7F19909CBCF1}"/>
              </a:ext>
            </a:extLst>
          </p:cNvPr>
          <p:cNvSpPr>
            <a:spLocks noGrp="1"/>
          </p:cNvSpPr>
          <p:nvPr>
            <p:ph type="sldNum" sz="quarter" idx="4294967295"/>
          </p:nvPr>
        </p:nvSpPr>
        <p:spPr bwMode="gray">
          <a:xfrm flipH="1">
            <a:off x="191344" y="6093336"/>
            <a:ext cx="432048" cy="360000"/>
          </a:xfrm>
        </p:spPr>
        <p:txBody>
          <a:bodyPr/>
          <a:lstStyle/>
          <a:p>
            <a:pPr>
              <a:spcAft>
                <a:spcPts val="600"/>
              </a:spcAft>
            </a:pPr>
            <a:fld id="{8FF9B0DE-3FEB-4AA0-B465-B80EF7C1333D}" type="slidenum">
              <a:rPr lang="de-CH" smtClean="0"/>
              <a:pPr>
                <a:spcAft>
                  <a:spcPts val="600"/>
                </a:spcAft>
              </a:pPr>
              <a:t>14</a:t>
            </a:fld>
            <a:endParaRPr lang="de-CH"/>
          </a:p>
        </p:txBody>
      </p:sp>
      <p:sp>
        <p:nvSpPr>
          <p:cNvPr id="2" name="TextBox 1">
            <a:extLst>
              <a:ext uri="{FF2B5EF4-FFF2-40B4-BE49-F238E27FC236}">
                <a16:creationId xmlns:a16="http://schemas.microsoft.com/office/drawing/2014/main" id="{EEA3D53E-0417-612A-953E-97583F6E2AE3}"/>
              </a:ext>
            </a:extLst>
          </p:cNvPr>
          <p:cNvSpPr txBox="1"/>
          <p:nvPr/>
        </p:nvSpPr>
        <p:spPr>
          <a:xfrm>
            <a:off x="7315200" y="88489"/>
            <a:ext cx="4680156" cy="1261884"/>
          </a:xfrm>
          <a:prstGeom prst="rect">
            <a:avLst/>
          </a:prstGeom>
          <a:noFill/>
        </p:spPr>
        <p:txBody>
          <a:bodyPr wrap="square" rtlCol="0">
            <a:spAutoFit/>
          </a:bodyPr>
          <a:lstStyle/>
          <a:p>
            <a:pPr algn="r"/>
            <a:r>
              <a:rPr lang="de-CH" sz="3800" dirty="0">
                <a:solidFill>
                  <a:srgbClr val="FF0000"/>
                </a:solidFill>
                <a:latin typeface="Comic Sans MS" panose="030F0702030302020204" pitchFamily="66" charset="0"/>
              </a:rPr>
              <a:t>…and BMP and </a:t>
            </a:r>
            <a:r>
              <a:rPr lang="de-CH" sz="3800" dirty="0" err="1">
                <a:solidFill>
                  <a:srgbClr val="FF0000"/>
                </a:solidFill>
                <a:latin typeface="Comic Sans MS" panose="030F0702030302020204" pitchFamily="66" charset="0"/>
              </a:rPr>
              <a:t>soon</a:t>
            </a:r>
            <a:r>
              <a:rPr lang="de-CH" sz="3800" dirty="0">
                <a:solidFill>
                  <a:srgbClr val="FF0000"/>
                </a:solidFill>
                <a:latin typeface="Comic Sans MS" panose="030F0702030302020204" pitchFamily="66" charset="0"/>
              </a:rPr>
              <a:t> also IPFIX </a:t>
            </a:r>
            <a:r>
              <a:rPr lang="de-CH" sz="3800" dirty="0" err="1">
                <a:solidFill>
                  <a:srgbClr val="FF0000"/>
                </a:solidFill>
                <a:latin typeface="Comic Sans MS" panose="030F0702030302020204" pitchFamily="66" charset="0"/>
              </a:rPr>
              <a:t>as</a:t>
            </a:r>
            <a:r>
              <a:rPr lang="de-CH" sz="3800" dirty="0">
                <a:solidFill>
                  <a:srgbClr val="FF0000"/>
                </a:solidFill>
                <a:latin typeface="Comic Sans MS" panose="030F0702030302020204" pitchFamily="66" charset="0"/>
              </a:rPr>
              <a:t> </a:t>
            </a:r>
            <a:r>
              <a:rPr lang="de-CH" sz="3800" dirty="0" err="1">
                <a:solidFill>
                  <a:srgbClr val="FF0000"/>
                </a:solidFill>
                <a:latin typeface="Comic Sans MS" panose="030F0702030302020204" pitchFamily="66" charset="0"/>
              </a:rPr>
              <a:t>well</a:t>
            </a:r>
            <a:endParaRPr lang="de-CH" sz="38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6707725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e1fccfb-80ca-4fe1-a574-1516544edb53}" enabled="1" method="Standard" siteId="{364e5b87-c1c7-420d-9bee-c35d19b557a1}" removed="0"/>
</clbl:labelList>
</file>

<file path=docProps/app.xml><?xml version="1.0" encoding="utf-8"?>
<Properties xmlns="http://schemas.openxmlformats.org/officeDocument/2006/extended-properties" xmlns:vt="http://schemas.openxmlformats.org/officeDocument/2006/docPropsVTypes">
  <Template/>
  <TotalTime>0</TotalTime>
  <Words>2283</Words>
  <Application>Microsoft Office PowerPoint</Application>
  <PresentationFormat>Widescreen</PresentationFormat>
  <Paragraphs>278</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body</vt:lpstr>
      <vt:lpstr>Calibri Light</vt:lpstr>
      <vt:lpstr>Comic Sans MS</vt:lpstr>
      <vt:lpstr>Courier New</vt:lpstr>
      <vt:lpstr>Office Theme</vt:lpstr>
      <vt:lpstr>PowerPoint Presentation</vt:lpstr>
      <vt:lpstr>An Architecture for YANG-Push to Message Broker Integration From YANG-Push, BMP and IPFIX to Network</vt:lpstr>
      <vt:lpstr>YANG Converged Network Telemetry Data Processing Pipeline From network nodes to message broker nodes</vt:lpstr>
      <vt:lpstr>BMP YANG Telemetry Message Relationship with `ietf-bgp` module (IDR)</vt:lpstr>
      <vt:lpstr>BMP YANG Telemetry Message New `ietf-bmp-tlv` module</vt:lpstr>
      <vt:lpstr>BMP YANG Telemetry Message New `ietf-bmp-tlv` module – BGP best path decision metadata</vt:lpstr>
      <vt:lpstr>BMP YANG Telemetry Message New `ietf-bgp-open` module</vt:lpstr>
      <vt:lpstr>BMP YANG Telemetry Message New `session-metadata` presence container</vt:lpstr>
      <vt:lpstr>BMP YANG Telemetry Message Message Broker Topic Naming Concept</vt:lpstr>
      <vt:lpstr>BMP YANG Telemetry Message Message Broker Keys and Indexes</vt:lpstr>
      <vt:lpstr>BMP YANG Telemetry Message Dedicated Partition Key for deterministic per-router partitioning</vt:lpstr>
      <vt:lpstr>Questions to… NMOP</vt:lpstr>
      <vt:lpstr>Next Steps Extend model, working group adoption and code contribution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Präsentation</dc:title>
  <dc:creator>Graf Thomas, INI-ONE-WSN-DCF</dc:creator>
  <cp:lastModifiedBy>Graf Thomas, SCS-INI-NET-VNC-E2E</cp:lastModifiedBy>
  <cp:revision>270</cp:revision>
  <dcterms:created xsi:type="dcterms:W3CDTF">2019-11-29T14:22:02Z</dcterms:created>
  <dcterms:modified xsi:type="dcterms:W3CDTF">2026-07-16T14:31:20Z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e1fccfb-80ca-4fe1-a574-1516544edb53_Enabled">
    <vt:lpwstr>true</vt:lpwstr>
  </property>
  <property fmtid="{D5CDD505-2E9C-101B-9397-08002B2CF9AE}" pid="3" name="MSIP_Label_2e1fccfb-80ca-4fe1-a574-1516544edb53_SetDate">
    <vt:lpwstr>2023-03-20T10:46:29Z</vt:lpwstr>
  </property>
  <property fmtid="{D5CDD505-2E9C-101B-9397-08002B2CF9AE}" pid="4" name="MSIP_Label_2e1fccfb-80ca-4fe1-a574-1516544edb53_Method">
    <vt:lpwstr>Standard</vt:lpwstr>
  </property>
  <property fmtid="{D5CDD505-2E9C-101B-9397-08002B2CF9AE}" pid="5" name="MSIP_Label_2e1fccfb-80ca-4fe1-a574-1516544edb53_Name">
    <vt:lpwstr>C2 Internal</vt:lpwstr>
  </property>
  <property fmtid="{D5CDD505-2E9C-101B-9397-08002B2CF9AE}" pid="6" name="MSIP_Label_2e1fccfb-80ca-4fe1-a574-1516544edb53_SiteId">
    <vt:lpwstr>364e5b87-c1c7-420d-9bee-c35d19b557a1</vt:lpwstr>
  </property>
  <property fmtid="{D5CDD505-2E9C-101B-9397-08002B2CF9AE}" pid="7" name="MSIP_Label_2e1fccfb-80ca-4fe1-a574-1516544edb53_ActionId">
    <vt:lpwstr>f20e7325-fc30-45a7-a02f-991797c0d813</vt:lpwstr>
  </property>
  <property fmtid="{D5CDD505-2E9C-101B-9397-08002B2CF9AE}" pid="8" name="MSIP_Label_2e1fccfb-80ca-4fe1-a574-1516544edb53_ContentBits">
    <vt:lpwstr>0</vt:lpwstr>
  </property>
  <property fmtid="{D5CDD505-2E9C-101B-9397-08002B2CF9AE}" pid="9" name="Sensitivity">
    <vt:lpwstr>C2 General</vt:lpwstr>
  </property>
</Properties>
</file>