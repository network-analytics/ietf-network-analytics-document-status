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1041" r:id="rId2"/>
    <p:sldId id="2145706280" r:id="rId3"/>
    <p:sldId id="2145706243" r:id="rId4"/>
    <p:sldId id="2145706245" r:id="rId5"/>
    <p:sldId id="2145706246" r:id="rId6"/>
    <p:sldId id="256" r:id="rId7"/>
    <p:sldId id="257" r:id="rId8"/>
    <p:sldId id="258" r:id="rId9"/>
    <p:sldId id="274" r:id="rId10"/>
    <p:sldId id="2145706270" r:id="rId11"/>
    <p:sldId id="2145706271" r:id="rId12"/>
    <p:sldId id="275" r:id="rId13"/>
    <p:sldId id="276" r:id="rId14"/>
    <p:sldId id="2145706272" r:id="rId15"/>
    <p:sldId id="2145706273" r:id="rId16"/>
    <p:sldId id="2145706274" r:id="rId17"/>
    <p:sldId id="2145706275" r:id="rId18"/>
    <p:sldId id="2145706276" r:id="rId19"/>
    <p:sldId id="2145706277" r:id="rId20"/>
    <p:sldId id="2145706278" r:id="rId21"/>
    <p:sldId id="2145706279" r:id="rId22"/>
    <p:sldId id="277" r:id="rId23"/>
    <p:sldId id="2145706268" r:id="rId24"/>
    <p:sldId id="2145706269" r:id="rId25"/>
    <p:sldId id="272"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35AC99-E6E6-4566-9AF7-9F356BACF214}" v="89" dt="2026-07-14T17:03:15.30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6102" autoAdjust="0"/>
    <p:restoredTop sz="91695" autoAdjust="0"/>
  </p:normalViewPr>
  <p:slideViewPr>
    <p:cSldViewPr snapToGrid="0">
      <p:cViewPr varScale="1">
        <p:scale>
          <a:sx n="60" d="100"/>
          <a:sy n="60" d="100"/>
        </p:scale>
        <p:origin x="58" y="653"/>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B7E9E866-497E-4D88-936B-C586A2280E44}"/>
    <pc:docChg chg="modSld">
      <pc:chgData name="Graf Thomas, SCS-INI-NET-VNC-E2E" userId="487bc3e3-9ce7-4cdd-b7b4-8899ea88d289" providerId="ADAL" clId="{B7E9E866-497E-4D88-936B-C586A2280E44}" dt="2025-10-28T10:22:07.513" v="88" actId="20577"/>
      <pc:docMkLst>
        <pc:docMk/>
      </pc:docMkLst>
      <pc:sldChg chg="modSp mod">
        <pc:chgData name="Graf Thomas, SCS-INI-NET-VNC-E2E" userId="487bc3e3-9ce7-4cdd-b7b4-8899ea88d289" providerId="ADAL" clId="{B7E9E866-497E-4D88-936B-C586A2280E44}" dt="2025-10-28T10:22:07.513" v="88" actId="20577"/>
        <pc:sldMkLst>
          <pc:docMk/>
          <pc:sldMk cId="2617504443" sldId="2145706242"/>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4T17:06:58.771" v="4650" actId="478"/>
      <pc:docMkLst>
        <pc:docMk/>
      </pc:docMkLst>
      <pc:sldChg chg="addSp delSp modSp add del mod">
        <pc:chgData name="Graf Thomas, SCS-INI-NET-VNC-E2E" userId="487bc3e3-9ce7-4cdd-b7b4-8899ea88d289" providerId="ADAL" clId="{ADEEF08A-D719-4B50-A383-4105EDA2C206}" dt="2026-07-14T11:56:40.168" v="3788" actId="1076"/>
        <pc:sldMkLst>
          <pc:docMk/>
          <pc:sldMk cId="0" sldId="256"/>
        </pc:sldMkLst>
        <pc:spChg chg="mod">
          <ac:chgData name="Graf Thomas, SCS-INI-NET-VNC-E2E" userId="487bc3e3-9ce7-4cdd-b7b4-8899ea88d289" providerId="ADAL" clId="{ADEEF08A-D719-4B50-A383-4105EDA2C206}" dt="2026-07-14T11:55:59.192" v="3780" actId="20577"/>
          <ac:spMkLst>
            <pc:docMk/>
            <pc:sldMk cId="0" sldId="256"/>
            <ac:spMk id="1506" creationId="{00000000-0000-0000-0000-000000000000}"/>
          </ac:spMkLst>
        </pc:spChg>
        <pc:picChg chg="add mod">
          <ac:chgData name="Graf Thomas, SCS-INI-NET-VNC-E2E" userId="487bc3e3-9ce7-4cdd-b7b4-8899ea88d289" providerId="ADAL" clId="{ADEEF08A-D719-4B50-A383-4105EDA2C206}" dt="2026-07-14T11:56:40.168" v="3788" actId="1076"/>
          <ac:picMkLst>
            <pc:docMk/>
            <pc:sldMk cId="0" sldId="256"/>
            <ac:picMk id="3" creationId="{5F561052-D90B-7443-52F5-24F846E0EC2C}"/>
          </ac:picMkLst>
        </pc:picChg>
        <pc:picChg chg="del">
          <ac:chgData name="Graf Thomas, SCS-INI-NET-VNC-E2E" userId="487bc3e3-9ce7-4cdd-b7b4-8899ea88d289" providerId="ADAL" clId="{ADEEF08A-D719-4B50-A383-4105EDA2C206}" dt="2026-07-14T11:56:25.584" v="3781" actId="478"/>
          <ac:picMkLst>
            <pc:docMk/>
            <pc:sldMk cId="0" sldId="256"/>
            <ac:picMk id="1026" creationId="{7A7D732B-7C97-BB77-12AC-297C6F620DB3}"/>
          </ac:picMkLst>
        </pc:picChg>
      </pc:sldChg>
      <pc:sldChg chg="modSp add del mod">
        <pc:chgData name="Graf Thomas, SCS-INI-NET-VNC-E2E" userId="487bc3e3-9ce7-4cdd-b7b4-8899ea88d289" providerId="ADAL" clId="{ADEEF08A-D719-4B50-A383-4105EDA2C206}" dt="2026-07-14T16:57:35.772" v="4632"/>
        <pc:sldMkLst>
          <pc:docMk/>
          <pc:sldMk cId="0" sldId="257"/>
        </pc:sldMkLst>
        <pc:spChg chg="mod">
          <ac:chgData name="Graf Thomas, SCS-INI-NET-VNC-E2E" userId="487bc3e3-9ce7-4cdd-b7b4-8899ea88d289" providerId="ADAL" clId="{ADEEF08A-D719-4B50-A383-4105EDA2C206}" dt="2026-07-14T16:57:35.772" v="4632"/>
          <ac:spMkLst>
            <pc:docMk/>
            <pc:sldMk cId="0" sldId="257"/>
            <ac:spMk id="1515" creationId="{00000000-0000-0000-0000-000000000000}"/>
          </ac:spMkLst>
        </pc:spChg>
      </pc:sldChg>
      <pc:sldChg chg="modSp add del mod">
        <pc:chgData name="Graf Thomas, SCS-INI-NET-VNC-E2E" userId="487bc3e3-9ce7-4cdd-b7b4-8899ea88d289" providerId="ADAL" clId="{ADEEF08A-D719-4B50-A383-4105EDA2C206}" dt="2026-03-19T06:03:37.129" v="2782" actId="20577"/>
        <pc:sldMkLst>
          <pc:docMk/>
          <pc:sldMk cId="0" sldId="258"/>
        </pc:sldMkLst>
      </pc:sldChg>
      <pc:sldChg chg="delSp modSp add del mod">
        <pc:chgData name="Graf Thomas, SCS-INI-NET-VNC-E2E" userId="487bc3e3-9ce7-4cdd-b7b4-8899ea88d289" providerId="ADAL" clId="{ADEEF08A-D719-4B50-A383-4105EDA2C206}" dt="2026-07-14T12:20:33.016" v="4280" actId="20577"/>
        <pc:sldMkLst>
          <pc:docMk/>
          <pc:sldMk cId="0" sldId="272"/>
        </pc:sldMkLst>
        <pc:spChg chg="mod">
          <ac:chgData name="Graf Thomas, SCS-INI-NET-VNC-E2E" userId="487bc3e3-9ce7-4cdd-b7b4-8899ea88d289" providerId="ADAL" clId="{ADEEF08A-D719-4B50-A383-4105EDA2C206}" dt="2026-07-14T12:20:19.881" v="4273" actId="1076"/>
          <ac:spMkLst>
            <pc:docMk/>
            <pc:sldMk cId="0" sldId="272"/>
            <ac:spMk id="5" creationId="{7AC0F6D0-09C7-5DA3-2396-EC6BDBBAFEDC}"/>
          </ac:spMkLst>
        </pc:spChg>
        <pc:spChg chg="mod">
          <ac:chgData name="Graf Thomas, SCS-INI-NET-VNC-E2E" userId="487bc3e3-9ce7-4cdd-b7b4-8899ea88d289" providerId="ADAL" clId="{ADEEF08A-D719-4B50-A383-4105EDA2C206}" dt="2026-07-14T12:20:33.016" v="4280" actId="20577"/>
          <ac:spMkLst>
            <pc:docMk/>
            <pc:sldMk cId="0" sldId="272"/>
            <ac:spMk id="1652" creationId="{00000000-0000-0000-0000-000000000000}"/>
          </ac:spMkLst>
        </pc:spChg>
        <pc:picChg chg="del mod">
          <ac:chgData name="Graf Thomas, SCS-INI-NET-VNC-E2E" userId="487bc3e3-9ce7-4cdd-b7b4-8899ea88d289" providerId="ADAL" clId="{ADEEF08A-D719-4B50-A383-4105EDA2C206}" dt="2026-07-14T12:20:21.603" v="4275" actId="478"/>
          <ac:picMkLst>
            <pc:docMk/>
            <pc:sldMk cId="0" sldId="272"/>
            <ac:picMk id="1026" creationId="{5F1ABF85-44F3-317B-5F08-2E3C4A61905C}"/>
          </ac:picMkLst>
        </pc:picChg>
      </pc:sldChg>
      <pc:sldChg chg="modSp add del mod">
        <pc:chgData name="Graf Thomas, SCS-INI-NET-VNC-E2E" userId="487bc3e3-9ce7-4cdd-b7b4-8899ea88d289" providerId="ADAL" clId="{ADEEF08A-D719-4B50-A383-4105EDA2C206}" dt="2026-07-14T12:38:54.037" v="4627" actId="13926"/>
        <pc:sldMkLst>
          <pc:docMk/>
          <pc:sldMk cId="3616314567" sldId="274"/>
        </pc:sldMkLst>
        <pc:spChg chg="mod">
          <ac:chgData name="Graf Thomas, SCS-INI-NET-VNC-E2E" userId="487bc3e3-9ce7-4cdd-b7b4-8899ea88d289" providerId="ADAL" clId="{ADEEF08A-D719-4B50-A383-4105EDA2C206}" dt="2026-07-14T12:38:40.987" v="4626" actId="13926"/>
          <ac:spMkLst>
            <pc:docMk/>
            <pc:sldMk cId="3616314567" sldId="274"/>
            <ac:spMk id="9" creationId="{A24BD4EE-319E-99D8-8524-268A6B1E7127}"/>
          </ac:spMkLst>
        </pc:spChg>
        <pc:spChg chg="mod">
          <ac:chgData name="Graf Thomas, SCS-INI-NET-VNC-E2E" userId="487bc3e3-9ce7-4cdd-b7b4-8899ea88d289" providerId="ADAL" clId="{ADEEF08A-D719-4B50-A383-4105EDA2C206}" dt="2026-07-14T12:38:54.037" v="4627" actId="13926"/>
          <ac:spMkLst>
            <pc:docMk/>
            <pc:sldMk cId="3616314567" sldId="274"/>
            <ac:spMk id="10" creationId="{64A11574-7DDA-89DF-5BD5-1D5AFE7CCC3B}"/>
          </ac:spMkLst>
        </pc:spChg>
      </pc:sldChg>
      <pc:sldChg chg="delSp modSp add del mod ord">
        <pc:chgData name="Graf Thomas, SCS-INI-NET-VNC-E2E" userId="487bc3e3-9ce7-4cdd-b7b4-8899ea88d289" providerId="ADAL" clId="{ADEEF08A-D719-4B50-A383-4105EDA2C206}" dt="2026-07-14T17:03:57.511" v="4649" actId="255"/>
        <pc:sldMkLst>
          <pc:docMk/>
          <pc:sldMk cId="984283064" sldId="275"/>
        </pc:sldMkLst>
        <pc:spChg chg="mod">
          <ac:chgData name="Graf Thomas, SCS-INI-NET-VNC-E2E" userId="487bc3e3-9ce7-4cdd-b7b4-8899ea88d289" providerId="ADAL" clId="{ADEEF08A-D719-4B50-A383-4105EDA2C206}" dt="2026-07-14T12:36:55.647" v="4619" actId="20577"/>
          <ac:spMkLst>
            <pc:docMk/>
            <pc:sldMk cId="984283064" sldId="275"/>
            <ac:spMk id="16" creationId="{AFFFE766-17F6-D669-4B6B-5FC7ED4069D7}"/>
          </ac:spMkLst>
        </pc:spChg>
        <pc:spChg chg="del">
          <ac:chgData name="Graf Thomas, SCS-INI-NET-VNC-E2E" userId="487bc3e3-9ce7-4cdd-b7b4-8899ea88d289" providerId="ADAL" clId="{ADEEF08A-D719-4B50-A383-4105EDA2C206}" dt="2026-07-14T16:53:28.300" v="4628" actId="478"/>
          <ac:spMkLst>
            <pc:docMk/>
            <pc:sldMk cId="984283064" sldId="275"/>
            <ac:spMk id="24" creationId="{13C8B320-ACCB-6CC0-EC45-3317ED62B11B}"/>
          </ac:spMkLst>
        </pc:spChg>
        <pc:graphicFrameChg chg="mod modGraphic">
          <ac:chgData name="Graf Thomas, SCS-INI-NET-VNC-E2E" userId="487bc3e3-9ce7-4cdd-b7b4-8899ea88d289" providerId="ADAL" clId="{ADEEF08A-D719-4B50-A383-4105EDA2C206}" dt="2026-07-14T17:03:57.511" v="4649" actId="255"/>
          <ac:graphicFrameMkLst>
            <pc:docMk/>
            <pc:sldMk cId="984283064" sldId="275"/>
            <ac:graphicFrameMk id="17" creationId="{5ECCBFC6-73D0-E6BC-CB73-B40DF9A7AED2}"/>
          </ac:graphicFrameMkLst>
        </pc:graphicFrameChg>
        <pc:picChg chg="mod">
          <ac:chgData name="Graf Thomas, SCS-INI-NET-VNC-E2E" userId="487bc3e3-9ce7-4cdd-b7b4-8899ea88d289" providerId="ADAL" clId="{ADEEF08A-D719-4B50-A383-4105EDA2C206}" dt="2026-07-14T12:36:51.715" v="4618" actId="14826"/>
          <ac:picMkLst>
            <pc:docMk/>
            <pc:sldMk cId="984283064" sldId="275"/>
            <ac:picMk id="19" creationId="{5A9D6B90-0053-C962-54DC-C5C0EDD4D9D4}"/>
          </ac:picMkLst>
        </pc:picChg>
      </pc:sldChg>
      <pc:sldChg chg="modSp add del mod ord">
        <pc:chgData name="Graf Thomas, SCS-INI-NET-VNC-E2E" userId="487bc3e3-9ce7-4cdd-b7b4-8899ea88d289" providerId="ADAL" clId="{ADEEF08A-D719-4B50-A383-4105EDA2C206}" dt="2026-07-14T17:03:49.233" v="4648" actId="255"/>
        <pc:sldMkLst>
          <pc:docMk/>
          <pc:sldMk cId="3462681431" sldId="276"/>
        </pc:sldMkLst>
        <pc:spChg chg="mod">
          <ac:chgData name="Graf Thomas, SCS-INI-NET-VNC-E2E" userId="487bc3e3-9ce7-4cdd-b7b4-8899ea88d289" providerId="ADAL" clId="{ADEEF08A-D719-4B50-A383-4105EDA2C206}" dt="2026-07-14T12:36:33.726" v="4616" actId="20577"/>
          <ac:spMkLst>
            <pc:docMk/>
            <pc:sldMk cId="3462681431" sldId="276"/>
            <ac:spMk id="16" creationId="{AAB3B5A3-BA47-369D-3D2B-5283DC573BC2}"/>
          </ac:spMkLst>
        </pc:spChg>
        <pc:spChg chg="mod">
          <ac:chgData name="Graf Thomas, SCS-INI-NET-VNC-E2E" userId="487bc3e3-9ce7-4cdd-b7b4-8899ea88d289" providerId="ADAL" clId="{ADEEF08A-D719-4B50-A383-4105EDA2C206}" dt="2026-07-14T12:36:25.295" v="4615" actId="20577"/>
          <ac:spMkLst>
            <pc:docMk/>
            <pc:sldMk cId="3462681431" sldId="276"/>
            <ac:spMk id="18" creationId="{9B870C59-13A4-06EE-06E8-D7BBE5C3B479}"/>
          </ac:spMkLst>
        </pc:spChg>
        <pc:graphicFrameChg chg="mod modGraphic">
          <ac:chgData name="Graf Thomas, SCS-INI-NET-VNC-E2E" userId="487bc3e3-9ce7-4cdd-b7b4-8899ea88d289" providerId="ADAL" clId="{ADEEF08A-D719-4B50-A383-4105EDA2C206}" dt="2026-07-14T17:03:49.233" v="4648" actId="255"/>
          <ac:graphicFrameMkLst>
            <pc:docMk/>
            <pc:sldMk cId="3462681431" sldId="276"/>
            <ac:graphicFrameMk id="3" creationId="{A107FAE6-D7B4-1153-52E9-1B1F1A1D3AD2}"/>
          </ac:graphicFrameMkLst>
        </pc:graphicFrameChg>
        <pc:picChg chg="mod">
          <ac:chgData name="Graf Thomas, SCS-INI-NET-VNC-E2E" userId="487bc3e3-9ce7-4cdd-b7b4-8899ea88d289" providerId="ADAL" clId="{ADEEF08A-D719-4B50-A383-4105EDA2C206}" dt="2026-07-14T12:36:45.944" v="4617" actId="14826"/>
          <ac:picMkLst>
            <pc:docMk/>
            <pc:sldMk cId="3462681431" sldId="276"/>
            <ac:picMk id="19" creationId="{D3895974-3045-C97E-ABDB-DB5597C9793F}"/>
          </ac:picMkLst>
        </pc:picChg>
      </pc:sldChg>
      <pc:sldChg chg="addSp delSp modSp add del mod">
        <pc:chgData name="Graf Thomas, SCS-INI-NET-VNC-E2E" userId="487bc3e3-9ce7-4cdd-b7b4-8899ea88d289" providerId="ADAL" clId="{ADEEF08A-D719-4B50-A383-4105EDA2C206}" dt="2026-07-14T17:06:58.771" v="4650" actId="478"/>
        <pc:sldMkLst>
          <pc:docMk/>
          <pc:sldMk cId="2655069398" sldId="277"/>
        </pc:sldMkLst>
        <pc:spChg chg="mod">
          <ac:chgData name="Graf Thomas, SCS-INI-NET-VNC-E2E" userId="487bc3e3-9ce7-4cdd-b7b4-8899ea88d289" providerId="ADAL" clId="{ADEEF08A-D719-4B50-A383-4105EDA2C206}" dt="2026-07-14T12:32:13.486" v="4567" actId="20577"/>
          <ac:spMkLst>
            <pc:docMk/>
            <pc:sldMk cId="2655069398" sldId="277"/>
            <ac:spMk id="16" creationId="{501A433C-2098-C817-EE16-847A004F8D61}"/>
          </ac:spMkLst>
        </pc:spChg>
        <pc:spChg chg="mod">
          <ac:chgData name="Graf Thomas, SCS-INI-NET-VNC-E2E" userId="487bc3e3-9ce7-4cdd-b7b4-8899ea88d289" providerId="ADAL" clId="{ADEEF08A-D719-4B50-A383-4105EDA2C206}" dt="2026-07-14T12:34:17.319" v="4591" actId="1076"/>
          <ac:spMkLst>
            <pc:docMk/>
            <pc:sldMk cId="2655069398" sldId="277"/>
            <ac:spMk id="18" creationId="{5A963854-3EC6-087D-C527-92986F221A3B}"/>
          </ac:spMkLst>
        </pc:spChg>
        <pc:spChg chg="del">
          <ac:chgData name="Graf Thomas, SCS-INI-NET-VNC-E2E" userId="487bc3e3-9ce7-4cdd-b7b4-8899ea88d289" providerId="ADAL" clId="{ADEEF08A-D719-4B50-A383-4105EDA2C206}" dt="2026-07-14T17:06:58.771" v="4650" actId="478"/>
          <ac:spMkLst>
            <pc:docMk/>
            <pc:sldMk cId="2655069398" sldId="277"/>
            <ac:spMk id="24" creationId="{632D31C8-49EE-517B-5994-DB88257DDD8C}"/>
          </ac:spMkLst>
        </pc:spChg>
        <pc:graphicFrameChg chg="mod modGraphic">
          <ac:chgData name="Graf Thomas, SCS-INI-NET-VNC-E2E" userId="487bc3e3-9ce7-4cdd-b7b4-8899ea88d289" providerId="ADAL" clId="{ADEEF08A-D719-4B50-A383-4105EDA2C206}" dt="2026-07-14T17:03:30.365" v="4646" actId="255"/>
          <ac:graphicFrameMkLst>
            <pc:docMk/>
            <pc:sldMk cId="2655069398" sldId="277"/>
            <ac:graphicFrameMk id="3" creationId="{20D70089-A937-8B76-C6A7-4F44AECC93BB}"/>
          </ac:graphicFrameMkLst>
        </pc:graphicFrameChg>
        <pc:picChg chg="mod">
          <ac:chgData name="Graf Thomas, SCS-INI-NET-VNC-E2E" userId="487bc3e3-9ce7-4cdd-b7b4-8899ea88d289" providerId="ADAL" clId="{ADEEF08A-D719-4B50-A383-4105EDA2C206}" dt="2026-07-14T12:32:42.233" v="4571" actId="14826"/>
          <ac:picMkLst>
            <pc:docMk/>
            <pc:sldMk cId="2655069398" sldId="277"/>
            <ac:picMk id="19" creationId="{E7699E31-B0AD-E40F-C5F9-5ABC071A8678}"/>
          </ac:picMkLst>
        </pc:picChg>
        <pc:picChg chg="add del mod">
          <ac:chgData name="Graf Thomas, SCS-INI-NET-VNC-E2E" userId="487bc3e3-9ce7-4cdd-b7b4-8899ea88d289" providerId="ADAL" clId="{ADEEF08A-D719-4B50-A383-4105EDA2C206}" dt="2026-07-14T12:32:37.530" v="4570" actId="478"/>
          <ac:picMkLst>
            <pc:docMk/>
            <pc:sldMk cId="2655069398" sldId="277"/>
            <ac:picMk id="2050" creationId="{E0C7972B-AC69-B356-7CAB-FFCCA25C7679}"/>
          </ac:picMkLst>
        </pc:picChg>
      </pc:sldChg>
      <pc:sldChg chg="modSp mod">
        <pc:chgData name="Graf Thomas, SCS-INI-NET-VNC-E2E" userId="487bc3e3-9ce7-4cdd-b7b4-8899ea88d289" providerId="ADAL" clId="{ADEEF08A-D719-4B50-A383-4105EDA2C206}" dt="2026-07-14T08:08:59.474" v="2822" actId="20577"/>
        <pc:sldMkLst>
          <pc:docMk/>
          <pc:sldMk cId="3578665336" sldId="1041"/>
        </pc:sldMkLst>
        <pc:spChg chg="mod">
          <ac:chgData name="Graf Thomas, SCS-INI-NET-VNC-E2E" userId="487bc3e3-9ce7-4cdd-b7b4-8899ea88d289" providerId="ADAL" clId="{ADEEF08A-D719-4B50-A383-4105EDA2C206}" dt="2026-07-14T08:08:51.158" v="2816"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4T08:08:59.474" v="2822"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3-09T13:18:50.136" v="123" actId="47"/>
        <pc:sldMkLst>
          <pc:docMk/>
          <pc:sldMk cId="2617504443" sldId="2145706242"/>
        </pc:sldMkLst>
      </pc:sldChg>
      <pc:sldChg chg="addSp delSp modSp mod setBg">
        <pc:chgData name="Graf Thomas, SCS-INI-NET-VNC-E2E" userId="487bc3e3-9ce7-4cdd-b7b4-8899ea88d289" providerId="ADAL" clId="{ADEEF08A-D719-4B50-A383-4105EDA2C206}" dt="2026-07-14T11:55:09.651" v="3768" actId="6549"/>
        <pc:sldMkLst>
          <pc:docMk/>
          <pc:sldMk cId="2750719351" sldId="2145706243"/>
        </pc:sldMkLst>
        <pc:spChg chg="mod">
          <ac:chgData name="Graf Thomas, SCS-INI-NET-VNC-E2E" userId="487bc3e3-9ce7-4cdd-b7b4-8899ea88d289" providerId="ADAL" clId="{ADEEF08A-D719-4B50-A383-4105EDA2C206}" dt="2026-07-14T11:51:14.700" v="3478"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7-14T11:55:09.651" v="3768" actId="6549"/>
          <ac:spMkLst>
            <pc:docMk/>
            <pc:sldMk cId="2750719351" sldId="2145706243"/>
            <ac:spMk id="3" creationId="{E1C8AC62-B5C5-ADE4-1957-88D3A14E964A}"/>
          </ac:spMkLst>
        </pc:spChg>
        <pc:spChg chg="del">
          <ac:chgData name="Graf Thomas, SCS-INI-NET-VNC-E2E" userId="487bc3e3-9ce7-4cdd-b7b4-8899ea88d289" providerId="ADAL" clId="{ADEEF08A-D719-4B50-A383-4105EDA2C206}" dt="2026-07-14T11:38:59.530" v="2825" actId="478"/>
          <ac:spMkLst>
            <pc:docMk/>
            <pc:sldMk cId="2750719351" sldId="2145706243"/>
            <ac:spMk id="5" creationId="{8C23250E-A19C-6C6E-E1FC-F12B08950F9A}"/>
          </ac:spMkLst>
        </pc:spChg>
        <pc:spChg chg="mod ord">
          <ac:chgData name="Graf Thomas, SCS-INI-NET-VNC-E2E" userId="487bc3e3-9ce7-4cdd-b7b4-8899ea88d289" providerId="ADAL" clId="{ADEEF08A-D719-4B50-A383-4105EDA2C206}" dt="2026-07-14T11:41:14" v="2850" actId="26606"/>
          <ac:spMkLst>
            <pc:docMk/>
            <pc:sldMk cId="2750719351" sldId="2145706243"/>
            <ac:spMk id="8" creationId="{8BB66400-890A-2BF7-2334-5D3E2ED00552}"/>
          </ac:spMkLst>
        </pc:spChg>
        <pc:spChg chg="del">
          <ac:chgData name="Graf Thomas, SCS-INI-NET-VNC-E2E" userId="487bc3e3-9ce7-4cdd-b7b4-8899ea88d289" providerId="ADAL" clId="{ADEEF08A-D719-4B50-A383-4105EDA2C206}" dt="2026-07-14T11:38:59.530" v="2825" actId="478"/>
          <ac:spMkLst>
            <pc:docMk/>
            <pc:sldMk cId="2750719351" sldId="2145706243"/>
            <ac:spMk id="11" creationId="{B46C0A3E-C63B-0C8F-03EC-36242F20FBD1}"/>
          </ac:spMkLst>
        </pc:spChg>
        <pc:spChg chg="add del">
          <ac:chgData name="Graf Thomas, SCS-INI-NET-VNC-E2E" userId="487bc3e3-9ce7-4cdd-b7b4-8899ea88d289" providerId="ADAL" clId="{ADEEF08A-D719-4B50-A383-4105EDA2C206}" dt="2026-07-14T11:41:14" v="2850" actId="26606"/>
          <ac:spMkLst>
            <pc:docMk/>
            <pc:sldMk cId="2750719351" sldId="2145706243"/>
            <ac:spMk id="12" creationId="{352BEC0E-22F8-46D0-9632-375DB541B06C}"/>
          </ac:spMkLst>
        </pc:spChg>
        <pc:spChg chg="add del">
          <ac:chgData name="Graf Thomas, SCS-INI-NET-VNC-E2E" userId="487bc3e3-9ce7-4cdd-b7b4-8899ea88d289" providerId="ADAL" clId="{ADEEF08A-D719-4B50-A383-4105EDA2C206}" dt="2026-07-14T11:39:05.484" v="2828" actId="26606"/>
          <ac:spMkLst>
            <pc:docMk/>
            <pc:sldMk cId="2750719351" sldId="2145706243"/>
            <ac:spMk id="13" creationId="{7FF47CB7-972F-479F-A36D-9E72D26EC8DA}"/>
          </ac:spMkLst>
        </pc:spChg>
        <pc:spChg chg="add del">
          <ac:chgData name="Graf Thomas, SCS-INI-NET-VNC-E2E" userId="487bc3e3-9ce7-4cdd-b7b4-8899ea88d289" providerId="ADAL" clId="{ADEEF08A-D719-4B50-A383-4105EDA2C206}" dt="2026-07-14T11:41:14" v="2850" actId="26606"/>
          <ac:spMkLst>
            <pc:docMk/>
            <pc:sldMk cId="2750719351" sldId="2145706243"/>
            <ac:spMk id="14" creationId="{3FCFB1DE-0B7E-48CC-BA90-B2AB0889F9D6}"/>
          </ac:spMkLst>
        </pc:spChg>
        <pc:spChg chg="add del">
          <ac:chgData name="Graf Thomas, SCS-INI-NET-VNC-E2E" userId="487bc3e3-9ce7-4cdd-b7b4-8899ea88d289" providerId="ADAL" clId="{ADEEF08A-D719-4B50-A383-4105EDA2C206}" dt="2026-07-14T11:39:05.484" v="2828" actId="26606"/>
          <ac:spMkLst>
            <pc:docMk/>
            <pc:sldMk cId="2750719351" sldId="2145706243"/>
            <ac:spMk id="15" creationId="{0D153B68-5844-490D-8E67-F616D6D721CA}"/>
          </ac:spMkLst>
        </pc:spChg>
        <pc:spChg chg="add del">
          <ac:chgData name="Graf Thomas, SCS-INI-NET-VNC-E2E" userId="487bc3e3-9ce7-4cdd-b7b4-8899ea88d289" providerId="ADAL" clId="{ADEEF08A-D719-4B50-A383-4105EDA2C206}" dt="2026-07-14T11:39:05.484" v="2828" actId="26606"/>
          <ac:spMkLst>
            <pc:docMk/>
            <pc:sldMk cId="2750719351" sldId="2145706243"/>
            <ac:spMk id="17" creationId="{9A0D773F-7A7D-4DBB-9DEA-86BB8B8F4BC8}"/>
          </ac:spMkLst>
        </pc:spChg>
        <pc:picChg chg="del">
          <ac:chgData name="Graf Thomas, SCS-INI-NET-VNC-E2E" userId="487bc3e3-9ce7-4cdd-b7b4-8899ea88d289" providerId="ADAL" clId="{ADEEF08A-D719-4B50-A383-4105EDA2C206}" dt="2026-07-14T11:38:59.530" v="2825" actId="478"/>
          <ac:picMkLst>
            <pc:docMk/>
            <pc:sldMk cId="2750719351" sldId="2145706243"/>
            <ac:picMk id="6" creationId="{B3387A0A-31AF-1F13-B49C-A076AD740B40}"/>
          </ac:picMkLst>
        </pc:picChg>
        <pc:picChg chg="add mod ord">
          <ac:chgData name="Graf Thomas, SCS-INI-NET-VNC-E2E" userId="487bc3e3-9ce7-4cdd-b7b4-8899ea88d289" providerId="ADAL" clId="{ADEEF08A-D719-4B50-A383-4105EDA2C206}" dt="2026-07-14T11:49:16.351" v="3378" actId="14100"/>
          <ac:picMkLst>
            <pc:docMk/>
            <pc:sldMk cId="2750719351" sldId="2145706243"/>
            <ac:picMk id="7" creationId="{5C9437E8-A21C-8E1A-E6AD-A06A13823FB2}"/>
          </ac:picMkLst>
        </pc:picChg>
        <pc:picChg chg="add mod">
          <ac:chgData name="Graf Thomas, SCS-INI-NET-VNC-E2E" userId="487bc3e3-9ce7-4cdd-b7b4-8899ea88d289" providerId="ADAL" clId="{ADEEF08A-D719-4B50-A383-4105EDA2C206}" dt="2026-07-14T11:49:06.708" v="3375" actId="14100"/>
          <ac:picMkLst>
            <pc:docMk/>
            <pc:sldMk cId="2750719351" sldId="2145706243"/>
            <ac:picMk id="10" creationId="{680437B5-D861-52D3-5DBE-A273E320826D}"/>
          </ac:picMkLst>
        </pc:picChg>
        <pc:picChg chg="add del mod">
          <ac:chgData name="Graf Thomas, SCS-INI-NET-VNC-E2E" userId="487bc3e3-9ce7-4cdd-b7b4-8899ea88d289" providerId="ADAL" clId="{ADEEF08A-D719-4B50-A383-4105EDA2C206}" dt="2026-07-14T11:41:12.775" v="2848" actId="22"/>
          <ac:picMkLst>
            <pc:docMk/>
            <pc:sldMk cId="2750719351" sldId="2145706243"/>
            <ac:picMk id="18" creationId="{C6A44BE6-72DE-8473-EFBB-DBEADA141C4C}"/>
          </ac:picMkLst>
        </pc:picChg>
        <pc:picChg chg="add mod">
          <ac:chgData name="Graf Thomas, SCS-INI-NET-VNC-E2E" userId="487bc3e3-9ce7-4cdd-b7b4-8899ea88d289" providerId="ADAL" clId="{ADEEF08A-D719-4B50-A383-4105EDA2C206}" dt="2026-07-14T11:49:13.464" v="3377" actId="14100"/>
          <ac:picMkLst>
            <pc:docMk/>
            <pc:sldMk cId="2750719351" sldId="2145706243"/>
            <ac:picMk id="20" creationId="{57280A76-C4E5-9DF2-48DC-DC6C726A55B7}"/>
          </ac:picMkLst>
        </pc:picChg>
      </pc:sldChg>
      <pc:sldChg chg="modSp del mod">
        <pc:chgData name="Graf Thomas, SCS-INI-NET-VNC-E2E" userId="487bc3e3-9ce7-4cdd-b7b4-8899ea88d289" providerId="ADAL" clId="{ADEEF08A-D719-4B50-A383-4105EDA2C206}" dt="2026-03-09T13:23:26.463" v="286" actId="47"/>
        <pc:sldMkLst>
          <pc:docMk/>
          <pc:sldMk cId="388497335" sldId="2145706244"/>
        </pc:sldMkLst>
      </pc:sldChg>
      <pc:sldChg chg="addSp delSp modSp del mod">
        <pc:chgData name="Graf Thomas, SCS-INI-NET-VNC-E2E" userId="487bc3e3-9ce7-4cdd-b7b4-8899ea88d289" providerId="ADAL" clId="{ADEEF08A-D719-4B50-A383-4105EDA2C206}" dt="2026-07-14T12:10:18.552" v="4025" actId="2696"/>
        <pc:sldMkLst>
          <pc:docMk/>
          <pc:sldMk cId="1877027452" sldId="2145706245"/>
        </pc:sldMkLst>
        <pc:graphicFrameChg chg="mod modGraphic">
          <ac:chgData name="Graf Thomas, SCS-INI-NET-VNC-E2E" userId="487bc3e3-9ce7-4cdd-b7b4-8899ea88d289" providerId="ADAL" clId="{ADEEF08A-D719-4B50-A383-4105EDA2C206}" dt="2026-07-14T12:09:15.214" v="3898" actId="13926"/>
          <ac:graphicFrameMkLst>
            <pc:docMk/>
            <pc:sldMk cId="1877027452" sldId="2145706245"/>
            <ac:graphicFrameMk id="6" creationId="{86837E2C-7DD9-62B8-E009-509CDFF94BF9}"/>
          </ac:graphicFrameMkLst>
        </pc:graphicFrameChg>
      </pc:sldChg>
      <pc:sldChg chg="add">
        <pc:chgData name="Graf Thomas, SCS-INI-NET-VNC-E2E" userId="487bc3e3-9ce7-4cdd-b7b4-8899ea88d289" providerId="ADAL" clId="{ADEEF08A-D719-4B50-A383-4105EDA2C206}" dt="2026-07-14T12:10:23.771" v="4026"/>
        <pc:sldMkLst>
          <pc:docMk/>
          <pc:sldMk cId="3739912885" sldId="2145706245"/>
        </pc:sldMkLst>
      </pc:sldChg>
      <pc:sldChg chg="addSp delSp modSp del mod">
        <pc:chgData name="Graf Thomas, SCS-INI-NET-VNC-E2E" userId="487bc3e3-9ce7-4cdd-b7b4-8899ea88d289" providerId="ADAL" clId="{ADEEF08A-D719-4B50-A383-4105EDA2C206}" dt="2026-07-14T12:10:18.552" v="4025" actId="2696"/>
        <pc:sldMkLst>
          <pc:docMk/>
          <pc:sldMk cId="4476213" sldId="2145706246"/>
        </pc:sldMkLst>
        <pc:graphicFrameChg chg="mod modGraphic">
          <ac:chgData name="Graf Thomas, SCS-INI-NET-VNC-E2E" userId="487bc3e3-9ce7-4cdd-b7b4-8899ea88d289" providerId="ADAL" clId="{ADEEF08A-D719-4B50-A383-4105EDA2C206}" dt="2026-07-14T12:10:12.740" v="4024" actId="13926"/>
          <ac:graphicFrameMkLst>
            <pc:docMk/>
            <pc:sldMk cId="4476213" sldId="2145706246"/>
            <ac:graphicFrameMk id="6" creationId="{4E7CEF41-5DBF-BE8C-3E2D-7F5D56B757D3}"/>
          </ac:graphicFrameMkLst>
        </pc:graphicFrameChg>
      </pc:sldChg>
      <pc:sldChg chg="add">
        <pc:chgData name="Graf Thomas, SCS-INI-NET-VNC-E2E" userId="487bc3e3-9ce7-4cdd-b7b4-8899ea88d289" providerId="ADAL" clId="{ADEEF08A-D719-4B50-A383-4105EDA2C206}" dt="2026-07-14T12:10:23.771" v="4026"/>
        <pc:sldMkLst>
          <pc:docMk/>
          <pc:sldMk cId="2881421618" sldId="2145706246"/>
        </pc:sldMkLst>
      </pc:sldChg>
      <pc:sldChg chg="del">
        <pc:chgData name="Graf Thomas, SCS-INI-NET-VNC-E2E" userId="487bc3e3-9ce7-4cdd-b7b4-8899ea88d289" providerId="ADAL" clId="{ADEEF08A-D719-4B50-A383-4105EDA2C206}" dt="2026-07-14T12:10:57.816" v="4027" actId="47"/>
        <pc:sldMkLst>
          <pc:docMk/>
          <pc:sldMk cId="1911218804" sldId="2145706247"/>
        </pc:sldMkLst>
      </pc:sldChg>
      <pc:sldChg chg="del">
        <pc:chgData name="Graf Thomas, SCS-INI-NET-VNC-E2E" userId="487bc3e3-9ce7-4cdd-b7b4-8899ea88d289" providerId="ADAL" clId="{ADEEF08A-D719-4B50-A383-4105EDA2C206}" dt="2026-03-09T13:14:20.151" v="21" actId="47"/>
        <pc:sldMkLst>
          <pc:docMk/>
          <pc:sldMk cId="2860389926" sldId="2145706248"/>
        </pc:sldMkLst>
      </pc:sldChg>
      <pc:sldChg chg="del">
        <pc:chgData name="Graf Thomas, SCS-INI-NET-VNC-E2E" userId="487bc3e3-9ce7-4cdd-b7b4-8899ea88d289" providerId="ADAL" clId="{ADEEF08A-D719-4B50-A383-4105EDA2C206}" dt="2026-03-09T13:14:20.151" v="21" actId="47"/>
        <pc:sldMkLst>
          <pc:docMk/>
          <pc:sldMk cId="3526766535" sldId="2145706249"/>
        </pc:sldMkLst>
      </pc:sldChg>
      <pc:sldChg chg="addSp modSp add mod">
        <pc:chgData name="Graf Thomas, SCS-INI-NET-VNC-E2E" userId="487bc3e3-9ce7-4cdd-b7b4-8899ea88d289" providerId="ADAL" clId="{ADEEF08A-D719-4B50-A383-4105EDA2C206}" dt="2026-07-14T12:30:21.967" v="4566" actId="1076"/>
        <pc:sldMkLst>
          <pc:docMk/>
          <pc:sldMk cId="1952313376" sldId="2145706268"/>
        </pc:sldMkLst>
        <pc:spChg chg="mod">
          <ac:chgData name="Graf Thomas, SCS-INI-NET-VNC-E2E" userId="487bc3e3-9ce7-4cdd-b7b4-8899ea88d289" providerId="ADAL" clId="{ADEEF08A-D719-4B50-A383-4105EDA2C206}" dt="2026-07-14T12:21:56.315" v="4283" actId="20577"/>
          <ac:spMkLst>
            <pc:docMk/>
            <pc:sldMk cId="1952313376" sldId="2145706268"/>
            <ac:spMk id="2" creationId="{27A87DDB-21B5-67D8-ADB5-503A3599E15E}"/>
          </ac:spMkLst>
        </pc:spChg>
        <pc:spChg chg="mod">
          <ac:chgData name="Graf Thomas, SCS-INI-NET-VNC-E2E" userId="487bc3e3-9ce7-4cdd-b7b4-8899ea88d289" providerId="ADAL" clId="{ADEEF08A-D719-4B50-A383-4105EDA2C206}" dt="2026-07-14T12:30:05.598" v="4564" actId="20577"/>
          <ac:spMkLst>
            <pc:docMk/>
            <pc:sldMk cId="1952313376" sldId="2145706268"/>
            <ac:spMk id="4" creationId="{BFC2B84D-0952-8FD4-2C86-DD67CE4D80B5}"/>
          </ac:spMkLst>
        </pc:spChg>
        <pc:picChg chg="add mod">
          <ac:chgData name="Graf Thomas, SCS-INI-NET-VNC-E2E" userId="487bc3e3-9ce7-4cdd-b7b4-8899ea88d289" providerId="ADAL" clId="{ADEEF08A-D719-4B50-A383-4105EDA2C206}" dt="2026-07-14T12:24:02.905" v="4388" actId="1076"/>
          <ac:picMkLst>
            <pc:docMk/>
            <pc:sldMk cId="1952313376" sldId="2145706268"/>
            <ac:picMk id="13" creationId="{5FDC4080-7DA9-34E9-74B9-93D13734B4AC}"/>
          </ac:picMkLst>
        </pc:picChg>
        <pc:picChg chg="add mod">
          <ac:chgData name="Graf Thomas, SCS-INI-NET-VNC-E2E" userId="487bc3e3-9ce7-4cdd-b7b4-8899ea88d289" providerId="ADAL" clId="{ADEEF08A-D719-4B50-A383-4105EDA2C206}" dt="2026-07-14T12:30:21.967" v="4566" actId="1076"/>
          <ac:picMkLst>
            <pc:docMk/>
            <pc:sldMk cId="1952313376" sldId="2145706268"/>
            <ac:picMk id="14" creationId="{6AEFD3DE-2F2A-33DA-E787-B482BC94EC9D}"/>
          </ac:picMkLst>
        </pc:picChg>
      </pc:sldChg>
      <pc:sldChg chg="delSp modSp add mod">
        <pc:chgData name="Graf Thomas, SCS-INI-NET-VNC-E2E" userId="487bc3e3-9ce7-4cdd-b7b4-8899ea88d289" providerId="ADAL" clId="{ADEEF08A-D719-4B50-A383-4105EDA2C206}" dt="2026-07-14T12:27:16.279" v="4518" actId="20577"/>
        <pc:sldMkLst>
          <pc:docMk/>
          <pc:sldMk cId="2993795036" sldId="2145706269"/>
        </pc:sldMkLst>
        <pc:spChg chg="mod">
          <ac:chgData name="Graf Thomas, SCS-INI-NET-VNC-E2E" userId="487bc3e3-9ce7-4cdd-b7b4-8899ea88d289" providerId="ADAL" clId="{ADEEF08A-D719-4B50-A383-4105EDA2C206}" dt="2026-07-14T12:22:47.634" v="4289" actId="20577"/>
          <ac:spMkLst>
            <pc:docMk/>
            <pc:sldMk cId="2993795036" sldId="2145706269"/>
            <ac:spMk id="2" creationId="{0A869892-8D71-893A-C801-A1A881544976}"/>
          </ac:spMkLst>
        </pc:spChg>
        <pc:spChg chg="mod">
          <ac:chgData name="Graf Thomas, SCS-INI-NET-VNC-E2E" userId="487bc3e3-9ce7-4cdd-b7b4-8899ea88d289" providerId="ADAL" clId="{ADEEF08A-D719-4B50-A383-4105EDA2C206}" dt="2026-07-14T12:27:16.279" v="4518" actId="20577"/>
          <ac:spMkLst>
            <pc:docMk/>
            <pc:sldMk cId="2993795036" sldId="2145706269"/>
            <ac:spMk id="4" creationId="{53414349-C8F0-A8B2-1397-DF24059FF38F}"/>
          </ac:spMkLst>
        </pc:spChg>
        <pc:picChg chg="del">
          <ac:chgData name="Graf Thomas, SCS-INI-NET-VNC-E2E" userId="487bc3e3-9ce7-4cdd-b7b4-8899ea88d289" providerId="ADAL" clId="{ADEEF08A-D719-4B50-A383-4105EDA2C206}" dt="2026-07-14T12:22:44.342" v="4288" actId="478"/>
          <ac:picMkLst>
            <pc:docMk/>
            <pc:sldMk cId="2993795036" sldId="2145706269"/>
            <ac:picMk id="3" creationId="{1983A747-B840-E9CA-7C18-DCEC9909EED6}"/>
          </ac:picMkLst>
        </pc:picChg>
        <pc:picChg chg="del">
          <ac:chgData name="Graf Thomas, SCS-INI-NET-VNC-E2E" userId="487bc3e3-9ce7-4cdd-b7b4-8899ea88d289" providerId="ADAL" clId="{ADEEF08A-D719-4B50-A383-4105EDA2C206}" dt="2026-07-14T12:22:44.342" v="4288" actId="478"/>
          <ac:picMkLst>
            <pc:docMk/>
            <pc:sldMk cId="2993795036" sldId="2145706269"/>
            <ac:picMk id="5" creationId="{F1EB5948-AF15-F73D-B99D-F9E013D914A7}"/>
          </ac:picMkLst>
        </pc:picChg>
        <pc:picChg chg="del">
          <ac:chgData name="Graf Thomas, SCS-INI-NET-VNC-E2E" userId="487bc3e3-9ce7-4cdd-b7b4-8899ea88d289" providerId="ADAL" clId="{ADEEF08A-D719-4B50-A383-4105EDA2C206}" dt="2026-07-14T12:22:44.342" v="4288" actId="478"/>
          <ac:picMkLst>
            <pc:docMk/>
            <pc:sldMk cId="2993795036" sldId="2145706269"/>
            <ac:picMk id="8" creationId="{99F0D138-AEE8-CB17-EDA1-92BCB9E8CB72}"/>
          </ac:picMkLst>
        </pc:picChg>
        <pc:picChg chg="del">
          <ac:chgData name="Graf Thomas, SCS-INI-NET-VNC-E2E" userId="487bc3e3-9ce7-4cdd-b7b4-8899ea88d289" providerId="ADAL" clId="{ADEEF08A-D719-4B50-A383-4105EDA2C206}" dt="2026-07-14T12:22:44.342" v="4288" actId="478"/>
          <ac:picMkLst>
            <pc:docMk/>
            <pc:sldMk cId="2993795036" sldId="2145706269"/>
            <ac:picMk id="10" creationId="{6944193D-46D1-6535-16F9-F941811D4571}"/>
          </ac:picMkLst>
        </pc:picChg>
        <pc:picChg chg="del">
          <ac:chgData name="Graf Thomas, SCS-INI-NET-VNC-E2E" userId="487bc3e3-9ce7-4cdd-b7b4-8899ea88d289" providerId="ADAL" clId="{ADEEF08A-D719-4B50-A383-4105EDA2C206}" dt="2026-07-14T12:22:44.342" v="4288" actId="478"/>
          <ac:picMkLst>
            <pc:docMk/>
            <pc:sldMk cId="2993795036" sldId="2145706269"/>
            <ac:picMk id="11" creationId="{D300F229-8A7E-A488-E67C-9E5DBA5823CE}"/>
          </ac:picMkLst>
        </pc:picChg>
        <pc:picChg chg="del">
          <ac:chgData name="Graf Thomas, SCS-INI-NET-VNC-E2E" userId="487bc3e3-9ce7-4cdd-b7b4-8899ea88d289" providerId="ADAL" clId="{ADEEF08A-D719-4B50-A383-4105EDA2C206}" dt="2026-07-14T12:22:44.342" v="4288" actId="478"/>
          <ac:picMkLst>
            <pc:docMk/>
            <pc:sldMk cId="2993795036" sldId="2145706269"/>
            <ac:picMk id="12" creationId="{9FE52380-46B9-16E4-1BE1-A7FCC78C7C43}"/>
          </ac:picMkLst>
        </pc:picChg>
        <pc:picChg chg="del">
          <ac:chgData name="Graf Thomas, SCS-INI-NET-VNC-E2E" userId="487bc3e3-9ce7-4cdd-b7b4-8899ea88d289" providerId="ADAL" clId="{ADEEF08A-D719-4B50-A383-4105EDA2C206}" dt="2026-07-14T12:22:44.342" v="4288" actId="478"/>
          <ac:picMkLst>
            <pc:docMk/>
            <pc:sldMk cId="2993795036" sldId="2145706269"/>
            <ac:picMk id="13" creationId="{A3B993C9-B476-E507-AC15-A1BDF82A4106}"/>
          </ac:picMkLst>
        </pc:picChg>
        <pc:picChg chg="del">
          <ac:chgData name="Graf Thomas, SCS-INI-NET-VNC-E2E" userId="487bc3e3-9ce7-4cdd-b7b4-8899ea88d289" providerId="ADAL" clId="{ADEEF08A-D719-4B50-A383-4105EDA2C206}" dt="2026-07-14T12:22:44.342" v="4288" actId="478"/>
          <ac:picMkLst>
            <pc:docMk/>
            <pc:sldMk cId="2993795036" sldId="2145706269"/>
            <ac:picMk id="14" creationId="{5811DA5E-FCEA-CF0C-2230-8CADE7381341}"/>
          </ac:picMkLst>
        </pc:picChg>
        <pc:picChg chg="del">
          <ac:chgData name="Graf Thomas, SCS-INI-NET-VNC-E2E" userId="487bc3e3-9ce7-4cdd-b7b4-8899ea88d289" providerId="ADAL" clId="{ADEEF08A-D719-4B50-A383-4105EDA2C206}" dt="2026-07-14T12:22:44.342" v="4288" actId="478"/>
          <ac:picMkLst>
            <pc:docMk/>
            <pc:sldMk cId="2993795036" sldId="2145706269"/>
            <ac:picMk id="17" creationId="{29BA4C7B-D7E4-6B2C-091B-503723F2D961}"/>
          </ac:picMkLst>
        </pc:picChg>
      </pc:sldChg>
      <pc:sldChg chg="addSp delSp modSp add mod ord">
        <pc:chgData name="Graf Thomas, SCS-INI-NET-VNC-E2E" userId="487bc3e3-9ce7-4cdd-b7b4-8899ea88d289" providerId="ADAL" clId="{ADEEF08A-D719-4B50-A383-4105EDA2C206}" dt="2026-03-17T04:14:16.736" v="907" actId="1076"/>
        <pc:sldMkLst>
          <pc:docMk/>
          <pc:sldMk cId="3853061195" sldId="2145706270"/>
        </pc:sldMkLst>
      </pc:sldChg>
      <pc:sldChg chg="add del ord">
        <pc:chgData name="Graf Thomas, SCS-INI-NET-VNC-E2E" userId="487bc3e3-9ce7-4cdd-b7b4-8899ea88d289" providerId="ADAL" clId="{ADEEF08A-D719-4B50-A383-4105EDA2C206}" dt="2026-03-17T04:11:56.863" v="751" actId="47"/>
        <pc:sldMkLst>
          <pc:docMk/>
          <pc:sldMk cId="3991829323" sldId="2145706270"/>
        </pc:sldMkLst>
      </pc:sldChg>
      <pc:sldChg chg="addSp delSp modSp add mod">
        <pc:chgData name="Graf Thomas, SCS-INI-NET-VNC-E2E" userId="487bc3e3-9ce7-4cdd-b7b4-8899ea88d289" providerId="ADAL" clId="{ADEEF08A-D719-4B50-A383-4105EDA2C206}" dt="2026-03-18T01:22:59.233" v="2383" actId="6549"/>
        <pc:sldMkLst>
          <pc:docMk/>
          <pc:sldMk cId="2190926149" sldId="2145706271"/>
        </pc:sldMkLst>
      </pc:sldChg>
      <pc:sldChg chg="addSp delSp modSp add mod">
        <pc:chgData name="Graf Thomas, SCS-INI-NET-VNC-E2E" userId="487bc3e3-9ce7-4cdd-b7b4-8899ea88d289" providerId="ADAL" clId="{ADEEF08A-D719-4B50-A383-4105EDA2C206}" dt="2026-07-14T17:02:55.038" v="4642" actId="108"/>
        <pc:sldMkLst>
          <pc:docMk/>
          <pc:sldMk cId="4275233702" sldId="2145706272"/>
        </pc:sldMkLst>
        <pc:spChg chg="mod">
          <ac:chgData name="Graf Thomas, SCS-INI-NET-VNC-E2E" userId="487bc3e3-9ce7-4cdd-b7b4-8899ea88d289" providerId="ADAL" clId="{ADEEF08A-D719-4B50-A383-4105EDA2C206}" dt="2026-07-14T17:02:55.038" v="4642" actId="108"/>
          <ac:spMkLst>
            <pc:docMk/>
            <pc:sldMk cId="4275233702" sldId="2145706272"/>
            <ac:spMk id="1521" creationId="{27CFBD74-4EA0-E433-223E-AD917E08328A}"/>
          </ac:spMkLst>
        </pc:spChg>
      </pc:sldChg>
      <pc:sldChg chg="addSp delSp modSp add mod">
        <pc:chgData name="Graf Thomas, SCS-INI-NET-VNC-E2E" userId="487bc3e3-9ce7-4cdd-b7b4-8899ea88d289" providerId="ADAL" clId="{ADEEF08A-D719-4B50-A383-4105EDA2C206}" dt="2026-03-17T04:25:33.063" v="1824" actId="1076"/>
        <pc:sldMkLst>
          <pc:docMk/>
          <pc:sldMk cId="515890898" sldId="2145706273"/>
        </pc:sldMkLst>
      </pc:sldChg>
      <pc:sldChg chg="addSp delSp modSp add mod">
        <pc:chgData name="Graf Thomas, SCS-INI-NET-VNC-E2E" userId="487bc3e3-9ce7-4cdd-b7b4-8899ea88d289" providerId="ADAL" clId="{ADEEF08A-D719-4B50-A383-4105EDA2C206}" dt="2026-07-14T17:03:03.997" v="4643"/>
        <pc:sldMkLst>
          <pc:docMk/>
          <pc:sldMk cId="2351035140" sldId="2145706274"/>
        </pc:sldMkLst>
        <pc:spChg chg="mod">
          <ac:chgData name="Graf Thomas, SCS-INI-NET-VNC-E2E" userId="487bc3e3-9ce7-4cdd-b7b4-8899ea88d289" providerId="ADAL" clId="{ADEEF08A-D719-4B50-A383-4105EDA2C206}" dt="2026-07-14T17:03:03.997" v="4643"/>
          <ac:spMkLst>
            <pc:docMk/>
            <pc:sldMk cId="2351035140" sldId="2145706274"/>
            <ac:spMk id="1521" creationId="{1758EF1A-4DAD-DC84-9418-5B9299646425}"/>
          </ac:spMkLst>
        </pc:spChg>
      </pc:sldChg>
      <pc:sldChg chg="addSp delSp modSp add mod">
        <pc:chgData name="Graf Thomas, SCS-INI-NET-VNC-E2E" userId="487bc3e3-9ce7-4cdd-b7b4-8899ea88d289" providerId="ADAL" clId="{ADEEF08A-D719-4B50-A383-4105EDA2C206}" dt="2026-07-14T17:03:11.317" v="4644"/>
        <pc:sldMkLst>
          <pc:docMk/>
          <pc:sldMk cId="4179087185" sldId="2145706275"/>
        </pc:sldMkLst>
        <pc:spChg chg="mod">
          <ac:chgData name="Graf Thomas, SCS-INI-NET-VNC-E2E" userId="487bc3e3-9ce7-4cdd-b7b4-8899ea88d289" providerId="ADAL" clId="{ADEEF08A-D719-4B50-A383-4105EDA2C206}" dt="2026-07-14T17:03:11.317" v="4644"/>
          <ac:spMkLst>
            <pc:docMk/>
            <pc:sldMk cId="4179087185" sldId="2145706275"/>
            <ac:spMk id="1521" creationId="{8D4264D9-F631-65B2-A1D5-499EA3E0D471}"/>
          </ac:spMkLst>
        </pc:spChg>
      </pc:sldChg>
      <pc:sldChg chg="addSp delSp modSp add mod">
        <pc:chgData name="Graf Thomas, SCS-INI-NET-VNC-E2E" userId="487bc3e3-9ce7-4cdd-b7b4-8899ea88d289" providerId="ADAL" clId="{ADEEF08A-D719-4B50-A383-4105EDA2C206}" dt="2026-07-14T17:03:15.302" v="4645"/>
        <pc:sldMkLst>
          <pc:docMk/>
          <pc:sldMk cId="2778985922" sldId="2145706276"/>
        </pc:sldMkLst>
        <pc:spChg chg="mod">
          <ac:chgData name="Graf Thomas, SCS-INI-NET-VNC-E2E" userId="487bc3e3-9ce7-4cdd-b7b4-8899ea88d289" providerId="ADAL" clId="{ADEEF08A-D719-4B50-A383-4105EDA2C206}" dt="2026-07-14T17:03:15.302" v="4645"/>
          <ac:spMkLst>
            <pc:docMk/>
            <pc:sldMk cId="2778985922" sldId="2145706276"/>
            <ac:spMk id="1521" creationId="{5D881107-FC26-236F-51AA-99B7D6A89FD9}"/>
          </ac:spMkLst>
        </pc:spChg>
      </pc:sldChg>
      <pc:sldChg chg="addSp delSp modSp add mod">
        <pc:chgData name="Graf Thomas, SCS-INI-NET-VNC-E2E" userId="487bc3e3-9ce7-4cdd-b7b4-8899ea88d289" providerId="ADAL" clId="{ADEEF08A-D719-4B50-A383-4105EDA2C206}" dt="2026-03-18T01:25:44.509" v="2487" actId="20577"/>
        <pc:sldMkLst>
          <pc:docMk/>
          <pc:sldMk cId="2755856533" sldId="2145706277"/>
        </pc:sldMkLst>
      </pc:sldChg>
      <pc:sldChg chg="addSp delSp modSp add mod">
        <pc:chgData name="Graf Thomas, SCS-INI-NET-VNC-E2E" userId="487bc3e3-9ce7-4cdd-b7b4-8899ea88d289" providerId="ADAL" clId="{ADEEF08A-D719-4B50-A383-4105EDA2C206}" dt="2026-03-18T01:27:12.686" v="2564" actId="20577"/>
        <pc:sldMkLst>
          <pc:docMk/>
          <pc:sldMk cId="1653096990" sldId="2145706278"/>
        </pc:sldMkLst>
      </pc:sldChg>
      <pc:sldChg chg="addSp delSp modSp add mod">
        <pc:chgData name="Graf Thomas, SCS-INI-NET-VNC-E2E" userId="487bc3e3-9ce7-4cdd-b7b4-8899ea88d289" providerId="ADAL" clId="{ADEEF08A-D719-4B50-A383-4105EDA2C206}" dt="2026-03-18T01:32:30.872" v="2760"/>
        <pc:sldMkLst>
          <pc:docMk/>
          <pc:sldMk cId="2230264938" sldId="2145706279"/>
        </pc:sldMkLst>
      </pc:sldChg>
      <pc:sldChg chg="addSp delSp modSp add mod ord">
        <pc:chgData name="Graf Thomas, SCS-INI-NET-VNC-E2E" userId="487bc3e3-9ce7-4cdd-b7b4-8899ea88d289" providerId="ADAL" clId="{ADEEF08A-D719-4B50-A383-4105EDA2C206}" dt="2026-07-14T11:51:24.622" v="3480"/>
        <pc:sldMkLst>
          <pc:docMk/>
          <pc:sldMk cId="1488938283" sldId="2145706280"/>
        </pc:sldMkLst>
        <pc:spChg chg="mod">
          <ac:chgData name="Graf Thomas, SCS-INI-NET-VNC-E2E" userId="487bc3e3-9ce7-4cdd-b7b4-8899ea88d289" providerId="ADAL" clId="{ADEEF08A-D719-4B50-A383-4105EDA2C206}" dt="2026-07-14T11:51:03.170" v="3465" actId="113"/>
          <ac:spMkLst>
            <pc:docMk/>
            <pc:sldMk cId="1488938283" sldId="2145706280"/>
            <ac:spMk id="2" creationId="{12AA9B0A-A90B-9249-AA71-F9B3153B85D4}"/>
          </ac:spMkLst>
        </pc:spChg>
        <pc:spChg chg="del">
          <ac:chgData name="Graf Thomas, SCS-INI-NET-VNC-E2E" userId="487bc3e3-9ce7-4cdd-b7b4-8899ea88d289" providerId="ADAL" clId="{ADEEF08A-D719-4B50-A383-4105EDA2C206}" dt="2026-07-14T11:49:52.104" v="3381" actId="478"/>
          <ac:spMkLst>
            <pc:docMk/>
            <pc:sldMk cId="1488938283" sldId="2145706280"/>
            <ac:spMk id="3" creationId="{EE393C88-4D36-F1FC-7E42-5EBBFA0C8854}"/>
          </ac:spMkLst>
        </pc:spChg>
        <pc:spChg chg="add del mod">
          <ac:chgData name="Graf Thomas, SCS-INI-NET-VNC-E2E" userId="487bc3e3-9ce7-4cdd-b7b4-8899ea88d289" providerId="ADAL" clId="{ADEEF08A-D719-4B50-A383-4105EDA2C206}" dt="2026-07-14T11:49:54.497" v="3382" actId="478"/>
          <ac:spMkLst>
            <pc:docMk/>
            <pc:sldMk cId="1488938283" sldId="2145706280"/>
            <ac:spMk id="5" creationId="{A95F0BE3-D808-421D-558E-17DF13CD4B26}"/>
          </ac:spMkLst>
        </pc:spChg>
        <pc:picChg chg="del mod">
          <ac:chgData name="Graf Thomas, SCS-INI-NET-VNC-E2E" userId="487bc3e3-9ce7-4cdd-b7b4-8899ea88d289" providerId="ADAL" clId="{ADEEF08A-D719-4B50-A383-4105EDA2C206}" dt="2026-07-14T11:49:55.110" v="3384" actId="478"/>
          <ac:picMkLst>
            <pc:docMk/>
            <pc:sldMk cId="1488938283" sldId="2145706280"/>
            <ac:picMk id="7" creationId="{B1ED6E96-E5C9-6A1F-3540-40AE580789A0}"/>
          </ac:picMkLst>
        </pc:picChg>
        <pc:picChg chg="add mod">
          <ac:chgData name="Graf Thomas, SCS-INI-NET-VNC-E2E" userId="487bc3e3-9ce7-4cdd-b7b4-8899ea88d289" providerId="ADAL" clId="{ADEEF08A-D719-4B50-A383-4105EDA2C206}" dt="2026-07-14T11:50:30.780" v="3397" actId="14100"/>
          <ac:picMkLst>
            <pc:docMk/>
            <pc:sldMk cId="1488938283" sldId="2145706280"/>
            <ac:picMk id="9" creationId="{63C53015-577B-B818-5128-8711F5B72977}"/>
          </ac:picMkLst>
        </pc:picChg>
        <pc:picChg chg="del">
          <ac:chgData name="Graf Thomas, SCS-INI-NET-VNC-E2E" userId="487bc3e3-9ce7-4cdd-b7b4-8899ea88d289" providerId="ADAL" clId="{ADEEF08A-D719-4B50-A383-4105EDA2C206}" dt="2026-07-14T11:49:56.065" v="3386" actId="478"/>
          <ac:picMkLst>
            <pc:docMk/>
            <pc:sldMk cId="1488938283" sldId="2145706280"/>
            <ac:picMk id="10" creationId="{980F609F-1220-CE97-2F71-966C152891BE}"/>
          </ac:picMkLst>
        </pc:picChg>
        <pc:picChg chg="add mod">
          <ac:chgData name="Graf Thomas, SCS-INI-NET-VNC-E2E" userId="487bc3e3-9ce7-4cdd-b7b4-8899ea88d289" providerId="ADAL" clId="{ADEEF08A-D719-4B50-A383-4105EDA2C206}" dt="2026-07-14T11:50:34.712" v="3399" actId="1076"/>
          <ac:picMkLst>
            <pc:docMk/>
            <pc:sldMk cId="1488938283" sldId="2145706280"/>
            <ac:picMk id="12" creationId="{5EBA5325-EC36-4314-A46B-A7664534A1CB}"/>
          </ac:picMkLst>
        </pc:picChg>
        <pc:picChg chg="del">
          <ac:chgData name="Graf Thomas, SCS-INI-NET-VNC-E2E" userId="487bc3e3-9ce7-4cdd-b7b4-8899ea88d289" providerId="ADAL" clId="{ADEEF08A-D719-4B50-A383-4105EDA2C206}" dt="2026-07-14T11:49:55.675" v="3385" actId="478"/>
          <ac:picMkLst>
            <pc:docMk/>
            <pc:sldMk cId="1488938283" sldId="2145706280"/>
            <ac:picMk id="20" creationId="{2B22558B-DF00-2776-3C4F-98ED4FB107AD}"/>
          </ac:picMkLst>
        </pc:picChg>
      </pc:sldChg>
      <pc:sldChg chg="add del">
        <pc:chgData name="Graf Thomas, SCS-INI-NET-VNC-E2E" userId="487bc3e3-9ce7-4cdd-b7b4-8899ea88d289" providerId="ADAL" clId="{ADEEF08A-D719-4B50-A383-4105EDA2C206}" dt="2026-07-14T12:22:58.637" v="4290" actId="47"/>
        <pc:sldMkLst>
          <pc:docMk/>
          <pc:sldMk cId="2315850583" sldId="2145706281"/>
        </pc:sldMkLst>
      </pc:sldChg>
      <pc:sldChg chg="del">
        <pc:chgData name="Graf Thomas, SCS-INI-NET-VNC-E2E" userId="487bc3e3-9ce7-4cdd-b7b4-8899ea88d289" providerId="ADAL" clId="{ADEEF08A-D719-4B50-A383-4105EDA2C206}" dt="2026-03-09T13:14:20.151" v="21" actId="47"/>
        <pc:sldMkLst>
          <pc:docMk/>
          <pc:sldMk cId="2695572745" sldId="2145706305"/>
        </pc:sldMkLst>
      </pc:sldChg>
      <pc:sldChg chg="del">
        <pc:chgData name="Graf Thomas, SCS-INI-NET-VNC-E2E" userId="487bc3e3-9ce7-4cdd-b7b4-8899ea88d289" providerId="ADAL" clId="{ADEEF08A-D719-4B50-A383-4105EDA2C206}" dt="2026-03-09T13:14:20.151" v="21" actId="47"/>
        <pc:sldMkLst>
          <pc:docMk/>
          <pc:sldMk cId="2878460098" sldId="2145706306"/>
        </pc:sldMkLst>
      </pc:sldChg>
      <pc:sldChg chg="del">
        <pc:chgData name="Graf Thomas, SCS-INI-NET-VNC-E2E" userId="487bc3e3-9ce7-4cdd-b7b4-8899ea88d289" providerId="ADAL" clId="{ADEEF08A-D719-4B50-A383-4105EDA2C206}" dt="2026-03-09T13:14:20.151" v="21" actId="47"/>
        <pc:sldMkLst>
          <pc:docMk/>
          <pc:sldMk cId="4208302676" sldId="2145706307"/>
        </pc:sldMkLst>
      </pc:sldChg>
      <pc:sldMasterChg chg="delSldLayout">
        <pc:chgData name="Graf Thomas, SCS-INI-NET-VNC-E2E" userId="487bc3e3-9ce7-4cdd-b7b4-8899ea88d289" providerId="ADAL" clId="{ADEEF08A-D719-4B50-A383-4105EDA2C206}" dt="2026-03-17T04:08:00.547" v="745" actId="47"/>
        <pc:sldMasterMkLst>
          <pc:docMk/>
          <pc:sldMasterMk cId="1575956613" sldId="2147483648"/>
        </pc:sldMasterMkLst>
        <pc:sldLayoutChg chg="del">
          <pc:chgData name="Graf Thomas, SCS-INI-NET-VNC-E2E" userId="487bc3e3-9ce7-4cdd-b7b4-8899ea88d289" providerId="ADAL" clId="{ADEEF08A-D719-4B50-A383-4105EDA2C206}" dt="2026-03-17T04:08:00.547" v="745" actId="47"/>
          <pc:sldLayoutMkLst>
            <pc:docMk/>
            <pc:sldMasterMk cId="1575956613" sldId="2147483648"/>
            <pc:sldLayoutMk cId="1827472892" sldId="2147483660"/>
          </pc:sldLayoutMkLst>
        </pc:sldLayoutChg>
      </pc:sldMasterChg>
    </pc:docChg>
  </pc:docChgLst>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ldChg>
      <pc:sldChg chg="modSp add mod">
        <pc:chgData name="Graf Thomas, SCS-INI-NET-VNC-E2E" userId="487bc3e3-9ce7-4cdd-b7b4-8899ea88d289" providerId="ADAL" clId="{1BAAA70E-921F-47F1-8CE8-3DD05F71A227}" dt="2025-10-26T13:40:53.571" v="2960" actId="20577"/>
        <pc:sldMkLst>
          <pc:docMk/>
          <pc:sldMk cId="2750719351" sldId="2145706243"/>
        </pc:sldMkLst>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ldChg>
      <pc:sldChg chg="modSp add mod">
        <pc:chgData name="Graf Thomas, SCS-INI-NET-VNC-E2E" userId="487bc3e3-9ce7-4cdd-b7b4-8899ea88d289" providerId="ADAL" clId="{1BAAA70E-921F-47F1-8CE8-3DD05F71A227}" dt="2025-10-28T09:06:12.054" v="3259" actId="790"/>
        <pc:sldMkLst>
          <pc:docMk/>
          <pc:sldMk cId="4476213" sldId="2145706246"/>
        </pc:sldMkLst>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14.07.2026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1"/>
        <p:cNvGrpSpPr/>
        <p:nvPr/>
      </p:nvGrpSpPr>
      <p:grpSpPr>
        <a:xfrm>
          <a:off x="0" y="0"/>
          <a:ext cx="0" cy="0"/>
          <a:chOff x="0" y="0"/>
          <a:chExt cx="0" cy="0"/>
        </a:xfrm>
      </p:grpSpPr>
      <p:sp>
        <p:nvSpPr>
          <p:cNvPr id="1502" name="Google Shape;1502;g2d538e9c0b5_2_1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03" name="Google Shape;1503;g2d538e9c0b5_2_136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4" name="Google Shape;1504;g2d538e9c0b5_2_13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n" sz="1800" b="0" i="0" u="none" strike="noStrike" cap="none">
                <a:solidFill>
                  <a:srgbClr val="000000"/>
                </a:solidFill>
                <a:latin typeface="Calibri"/>
                <a:ea typeface="Calibri"/>
                <a:cs typeface="Calibri"/>
                <a:sym typeface="Calibri"/>
              </a:rPr>
              <a:t>6</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0"/>
        <p:cNvGrpSpPr/>
        <p:nvPr/>
      </p:nvGrpSpPr>
      <p:grpSpPr>
        <a:xfrm>
          <a:off x="0" y="0"/>
          <a:ext cx="0" cy="0"/>
          <a:chOff x="0" y="0"/>
          <a:chExt cx="0" cy="0"/>
        </a:xfrm>
      </p:grpSpPr>
      <p:sp>
        <p:nvSpPr>
          <p:cNvPr id="1511" name="Google Shape;1511;g2d538e9c0b5_2_137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2" name="Google Shape;1512;g2d538e9c0b5_2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4980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BF26A0C-F6EE-2A46-71FE-E39D297B7FE0}"/>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F1ECFC07-02B3-5255-262B-F8D05DCE37C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8012975-8E03-C8A4-42B5-0DCDA72FE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38554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6B8C02C-3772-F0AE-9FE9-CCFA401896DA}"/>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1261614-5B1B-4787-1A3B-295D99CC9ABB}"/>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F06D914-6447-4628-BF3F-34A405DFA1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10743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FD365696-6FD7-8D01-8245-1F6B9D3B67E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5E016976-46C9-B7AF-7AF2-4C55BBD3E19C}"/>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7DE42BFF-F297-A1C8-D4A5-2777CCDCF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2832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511E151-ABB2-8EAB-F655-3816AC038A0C}"/>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A1EC2C73-9DB5-D03A-FC49-E5A4DA11252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9F3C4E54-AB15-D076-0876-BA5D5866F2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19685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CCF2EAE6-B341-993A-0764-3CC852ADC427}"/>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D9491D6-B267-5C2E-7D57-CD7534F0365F}"/>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F0383E6D-0746-73D5-8795-F44BEA0D09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03259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0F12334-F569-4AE7-5B40-34D95095193B}"/>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F556706-F70B-8726-EAD8-F724477B6B2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35D25A37-E22A-6578-CDEB-76F8AFC6FE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1059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46E6FE8-F64F-A293-77DD-5E1E40D1A2AE}"/>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C3BFFE0F-E03E-8AB2-019C-88F8B682579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90E3CDE2-931C-B109-8E36-81973226CB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58694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3CC8492D-71E9-769A-AC1A-302F41D232E9}"/>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164D80BD-F3E7-091D-B0A5-2CDC67579E7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ABB7B7B-1BD7-8BEC-AA37-0899BE89B5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668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CC04A52A-E001-60B7-822C-F85447FBCCA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63BC52CD-A9C0-0614-C879-C2138FAA0BAF}"/>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FB6A3BE9-05A0-BD67-AED2-93DCD5A302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9046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2A15609-0547-E26A-147C-409BBF581D9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B408533-64D4-270A-461D-7830D6583F3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856CF441-556B-2841-8C27-BC97D535CF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068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E14EEB9E-581F-EA46-2BEB-D75CCAD9E001}"/>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0B0BD8D3-FE5B-CF0B-D1B5-3B0195D6FC3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2BC9E1F3-3D06-0EBE-42AD-2E2BB10ED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414729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85D9230B-C5FF-F425-E7D9-EDC1EF92F51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77DB0E0F-25ED-8C89-9B84-4B5C5EE08FC3}"/>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35B4C851-CCF7-D688-7D22-B3E3EB1ECB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8325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97B1BEE-5147-0E38-FD91-CF0151925AD3}"/>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9545E538-871F-0816-F01E-6EA56F883482}"/>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484F2E50-E1B8-31ED-56CD-A34B9FF3EB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00380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7"/>
        <p:cNvGrpSpPr/>
        <p:nvPr/>
      </p:nvGrpSpPr>
      <p:grpSpPr>
        <a:xfrm>
          <a:off x="0" y="0"/>
          <a:ext cx="0" cy="0"/>
          <a:chOff x="0" y="0"/>
          <a:chExt cx="0" cy="0"/>
        </a:xfrm>
      </p:grpSpPr>
      <p:sp>
        <p:nvSpPr>
          <p:cNvPr id="1648" name="Google Shape;1648;g2d538e9c0b5_2_157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9" name="Google Shape;1649;g2d538e9c0b5_2_1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1_Title and Content" type="tx">
  <p:cSld name="1_Title and Content">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600" y="274638"/>
            <a:ext cx="10972800" cy="1143001"/>
          </a:xfrm>
          <a:prstGeom prst="rect">
            <a:avLst/>
          </a:prstGeom>
          <a:noFill/>
          <a:ln>
            <a:noFill/>
          </a:ln>
        </p:spPr>
        <p:txBody>
          <a:bodyPr spcFirstLastPara="1" wrap="square" lIns="45700" tIns="45700" rIns="45700" bIns="45700" anchor="ctr" anchorCtr="0">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61" name="Google Shape;61;p15"/>
          <p:cNvSpPr txBox="1">
            <a:spLocks noGrp="1"/>
          </p:cNvSpPr>
          <p:nvPr>
            <p:ph type="body" idx="1"/>
          </p:nvPr>
        </p:nvSpPr>
        <p:spPr>
          <a:xfrm>
            <a:off x="609600" y="1600201"/>
            <a:ext cx="10972800" cy="4525964"/>
          </a:xfrm>
          <a:prstGeom prst="rect">
            <a:avLst/>
          </a:prstGeom>
          <a:noFill/>
          <a:ln>
            <a:noFill/>
          </a:ln>
        </p:spPr>
        <p:txBody>
          <a:bodyPr spcFirstLastPara="1" wrap="square" lIns="45700" tIns="45700" rIns="45700" bIns="45700" anchor="t" anchorCtr="0">
            <a:normAutofit/>
          </a:bodyPr>
          <a:lstStyle>
            <a:lvl1pPr marL="609585" lvl="0" indent="-457189" algn="l">
              <a:lnSpc>
                <a:spcPct val="100000"/>
              </a:lnSpc>
              <a:spcBef>
                <a:spcPts val="933"/>
              </a:spcBef>
              <a:spcAft>
                <a:spcPts val="0"/>
              </a:spcAft>
              <a:buClr>
                <a:srgbClr val="000000"/>
              </a:buClr>
              <a:buSzPts val="1800"/>
              <a:buChar char="•"/>
              <a:defRPr/>
            </a:lvl1pPr>
            <a:lvl2pPr marL="1219170" lvl="1" indent="-457189" algn="l">
              <a:lnSpc>
                <a:spcPct val="100000"/>
              </a:lnSpc>
              <a:spcBef>
                <a:spcPts val="933"/>
              </a:spcBef>
              <a:spcAft>
                <a:spcPts val="0"/>
              </a:spcAft>
              <a:buClr>
                <a:srgbClr val="000000"/>
              </a:buClr>
              <a:buSzPts val="1800"/>
              <a:buChar char="–"/>
              <a:defRPr/>
            </a:lvl2pPr>
            <a:lvl3pPr marL="1828754" lvl="2" indent="-457189" algn="l">
              <a:lnSpc>
                <a:spcPct val="100000"/>
              </a:lnSpc>
              <a:spcBef>
                <a:spcPts val="933"/>
              </a:spcBef>
              <a:spcAft>
                <a:spcPts val="0"/>
              </a:spcAft>
              <a:buClr>
                <a:srgbClr val="000000"/>
              </a:buClr>
              <a:buSzPts val="1800"/>
              <a:buChar char="•"/>
              <a:defRPr/>
            </a:lvl3pPr>
            <a:lvl4pPr marL="2438339" lvl="3" indent="-457189" algn="l">
              <a:lnSpc>
                <a:spcPct val="100000"/>
              </a:lnSpc>
              <a:spcBef>
                <a:spcPts val="933"/>
              </a:spcBef>
              <a:spcAft>
                <a:spcPts val="0"/>
              </a:spcAft>
              <a:buClr>
                <a:srgbClr val="000000"/>
              </a:buClr>
              <a:buSzPts val="1800"/>
              <a:buChar char="–"/>
              <a:defRPr/>
            </a:lvl4pPr>
            <a:lvl5pPr marL="3047924" lvl="4" indent="-457189" algn="l">
              <a:lnSpc>
                <a:spcPct val="100000"/>
              </a:lnSpc>
              <a:spcBef>
                <a:spcPts val="933"/>
              </a:spcBef>
              <a:spcAft>
                <a:spcPts val="0"/>
              </a:spcAft>
              <a:buClr>
                <a:srgbClr val="000000"/>
              </a:buClr>
              <a:buSzPts val="1800"/>
              <a:buChar char="»"/>
              <a:defRPr/>
            </a:lvl5pPr>
            <a:lvl6pPr marL="3657509" lvl="5" indent="-457189" algn="l">
              <a:lnSpc>
                <a:spcPct val="100000"/>
              </a:lnSpc>
              <a:spcBef>
                <a:spcPts val="933"/>
              </a:spcBef>
              <a:spcAft>
                <a:spcPts val="0"/>
              </a:spcAft>
              <a:buClr>
                <a:srgbClr val="000000"/>
              </a:buClr>
              <a:buSzPts val="1800"/>
              <a:buChar char="•"/>
              <a:defRPr/>
            </a:lvl6pPr>
            <a:lvl7pPr marL="4267093" lvl="6" indent="-457189" algn="l">
              <a:lnSpc>
                <a:spcPct val="100000"/>
              </a:lnSpc>
              <a:spcBef>
                <a:spcPts val="933"/>
              </a:spcBef>
              <a:spcAft>
                <a:spcPts val="0"/>
              </a:spcAft>
              <a:buClr>
                <a:srgbClr val="000000"/>
              </a:buClr>
              <a:buSzPts val="1800"/>
              <a:buChar char="•"/>
              <a:defRPr/>
            </a:lvl7pPr>
            <a:lvl8pPr marL="4876678" lvl="7" indent="-457189" algn="l">
              <a:lnSpc>
                <a:spcPct val="100000"/>
              </a:lnSpc>
              <a:spcBef>
                <a:spcPts val="933"/>
              </a:spcBef>
              <a:spcAft>
                <a:spcPts val="0"/>
              </a:spcAft>
              <a:buClr>
                <a:srgbClr val="000000"/>
              </a:buClr>
              <a:buSzPts val="1800"/>
              <a:buChar char="•"/>
              <a:defRPr/>
            </a:lvl8pPr>
            <a:lvl9pPr marL="5486263" lvl="8" indent="-457189" algn="l">
              <a:lnSpc>
                <a:spcPct val="100000"/>
              </a:lnSpc>
              <a:spcBef>
                <a:spcPts val="933"/>
              </a:spcBef>
              <a:spcAft>
                <a:spcPts val="0"/>
              </a:spcAft>
              <a:buClr>
                <a:srgbClr val="000000"/>
              </a:buClr>
              <a:buSzPts val="1800"/>
              <a:buChar char="•"/>
              <a:defRPr/>
            </a:lvl9pPr>
          </a:lstStyle>
          <a:p>
            <a:endParaRPr/>
          </a:p>
        </p:txBody>
      </p:sp>
      <p:sp>
        <p:nvSpPr>
          <p:cNvPr id="62" name="Google Shape;62;p15"/>
          <p:cNvSpPr txBox="1">
            <a:spLocks noGrp="1"/>
          </p:cNvSpPr>
          <p:nvPr>
            <p:ph type="sldNum" idx="12"/>
          </p:nvPr>
        </p:nvSpPr>
        <p:spPr>
          <a:xfrm>
            <a:off x="11230425" y="6369657"/>
            <a:ext cx="351977" cy="33851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888888"/>
              </a:buClr>
              <a:buSzPts val="1200"/>
              <a:buFont typeface="Calibri"/>
              <a:buNone/>
              <a:defRPr sz="1600">
                <a:solidFill>
                  <a:srgbClr val="888888"/>
                </a:solidFill>
              </a:defRPr>
            </a:lvl1pPr>
            <a:lvl2pPr marL="0" lvl="1" indent="0" algn="r">
              <a:lnSpc>
                <a:spcPct val="100000"/>
              </a:lnSpc>
              <a:spcBef>
                <a:spcPts val="0"/>
              </a:spcBef>
              <a:spcAft>
                <a:spcPts val="0"/>
              </a:spcAft>
              <a:buClr>
                <a:srgbClr val="888888"/>
              </a:buClr>
              <a:buSzPts val="1200"/>
              <a:buFont typeface="Calibri"/>
              <a:buNone/>
              <a:defRPr sz="1600">
                <a:solidFill>
                  <a:srgbClr val="888888"/>
                </a:solidFill>
              </a:defRPr>
            </a:lvl2pPr>
            <a:lvl3pPr marL="0" lvl="2" indent="0" algn="r">
              <a:lnSpc>
                <a:spcPct val="100000"/>
              </a:lnSpc>
              <a:spcBef>
                <a:spcPts val="0"/>
              </a:spcBef>
              <a:spcAft>
                <a:spcPts val="0"/>
              </a:spcAft>
              <a:buClr>
                <a:srgbClr val="888888"/>
              </a:buClr>
              <a:buSzPts val="1200"/>
              <a:buFont typeface="Calibri"/>
              <a:buNone/>
              <a:defRPr sz="1600">
                <a:solidFill>
                  <a:srgbClr val="888888"/>
                </a:solidFill>
              </a:defRPr>
            </a:lvl3pPr>
            <a:lvl4pPr marL="0" lvl="3" indent="0" algn="r">
              <a:lnSpc>
                <a:spcPct val="100000"/>
              </a:lnSpc>
              <a:spcBef>
                <a:spcPts val="0"/>
              </a:spcBef>
              <a:spcAft>
                <a:spcPts val="0"/>
              </a:spcAft>
              <a:buClr>
                <a:srgbClr val="888888"/>
              </a:buClr>
              <a:buSzPts val="1200"/>
              <a:buFont typeface="Calibri"/>
              <a:buNone/>
              <a:defRPr sz="1600">
                <a:solidFill>
                  <a:srgbClr val="888888"/>
                </a:solidFill>
              </a:defRPr>
            </a:lvl4pPr>
            <a:lvl5pPr marL="0" lvl="4" indent="0" algn="r">
              <a:lnSpc>
                <a:spcPct val="100000"/>
              </a:lnSpc>
              <a:spcBef>
                <a:spcPts val="0"/>
              </a:spcBef>
              <a:spcAft>
                <a:spcPts val="0"/>
              </a:spcAft>
              <a:buClr>
                <a:srgbClr val="888888"/>
              </a:buClr>
              <a:buSzPts val="1200"/>
              <a:buFont typeface="Calibri"/>
              <a:buNone/>
              <a:defRPr sz="1600">
                <a:solidFill>
                  <a:srgbClr val="888888"/>
                </a:solidFill>
              </a:defRPr>
            </a:lvl5pPr>
            <a:lvl6pPr marL="0" lvl="5" indent="0" algn="r">
              <a:lnSpc>
                <a:spcPct val="100000"/>
              </a:lnSpc>
              <a:spcBef>
                <a:spcPts val="0"/>
              </a:spcBef>
              <a:spcAft>
                <a:spcPts val="0"/>
              </a:spcAft>
              <a:buClr>
                <a:srgbClr val="888888"/>
              </a:buClr>
              <a:buSzPts val="1200"/>
              <a:buFont typeface="Calibri"/>
              <a:buNone/>
              <a:defRPr sz="1600">
                <a:solidFill>
                  <a:srgbClr val="888888"/>
                </a:solidFill>
              </a:defRPr>
            </a:lvl6pPr>
            <a:lvl7pPr marL="0" lvl="6" indent="0" algn="r">
              <a:lnSpc>
                <a:spcPct val="100000"/>
              </a:lnSpc>
              <a:spcBef>
                <a:spcPts val="0"/>
              </a:spcBef>
              <a:spcAft>
                <a:spcPts val="0"/>
              </a:spcAft>
              <a:buClr>
                <a:srgbClr val="888888"/>
              </a:buClr>
              <a:buSzPts val="1200"/>
              <a:buFont typeface="Calibri"/>
              <a:buNone/>
              <a:defRPr sz="1600">
                <a:solidFill>
                  <a:srgbClr val="888888"/>
                </a:solidFill>
              </a:defRPr>
            </a:lvl7pPr>
            <a:lvl8pPr marL="0" lvl="7" indent="0" algn="r">
              <a:lnSpc>
                <a:spcPct val="100000"/>
              </a:lnSpc>
              <a:spcBef>
                <a:spcPts val="0"/>
              </a:spcBef>
              <a:spcAft>
                <a:spcPts val="0"/>
              </a:spcAft>
              <a:buClr>
                <a:srgbClr val="888888"/>
              </a:buClr>
              <a:buSzPts val="1200"/>
              <a:buFont typeface="Calibri"/>
              <a:buNone/>
              <a:defRPr sz="1600">
                <a:solidFill>
                  <a:srgbClr val="888888"/>
                </a:solidFill>
              </a:defRPr>
            </a:lvl8pPr>
            <a:lvl9pPr marL="0" lvl="8" indent="0" algn="r">
              <a:lnSpc>
                <a:spcPct val="100000"/>
              </a:lnSpc>
              <a:spcBef>
                <a:spcPts val="0"/>
              </a:spcBef>
              <a:spcAft>
                <a:spcPts val="0"/>
              </a:spcAft>
              <a:buClr>
                <a:srgbClr val="888888"/>
              </a:buClr>
              <a:buSzPts val="1200"/>
              <a:buFont typeface="Calibri"/>
              <a:buNone/>
              <a:defRPr sz="1600">
                <a:solidFill>
                  <a:srgbClr val="888888"/>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827342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udp-notif" TargetMode="External"/><Relationship Id="rId2" Type="http://schemas.openxmlformats.org/officeDocument/2006/relationships/hyperlink" Target="https://datatracker.ietf.org/doc/html/draft-ietf-nmop-yang-message-broker-message-key"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etconf-yang-library-augmentedby" TargetMode="External"/><Relationship Id="rId7"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html/draft-ietf-netconf-yang-notifications-versionin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9984" TargetMode="External"/><Relationship Id="rId2" Type="http://schemas.openxmlformats.org/officeDocument/2006/relationships/hyperlink" Target="https://datatracker.ietf.org/doc/html/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datatracker.ietf.org/doc/html/draft-ietf-netconf-distributed-notif"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network-analytics/udp-notif-dissector" TargetMode="External"/><Relationship Id="rId3" Type="http://schemas.openxmlformats.org/officeDocument/2006/relationships/hyperlink" Target="https://github.com/NetGauze/NetGauze" TargetMode="External"/><Relationship Id="rId7" Type="http://schemas.openxmlformats.org/officeDocument/2006/relationships/hyperlink" Target="https://github.com/yang-central/yangkit/"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hyperlink" Target="https://github.com/CESNET/libyang/releases/tag/v5.4.9" TargetMode="External"/><Relationship Id="rId5" Type="http://schemas.openxmlformats.org/officeDocument/2006/relationships/hyperlink" Target="https://github.com/network-analytics/yang-kafka-integration" TargetMode="External"/><Relationship Id="rId10" Type="http://schemas.openxmlformats.org/officeDocument/2006/relationships/hyperlink" Target="https://www.network-analytics.org/yp/how-to-deploy.html" TargetMode="External"/><Relationship Id="rId4" Type="http://schemas.openxmlformats.org/officeDocument/2006/relationships/hyperlink" Target="https://github.com/pmacct/pmacct" TargetMode="External"/><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github.com/network-analytics/ietf-network-analytics-document-status/tree/main/125/Hackathon/"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datatracker.ietf.org/doc/html/draft-ietf-netconf-yang-notifications-versioning" TargetMode="External"/><Relationship Id="rId13" Type="http://schemas.openxmlformats.org/officeDocument/2006/relationships/hyperlink" Target="https://datatracker.ietf.org/doc/html/draft-netana-nmop-yang-anydata-validation" TargetMode="External"/><Relationship Id="rId3" Type="http://schemas.openxmlformats.org/officeDocument/2006/relationships/hyperlink" Target="https://datatracker.ietf.org/doc/html/rfc8639" TargetMode="External"/><Relationship Id="rId7" Type="http://schemas.openxmlformats.org/officeDocument/2006/relationships/hyperlink" Target="https://datatracker.ietf.org/doc/html/draft-ietf-netconf-notif-envelope" TargetMode="External"/><Relationship Id="rId12" Type="http://schemas.openxmlformats.org/officeDocument/2006/relationships/hyperlink" Target="https://datatracker.ietf.org/doc/html/draft-ietf-netconf-yang-library-augmentation"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datatracker.ietf.org/doc/html/draft-ietf-netconf-distributed-notif" TargetMode="External"/><Relationship Id="rId11" Type="http://schemas.openxmlformats.org/officeDocument/2006/relationships/hyperlink" Target="https://datatracker.ietf.org/doc/html/rfc8525" TargetMode="External"/><Relationship Id="rId5" Type="http://schemas.openxmlformats.org/officeDocument/2006/relationships/hyperlink" Target="https://datatracker.ietf.org/doc/html/draft-ietf-netconf-udp-notif" TargetMode="External"/><Relationship Id="rId10" Type="http://schemas.openxmlformats.org/officeDocument/2006/relationships/hyperlink" Target="https://datatracker.ietf.org/doc/html/draft-ietf-netconf-yp-transport-capabilities" TargetMode="External"/><Relationship Id="rId4" Type="http://schemas.openxmlformats.org/officeDocument/2006/relationships/hyperlink" Target="https://datatracker.ietf.org/doc/html/rfc8641" TargetMode="External"/><Relationship Id="rId9" Type="http://schemas.openxmlformats.org/officeDocument/2006/relationships/hyperlink" Target="https://datatracker.ietf.org/doc/html/rfc9196" TargetMode="External"/><Relationship Id="rId14" Type="http://schemas.openxmlformats.org/officeDocument/2006/relationships/hyperlink" Target="https://datatracker.ietf.org/doc/html/rfc9254"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hyperlink" Target="https://datatracker.ietf.org/doc/html/rfc8791"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github.com/yang-central/yangkit/pull/41"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8" Type="http://schemas.openxmlformats.org/officeDocument/2006/relationships/hyperlink" Target="https://github.com/ahassany/yang-push-key" TargetMode="External"/><Relationship Id="rId3" Type="http://schemas.openxmlformats.org/officeDocument/2006/relationships/hyperlink" Target="https://github.com/yang-central/yangkit" TargetMode="External"/><Relationship Id="rId7" Type="http://schemas.openxmlformats.org/officeDocument/2006/relationships/hyperlink" Target="https://github.com/NetGauze/NetGauze/issues/456" TargetMode="External"/><Relationship Id="rId2" Type="http://schemas.openxmlformats.org/officeDocument/2006/relationships/hyperlink" Target="https://github.com/CESNET/libyang" TargetMode="External"/><Relationship Id="rId1" Type="http://schemas.openxmlformats.org/officeDocument/2006/relationships/slideLayout" Target="../slideLayouts/slideLayout12.xml"/><Relationship Id="rId6" Type="http://schemas.openxmlformats.org/officeDocument/2006/relationships/hyperlink" Target="https://github.com/NetGauze/NetGauze/issues/457" TargetMode="External"/><Relationship Id="rId5" Type="http://schemas.openxmlformats.org/officeDocument/2006/relationships/hyperlink" Target="https://github.com/NetGauze/NetGauze/issues/449" TargetMode="External"/><Relationship Id="rId4" Type="http://schemas.openxmlformats.org/officeDocument/2006/relationships/hyperlink" Target="https://github.com/opendaylight/yangtools/" TargetMode="External"/><Relationship Id="rId9"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hyperlink" Target="https://datatracker.ietf.org/doc/html/draft-ietf-netmod-yang-anydata-validation" TargetMode="External"/><Relationship Id="rId2" Type="http://schemas.openxmlformats.org/officeDocument/2006/relationships/hyperlink" Target="https://github.com/network-analytics/yang-kafka-integration/pull/11" TargetMode="External"/><Relationship Id="rId1" Type="http://schemas.openxmlformats.org/officeDocument/2006/relationships/slideLayout" Target="../slideLayouts/slideLayout12.xml"/><Relationship Id="rId5" Type="http://schemas.openxmlformats.org/officeDocument/2006/relationships/hyperlink" Target="https://datatracker.ietf.org/doc/html/draft-ietf-nmop-yang-message-broker-message-key#section-4.1" TargetMode="External"/><Relationship Id="rId4" Type="http://schemas.openxmlformats.org/officeDocument/2006/relationships/hyperlink" Target="https://datatracker.ietf.org/doc/html/draft-ietf-nmop-yang-message-broker-message-key#section-3.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draft-ietf-nmop-yang-message-broker-integration-13</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14. </a:t>
            </a:r>
            <a:r>
              <a:rPr lang="de-CH" sz="1400" dirty="0" err="1">
                <a:latin typeface="+mj-lt"/>
              </a:rPr>
              <a:t>July</a:t>
            </a:r>
            <a:r>
              <a:rPr lang="de-CH" sz="1400" dirty="0">
                <a:latin typeface="+mj-lt"/>
              </a:rPr>
              <a:t> </a:t>
            </a:r>
            <a:r>
              <a:rPr lang="de-CH" sz="1400" dirty="0">
                <a:latin typeface="+mj-lt"/>
                <a:ea typeface="+mj-ea"/>
                <a:cs typeface="+mj-cs"/>
              </a:rPr>
              <a:t>2026</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B5D1B-1F97-AD24-D58C-0861B66B5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AA9B0A-A90B-9249-AA71-F9B3153B85D4}"/>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a:solidFill>
                  <a:schemeClr val="bg2">
                    <a:lumMod val="75000"/>
                  </a:schemeClr>
                </a:solidFill>
              </a:rPr>
              <a:t>Operational and </a:t>
            </a:r>
            <a:r>
              <a:rPr lang="de-CH" sz="2700" dirty="0" err="1">
                <a:solidFill>
                  <a:schemeClr val="bg2">
                    <a:lumMod val="75000"/>
                  </a:schemeClr>
                </a:solidFill>
              </a:rPr>
              <a:t>Considerations</a:t>
            </a:r>
            <a:r>
              <a:rPr lang="de-CH" sz="2700" dirty="0">
                <a:solidFill>
                  <a:schemeClr val="bg2">
                    <a:lumMod val="75000"/>
                  </a:schemeClr>
                </a:solidFill>
              </a:rPr>
              <a:t> </a:t>
            </a:r>
            <a:r>
              <a:rPr lang="de-CH" sz="2700" dirty="0" err="1">
                <a:solidFill>
                  <a:schemeClr val="bg2">
                    <a:lumMod val="75000"/>
                  </a:schemeClr>
                </a:solidFill>
              </a:rPr>
              <a:t>Sections</a:t>
            </a:r>
            <a:r>
              <a:rPr lang="de-CH" sz="2700" dirty="0">
                <a:solidFill>
                  <a:schemeClr val="bg2">
                    <a:lumMod val="75000"/>
                  </a:schemeClr>
                </a:solidFill>
              </a:rPr>
              <a:t> in </a:t>
            </a:r>
            <a:r>
              <a:rPr lang="de-CH" sz="2700" b="1" dirty="0">
                <a:solidFill>
                  <a:srgbClr val="FF0000"/>
                </a:solidFill>
              </a:rPr>
              <a:t>-12</a:t>
            </a:r>
            <a:endParaRPr lang="en-US" sz="2700" b="1" dirty="0">
              <a:solidFill>
                <a:srgbClr val="FF0000"/>
              </a:solidFill>
            </a:endParaRPr>
          </a:p>
        </p:txBody>
      </p:sp>
      <p:sp>
        <p:nvSpPr>
          <p:cNvPr id="8" name="Slide Number Placeholder 1">
            <a:extLst>
              <a:ext uri="{FF2B5EF4-FFF2-40B4-BE49-F238E27FC236}">
                <a16:creationId xmlns:a16="http://schemas.microsoft.com/office/drawing/2014/main" id="{EC1F4E2A-8920-F9AD-5BC9-03702AB2773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pic>
        <p:nvPicPr>
          <p:cNvPr id="9" name="Picture 8">
            <a:extLst>
              <a:ext uri="{FF2B5EF4-FFF2-40B4-BE49-F238E27FC236}">
                <a16:creationId xmlns:a16="http://schemas.microsoft.com/office/drawing/2014/main" id="{63C53015-577B-B818-5128-8711F5B72977}"/>
              </a:ext>
            </a:extLst>
          </p:cNvPr>
          <p:cNvPicPr>
            <a:picLocks noChangeAspect="1"/>
          </p:cNvPicPr>
          <p:nvPr/>
        </p:nvPicPr>
        <p:blipFill>
          <a:blip r:embed="rId2"/>
          <a:stretch>
            <a:fillRect/>
          </a:stretch>
        </p:blipFill>
        <p:spPr>
          <a:xfrm>
            <a:off x="838200" y="1934607"/>
            <a:ext cx="5173864" cy="3196951"/>
          </a:xfrm>
          <a:prstGeom prst="rect">
            <a:avLst/>
          </a:prstGeom>
        </p:spPr>
      </p:pic>
      <p:pic>
        <p:nvPicPr>
          <p:cNvPr id="12" name="Picture 11">
            <a:extLst>
              <a:ext uri="{FF2B5EF4-FFF2-40B4-BE49-F238E27FC236}">
                <a16:creationId xmlns:a16="http://schemas.microsoft.com/office/drawing/2014/main" id="{5EBA5325-EC36-4314-A46B-A7664534A1CB}"/>
              </a:ext>
            </a:extLst>
          </p:cNvPr>
          <p:cNvPicPr>
            <a:picLocks noChangeAspect="1"/>
          </p:cNvPicPr>
          <p:nvPr/>
        </p:nvPicPr>
        <p:blipFill>
          <a:blip r:embed="rId3"/>
          <a:stretch>
            <a:fillRect/>
          </a:stretch>
        </p:blipFill>
        <p:spPr>
          <a:xfrm>
            <a:off x="6012064" y="1934607"/>
            <a:ext cx="5698603" cy="3782202"/>
          </a:xfrm>
          <a:prstGeom prst="rect">
            <a:avLst/>
          </a:prstGeom>
        </p:spPr>
      </p:pic>
    </p:spTree>
    <p:extLst>
      <p:ext uri="{BB962C8B-B14F-4D97-AF65-F5344CB8AC3E}">
        <p14:creationId xmlns:p14="http://schemas.microsoft.com/office/powerpoint/2010/main" val="1488938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err="1">
                <a:solidFill>
                  <a:schemeClr val="bg2">
                    <a:lumMod val="75000"/>
                  </a:schemeClr>
                </a:solidFill>
              </a:rPr>
              <a:t>Changes</a:t>
            </a:r>
            <a:r>
              <a:rPr lang="de-CH" sz="2700" dirty="0">
                <a:solidFill>
                  <a:schemeClr val="bg2">
                    <a:lumMod val="75000"/>
                  </a:schemeClr>
                </a:solidFill>
              </a:rPr>
              <a:t> in -</a:t>
            </a:r>
            <a:r>
              <a:rPr lang="de-CH" sz="2700" b="1" dirty="0">
                <a:solidFill>
                  <a:srgbClr val="FF0000"/>
                </a:solidFill>
              </a:rPr>
              <a:t>13 </a:t>
            </a:r>
            <a:r>
              <a:rPr lang="de-CH" sz="2700" dirty="0">
                <a:solidFill>
                  <a:schemeClr val="bg2">
                    <a:lumMod val="75000"/>
                  </a:schemeClr>
                </a:solidFill>
              </a:rPr>
              <a:t>and Next </a:t>
            </a:r>
            <a:r>
              <a:rPr lang="de-CH" sz="2700" dirty="0" err="1">
                <a:solidFill>
                  <a:schemeClr val="bg2">
                    <a:lumMod val="75000"/>
                  </a:schemeClr>
                </a:solidFill>
              </a:rPr>
              <a:t>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6830291" cy="4404148"/>
          </a:xfrm>
        </p:spPr>
        <p:txBody>
          <a:bodyPr>
            <a:noAutofit/>
          </a:bodyPr>
          <a:lstStyle/>
          <a:p>
            <a:pPr marL="0" indent="0">
              <a:buNone/>
            </a:pPr>
            <a:r>
              <a:rPr lang="en-US" sz="1800" dirty="0">
                <a:latin typeface="Calibri Body"/>
              </a:rPr>
              <a:t>Many thanks to Heng Cui for contributing the operational and security consideration sections, Deepya Mandadi on sharpening the YANG deviations aspects of the document and Reshad on reviewing normative downward references.</a:t>
            </a:r>
          </a:p>
          <a:p>
            <a:pPr marL="0" indent="0">
              <a:buNone/>
            </a:pPr>
            <a:r>
              <a:rPr lang="en-US" sz="1800" b="1" dirty="0">
                <a:latin typeface="Calibri Body"/>
              </a:rPr>
              <a:t>Status</a:t>
            </a:r>
          </a:p>
          <a:p>
            <a:r>
              <a:rPr lang="en-US" sz="1800" dirty="0">
                <a:latin typeface="Calibri Body"/>
              </a:rPr>
              <a:t>Detail on how YANG deviations are handled in YANG-Push Receiver YANG library, YANG schema registry and Message Broker YANG library.</a:t>
            </a:r>
          </a:p>
          <a:p>
            <a:r>
              <a:rPr lang="en-US" sz="1800" dirty="0">
                <a:latin typeface="Calibri Body"/>
              </a:rPr>
              <a:t>Example how the message key and schema id is encoded in Message Broker header meta data. How message keys are crafted us defined in </a:t>
            </a:r>
            <a:r>
              <a:rPr lang="en-US" sz="1800" dirty="0">
                <a:latin typeface="Calibri Body"/>
                <a:hlinkClick r:id="rId2"/>
              </a:rPr>
              <a:t>draft-</a:t>
            </a:r>
            <a:r>
              <a:rPr lang="en-US" sz="1800" dirty="0" err="1">
                <a:latin typeface="Calibri Body"/>
                <a:hlinkClick r:id="rId2"/>
              </a:rPr>
              <a:t>ietf</a:t>
            </a:r>
            <a:r>
              <a:rPr lang="en-US" sz="1800" dirty="0">
                <a:latin typeface="Calibri Body"/>
                <a:hlinkClick r:id="rId2"/>
              </a:rPr>
              <a:t>-</a:t>
            </a:r>
            <a:r>
              <a:rPr lang="en-US" sz="1800" dirty="0" err="1">
                <a:latin typeface="Calibri Body"/>
                <a:hlinkClick r:id="rId2"/>
              </a:rPr>
              <a:t>nmop</a:t>
            </a:r>
            <a:r>
              <a:rPr lang="en-US" sz="1800" dirty="0">
                <a:latin typeface="Calibri Body"/>
                <a:hlinkClick r:id="rId2"/>
              </a:rPr>
              <a:t>-yang-message-broker-message-key</a:t>
            </a:r>
            <a:r>
              <a:rPr lang="en-US" sz="1800" dirty="0">
                <a:latin typeface="Calibri Body"/>
              </a:rPr>
              <a:t>.</a:t>
            </a:r>
          </a:p>
          <a:p>
            <a:r>
              <a:rPr lang="en-US" sz="1800" dirty="0">
                <a:latin typeface="Calibri Body"/>
                <a:hlinkClick r:id="rId3"/>
              </a:rPr>
              <a:t>https://datatracker.ietf.org/doc/html/draft-ietf-netconf-udp-notif</a:t>
            </a:r>
            <a:r>
              <a:rPr lang="en-US" sz="1800" dirty="0">
                <a:latin typeface="Calibri Body"/>
              </a:rPr>
              <a:t> is now a normative downward reference.</a:t>
            </a:r>
          </a:p>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No action items pending.</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7" name="Picture 6">
            <a:extLst>
              <a:ext uri="{FF2B5EF4-FFF2-40B4-BE49-F238E27FC236}">
                <a16:creationId xmlns:a16="http://schemas.microsoft.com/office/drawing/2014/main" id="{5C9437E8-A21C-8E1A-E6AD-A06A13823FB2}"/>
              </a:ext>
            </a:extLst>
          </p:cNvPr>
          <p:cNvPicPr>
            <a:picLocks noChangeAspect="1"/>
          </p:cNvPicPr>
          <p:nvPr/>
        </p:nvPicPr>
        <p:blipFill>
          <a:blip r:embed="rId4"/>
          <a:stretch>
            <a:fillRect/>
          </a:stretch>
        </p:blipFill>
        <p:spPr>
          <a:xfrm>
            <a:off x="8197041" y="1127540"/>
            <a:ext cx="3390845" cy="1161599"/>
          </a:xfrm>
          <a:prstGeom prst="rect">
            <a:avLst/>
          </a:prstGeom>
        </p:spPr>
      </p:pic>
      <p:pic>
        <p:nvPicPr>
          <p:cNvPr id="10" name="Picture 9">
            <a:extLst>
              <a:ext uri="{FF2B5EF4-FFF2-40B4-BE49-F238E27FC236}">
                <a16:creationId xmlns:a16="http://schemas.microsoft.com/office/drawing/2014/main" id="{680437B5-D861-52D3-5DBE-A273E320826D}"/>
              </a:ext>
            </a:extLst>
          </p:cNvPr>
          <p:cNvPicPr>
            <a:picLocks noChangeAspect="1"/>
          </p:cNvPicPr>
          <p:nvPr/>
        </p:nvPicPr>
        <p:blipFill>
          <a:blip r:embed="rId5"/>
          <a:stretch>
            <a:fillRect/>
          </a:stretch>
        </p:blipFill>
        <p:spPr>
          <a:xfrm>
            <a:off x="8176257" y="2965903"/>
            <a:ext cx="3644961" cy="3395733"/>
          </a:xfrm>
          <a:prstGeom prst="rect">
            <a:avLst/>
          </a:prstGeom>
        </p:spPr>
      </p:pic>
      <p:pic>
        <p:nvPicPr>
          <p:cNvPr id="20" name="Picture 19">
            <a:extLst>
              <a:ext uri="{FF2B5EF4-FFF2-40B4-BE49-F238E27FC236}">
                <a16:creationId xmlns:a16="http://schemas.microsoft.com/office/drawing/2014/main" id="{57280A76-C4E5-9DF2-48DC-DC6C726A55B7}"/>
              </a:ext>
            </a:extLst>
          </p:cNvPr>
          <p:cNvPicPr>
            <a:picLocks noChangeAspect="1"/>
          </p:cNvPicPr>
          <p:nvPr/>
        </p:nvPicPr>
        <p:blipFill>
          <a:blip r:embed="rId6"/>
          <a:stretch>
            <a:fillRect/>
          </a:stretch>
        </p:blipFill>
        <p:spPr>
          <a:xfrm>
            <a:off x="8176258" y="2289140"/>
            <a:ext cx="3560862" cy="599533"/>
          </a:xfrm>
          <a:prstGeom prst="rect">
            <a:avLst/>
          </a:prstGeom>
        </p:spPr>
      </p:pic>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nvGraphicFramePr>
        <p:xfrm>
          <a:off x="919479" y="1601042"/>
          <a:ext cx="10927079" cy="49428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471598">
                <a:tc>
                  <a:txBody>
                    <a:bodyPr/>
                    <a:lstStyle/>
                    <a:p>
                      <a:r>
                        <a:rPr lang="de-CH" sz="1200" dirty="0"/>
                        <a:t>NETCONF</a:t>
                      </a:r>
                    </a:p>
                  </a:txBody>
                  <a:tcPr/>
                </a:tc>
                <a:tc>
                  <a:txBody>
                    <a:bodyPr/>
                    <a:lstStyle/>
                    <a:p>
                      <a:r>
                        <a:rPr lang="de-CH" sz="1200" dirty="0">
                          <a:hlinkClick r:id="rId2"/>
                        </a:rPr>
                        <a:t>draft-ietf-netconf-notif-envelope-05</a:t>
                      </a:r>
                      <a:endParaRPr lang="de-CH" sz="1200" dirty="0"/>
                    </a:p>
                  </a:txBody>
                  <a:tcPr/>
                </a:tc>
                <a:tc>
                  <a:txBody>
                    <a:bodyPr/>
                    <a:lstStyle/>
                    <a:p>
                      <a:r>
                        <a:rPr lang="en-US" sz="1200" dirty="0">
                          <a:highlight>
                            <a:srgbClr val="FFFF00"/>
                          </a:highlight>
                        </a:rPr>
                        <a:t>Shepherd writeup concluded</a:t>
                      </a:r>
                      <a:endParaRPr lang="de-CH" sz="1200" dirty="0">
                        <a:highlight>
                          <a:srgbClr val="FFFF00"/>
                        </a:highlight>
                      </a:endParaRPr>
                    </a:p>
                  </a:txBody>
                  <a:tcPr/>
                </a:tc>
                <a:tc>
                  <a:txBody>
                    <a:bodyPr/>
                    <a:lstStyle/>
                    <a:p>
                      <a:r>
                        <a:rPr lang="en-US" sz="1200" dirty="0"/>
                        <a:t>OPSDIR Early review by Joe Clarke</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draft-ietf-netconf-yang-library-augmentedby-18</a:t>
                      </a:r>
                      <a:endParaRPr lang="de-CH" sz="1200" dirty="0"/>
                    </a:p>
                  </a:txBody>
                  <a:tcPr/>
                </a:tc>
                <a:tc>
                  <a:txBody>
                    <a:bodyPr/>
                    <a:lstStyle/>
                    <a:p>
                      <a:r>
                        <a:rPr lang="en-US" sz="1200" dirty="0"/>
                        <a:t>RFC editor queue</a:t>
                      </a:r>
                      <a:endParaRPr lang="de-CH" sz="1200" dirty="0"/>
                    </a:p>
                  </a:txBody>
                  <a:tcPr/>
                </a:tc>
                <a:tc>
                  <a:txBody>
                    <a:bodyPr/>
                    <a:lstStyle/>
                    <a:p>
                      <a:r>
                        <a:rPr lang="en-US" sz="1200" dirty="0"/>
                        <a:t>OPSDIR Early review (of -08 and -14) by Sheng Jiang, Xiao Min</a:t>
                      </a:r>
                    </a:p>
                    <a:p>
                      <a:r>
                        <a:rPr lang="en-US" sz="1200" dirty="0"/>
                        <a:t>YANGDOCTORS Early review (of -07 and -13) by Andy Bierman</a:t>
                      </a:r>
                    </a:p>
                    <a:p>
                      <a:r>
                        <a:rPr lang="de-CH" sz="1200" dirty="0"/>
                        <a:t>SECDIR review (of -14 and -15) </a:t>
                      </a:r>
                      <a:r>
                        <a:rPr lang="de-CH" sz="1200" dirty="0" err="1"/>
                        <a:t>by</a:t>
                      </a:r>
                      <a:r>
                        <a:rPr lang="de-CH" sz="1200" dirty="0"/>
                        <a:t> Rich Salz</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draft-ietf-netconf-yang-notifications-versioning-14</a:t>
                      </a:r>
                      <a:endParaRPr lang="de-CH" sz="1200" dirty="0"/>
                    </a:p>
                  </a:txBody>
                  <a:tcPr/>
                </a:tc>
                <a:tc>
                  <a:txBody>
                    <a:bodyPr/>
                    <a:lstStyle/>
                    <a:p>
                      <a:r>
                        <a:rPr lang="en-US" sz="1200" dirty="0">
                          <a:highlight>
                            <a:srgbClr val="FFFF00"/>
                          </a:highlight>
                        </a:rPr>
                        <a:t>Submitted to IESG for Publication</a:t>
                      </a:r>
                      <a:endParaRPr lang="de-CH" sz="1200" dirty="0">
                        <a:highlight>
                          <a:srgbClr val="FFFF00"/>
                        </a:highlight>
                      </a:endParaRPr>
                    </a:p>
                  </a:txBody>
                  <a:tcPr/>
                </a:tc>
                <a:tc>
                  <a:txBody>
                    <a:bodyPr/>
                    <a:lstStyle/>
                    <a:p>
                      <a:r>
                        <a:rPr lang="en-US" sz="1200" dirty="0"/>
                        <a:t>YANGDOCTORS Early review (of -09) by Robert Wills</a:t>
                      </a:r>
                    </a:p>
                    <a:p>
                      <a:r>
                        <a:rPr lang="en-US" sz="1200" dirty="0"/>
                        <a:t>OPSDIR review (of -10) by Gabriele Galimberti</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draft-ietf-netconf-yp-transport-capabilities-06</a:t>
                      </a:r>
                      <a:endParaRPr lang="de-CH" sz="1200" dirty="0"/>
                    </a:p>
                  </a:txBody>
                  <a:tcPr/>
                </a:tc>
                <a:tc>
                  <a:txBody>
                    <a:bodyPr/>
                    <a:lstStyle/>
                    <a:p>
                      <a:r>
                        <a:rPr lang="en-US" sz="1200" dirty="0">
                          <a:highlight>
                            <a:srgbClr val="FFFF00"/>
                          </a:highlight>
                        </a:rPr>
                        <a:t>Submitted to IESG for Publication </a:t>
                      </a:r>
                      <a:endParaRPr lang="de-CH" sz="1200" dirty="0">
                        <a:highlight>
                          <a:srgbClr val="FFFF00"/>
                        </a:highlight>
                      </a:endParaRPr>
                    </a:p>
                  </a:txBody>
                  <a:tcPr/>
                </a:tc>
                <a:tc>
                  <a:txBody>
                    <a:bodyPr/>
                    <a:lstStyle/>
                    <a:p>
                      <a:r>
                        <a:rPr lang="en-US" sz="1200" dirty="0"/>
                        <a:t>OPSDIR IETF Last Call review by Xiao Min</a:t>
                      </a:r>
                    </a:p>
                    <a:p>
                      <a:r>
                        <a:rPr lang="en-US" sz="1200" dirty="0"/>
                        <a:t>TSVART IETF Last Call review by Tommy Pauly</a:t>
                      </a:r>
                    </a:p>
                    <a:p>
                      <a:r>
                        <a:rPr lang="en-US" sz="1200" dirty="0"/>
                        <a:t>YANGDOCTORS IETF Last Call review by Jan Lindblad</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draft-ietf-nmop-yang-message-broker-integration-13</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draft-ietf-nmop-message-broker-telemetry-message-04</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3739912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nvGraphicFramePr>
        <p:xfrm>
          <a:off x="919480" y="1601359"/>
          <a:ext cx="10927079" cy="45872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draft-ietf-netconf-udp-notif-25</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RFC 9984</a:t>
                      </a:r>
                      <a:endParaRPr lang="de-CH" sz="1200" dirty="0"/>
                    </a:p>
                    <a:p>
                      <a:endParaRPr lang="de-CH" sz="1200" dirty="0"/>
                    </a:p>
                  </a:txBody>
                  <a:tcPr/>
                </a:tc>
                <a:tc>
                  <a:txBody>
                    <a:bodyPr/>
                    <a:lstStyle/>
                    <a:p>
                      <a:r>
                        <a:rPr lang="en-US" sz="1200" dirty="0">
                          <a:highlight>
                            <a:srgbClr val="FFFF00"/>
                          </a:highlight>
                        </a:rPr>
                        <a:t>RFC</a:t>
                      </a:r>
                      <a:endParaRPr lang="de-CH" sz="1200" dirty="0">
                        <a:highlight>
                          <a:srgbClr val="FFFF00"/>
                        </a:highlight>
                      </a:endParaRPr>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p>
                      <a:r>
                        <a:rPr lang="en-US" sz="1200" dirty="0"/>
                        <a:t>GENART review (of -09) by Elwin Davies</a:t>
                      </a:r>
                    </a:p>
                    <a:p>
                      <a:r>
                        <a:rPr lang="en-US" sz="1200" dirty="0"/>
                        <a:t>DNSDIR review (of -09) by Peter Van Dijk</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draft-ietf-netconf-distributed-notif-19</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-14) by Jürgen Schönwälder</a:t>
                      </a:r>
                    </a:p>
                    <a:p>
                      <a:r>
                        <a:rPr lang="en-US" sz="1200" dirty="0"/>
                        <a:t>YANGDOCTORS Early review (of -13 and -17)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draft-ietf-nmop-yang-anydata-validation-00</a:t>
                      </a:r>
                      <a:endParaRPr lang="de-CH" sz="1200" dirty="0"/>
                    </a:p>
                  </a:txBody>
                  <a:tcPr/>
                </a:tc>
                <a:tc>
                  <a:txBody>
                    <a:bodyPr/>
                    <a:lstStyle/>
                    <a:p>
                      <a:r>
                        <a:rPr lang="en-US" sz="1200" dirty="0">
                          <a:highlight>
                            <a:srgbClr val="FFFF00"/>
                          </a:highlight>
                        </a:rPr>
                        <a:t>Reviews from Rob Wilton and James Cumings received.</a:t>
                      </a:r>
                      <a:endParaRPr lang="de-CH" sz="1200" dirty="0">
                        <a:highlight>
                          <a:srgbClr val="FFFF00"/>
                        </a:highlight>
                      </a:endParaRPr>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2881421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9" name="Rectangle 8">
            <a:extLst>
              <a:ext uri="{FF2B5EF4-FFF2-40B4-BE49-F238E27FC236}">
                <a16:creationId xmlns:a16="http://schemas.microsoft.com/office/drawing/2014/main" id="{4C47D17A-A259-8B8A-20E0-474E61FF5DB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1506" name="Google Shape;1506;p43"/>
          <p:cNvSpPr txBox="1">
            <a:spLocks noGrp="1"/>
          </p:cNvSpPr>
          <p:nvPr>
            <p:ph type="ctrTitle" idx="4294967295"/>
          </p:nvPr>
        </p:nvSpPr>
        <p:spPr>
          <a:xfrm>
            <a:off x="615481" y="374074"/>
            <a:ext cx="7726919" cy="1982781"/>
          </a:xfrm>
          <a:prstGeom prst="rect">
            <a:avLst/>
          </a:prstGeom>
          <a:noFill/>
          <a:ln>
            <a:noFill/>
          </a:ln>
        </p:spPr>
        <p:txBody>
          <a:bodyPr spcFirstLastPara="1" vert="horz" wrap="square" lIns="60933" tIns="60933" rIns="60933" bIns="60933" rtlCol="0" anchor="ctr" anchorCtr="0">
            <a:normAutofit/>
          </a:bodyPr>
          <a:lstStyle/>
          <a:p>
            <a:pPr>
              <a:buClr>
                <a:srgbClr val="888888"/>
              </a:buClr>
              <a:buSzPts val="2500"/>
            </a:pPr>
            <a:r>
              <a:rPr lang="en-US" sz="3733" b="1" dirty="0"/>
              <a:t>Validate YANG-Push to Message Broker End-To-End Data Processing Chain</a:t>
            </a:r>
            <a:br>
              <a:rPr lang="en" sz="5867" dirty="0">
                <a:solidFill>
                  <a:srgbClr val="000000"/>
                </a:solidFill>
                <a:latin typeface="Calibri"/>
                <a:ea typeface="Calibri"/>
                <a:cs typeface="Calibri"/>
                <a:sym typeface="Calibri"/>
              </a:rPr>
            </a:br>
            <a:r>
              <a:rPr lang="en-US" sz="3733" dirty="0">
                <a:solidFill>
                  <a:srgbClr val="888888"/>
                </a:solidFill>
              </a:rPr>
              <a:t>IETF 126 Hackathon, July 18/19</a:t>
            </a:r>
            <a:r>
              <a:rPr lang="en-US" sz="3733" baseline="30000" dirty="0">
                <a:solidFill>
                  <a:srgbClr val="888888"/>
                </a:solidFill>
              </a:rPr>
              <a:t>th</a:t>
            </a:r>
            <a:r>
              <a:rPr lang="en-US" sz="3733" dirty="0">
                <a:solidFill>
                  <a:srgbClr val="888888"/>
                </a:solidFill>
              </a:rPr>
              <a:t> 2026</a:t>
            </a:r>
            <a:endParaRPr sz="3733" dirty="0">
              <a:solidFill>
                <a:srgbClr val="888888"/>
              </a:solidFill>
            </a:endParaRPr>
          </a:p>
        </p:txBody>
      </p:sp>
      <p:pic>
        <p:nvPicPr>
          <p:cNvPr id="5" name="Picture 4">
            <a:extLst>
              <a:ext uri="{FF2B5EF4-FFF2-40B4-BE49-F238E27FC236}">
                <a16:creationId xmlns:a16="http://schemas.microsoft.com/office/drawing/2014/main" id="{2054A158-30A9-C387-5FFD-6AEF58492FC5}"/>
              </a:ext>
            </a:extLst>
          </p:cNvPr>
          <p:cNvPicPr>
            <a:picLocks noChangeAspect="1"/>
          </p:cNvPicPr>
          <p:nvPr/>
        </p:nvPicPr>
        <p:blipFill>
          <a:blip r:embed="rId3"/>
          <a:stretch>
            <a:fillRect/>
          </a:stretch>
        </p:blipFill>
        <p:spPr>
          <a:xfrm>
            <a:off x="7580308" y="166365"/>
            <a:ext cx="3617520" cy="6691636"/>
          </a:xfrm>
          <a:prstGeom prst="rect">
            <a:avLst/>
          </a:prstGeom>
        </p:spPr>
      </p:pic>
      <p:sp>
        <p:nvSpPr>
          <p:cNvPr id="7" name="TextBox 6">
            <a:extLst>
              <a:ext uri="{FF2B5EF4-FFF2-40B4-BE49-F238E27FC236}">
                <a16:creationId xmlns:a16="http://schemas.microsoft.com/office/drawing/2014/main" id="{2099727B-B192-98C3-96AF-57104AF0EAA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2" name="Google Shape;1523;p45">
            <a:extLst>
              <a:ext uri="{FF2B5EF4-FFF2-40B4-BE49-F238E27FC236}">
                <a16:creationId xmlns:a16="http://schemas.microsoft.com/office/drawing/2014/main" id="{BCB98076-6DA6-6B8C-F53E-DB5902062EA0}"/>
              </a:ext>
            </a:extLst>
          </p:cNvPr>
          <p:cNvSpPr txBox="1">
            <a:spLocks noGrp="1"/>
          </p:cNvSpPr>
          <p:nvPr>
            <p:ph type="sldNum" idx="12"/>
          </p:nvPr>
        </p:nvSpPr>
        <p:spPr>
          <a:xfrm>
            <a:off x="11676531" y="6383759"/>
            <a:ext cx="245415" cy="307722"/>
          </a:xfrm>
          <a:prstGeom prst="rect">
            <a:avLst/>
          </a:prstGeom>
          <a:noFill/>
          <a:ln>
            <a:noFill/>
          </a:ln>
        </p:spPr>
        <p:txBody>
          <a:bodyPr spcFirstLastPara="1" vert="horz" wrap="square" lIns="60933" tIns="60933" rIns="60933" bIns="60933" rtlCol="0" anchor="ctr" anchorCtr="0">
            <a:spAutoFit/>
          </a:bodyPr>
          <a:lstStyle/>
          <a:p>
            <a:pPr>
              <a:buClr>
                <a:srgbClr val="888888"/>
              </a:buClr>
              <a:buSzPts val="1200"/>
            </a:pPr>
            <a:fld id="{00000000-1234-1234-1234-123412341234}" type="slidenum">
              <a:rPr lang="en"/>
              <a:pPr>
                <a:buClr>
                  <a:srgbClr val="888888"/>
                </a:buClr>
                <a:buSzPts val="1200"/>
              </a:pPr>
              <a:t>6</a:t>
            </a:fld>
            <a:endParaRPr dirty="0"/>
          </a:p>
        </p:txBody>
      </p:sp>
      <p:pic>
        <p:nvPicPr>
          <p:cNvPr id="3" name="Picture 2" descr="IETF | Suggested IETF 126 Sessions for Getting Familiar with New Topics">
            <a:extLst>
              <a:ext uri="{FF2B5EF4-FFF2-40B4-BE49-F238E27FC236}">
                <a16:creationId xmlns:a16="http://schemas.microsoft.com/office/drawing/2014/main" id="{5F561052-D90B-7443-52F5-24F846E0EC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6831" y="2356855"/>
            <a:ext cx="5579872" cy="402690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3"/>
        <p:cNvGrpSpPr/>
        <p:nvPr/>
      </p:nvGrpSpPr>
      <p:grpSpPr>
        <a:xfrm>
          <a:off x="0" y="0"/>
          <a:ext cx="0" cy="0"/>
          <a:chOff x="0" y="0"/>
          <a:chExt cx="0" cy="0"/>
        </a:xfrm>
      </p:grpSpPr>
      <p:sp>
        <p:nvSpPr>
          <p:cNvPr id="1514" name="Google Shape;1514;p44"/>
          <p:cNvSpPr txBox="1">
            <a:spLocks noGrp="1"/>
          </p:cNvSpPr>
          <p:nvPr>
            <p:ph type="title"/>
          </p:nvPr>
        </p:nvSpPr>
        <p:spPr>
          <a:xfrm>
            <a:off x="728132" y="274638"/>
            <a:ext cx="10292595"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US" sz="5067" dirty="0"/>
              <a:t>Hackathon Plan, Software and Website</a:t>
            </a:r>
          </a:p>
        </p:txBody>
      </p:sp>
      <p:sp>
        <p:nvSpPr>
          <p:cNvPr id="1515" name="Google Shape;1515;p44"/>
          <p:cNvSpPr txBox="1">
            <a:spLocks noGrp="1"/>
          </p:cNvSpPr>
          <p:nvPr>
            <p:ph type="body" idx="1"/>
          </p:nvPr>
        </p:nvSpPr>
        <p:spPr>
          <a:xfrm>
            <a:off x="728133" y="1219200"/>
            <a:ext cx="10570932" cy="2777933"/>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spcAft>
                <a:spcPts val="800"/>
              </a:spcAft>
              <a:buSzPts val="1400"/>
              <a:buNone/>
            </a:pPr>
            <a:r>
              <a:rPr lang="en-US" sz="1867" b="1" dirty="0">
                <a:latin typeface="Calibri"/>
                <a:ea typeface="Calibri"/>
                <a:cs typeface="Calibri"/>
                <a:sym typeface="Calibri"/>
              </a:rPr>
              <a:t>Test Plan</a:t>
            </a:r>
            <a:endParaRPr lang="en-US" noProof="0" dirty="0"/>
          </a:p>
          <a:p>
            <a:pPr marL="21771" indent="0">
              <a:lnSpc>
                <a:spcPct val="90000"/>
              </a:lnSpc>
              <a:spcBef>
                <a:spcPts val="0"/>
              </a:spcBef>
              <a:spcAft>
                <a:spcPts val="800"/>
              </a:spcAft>
              <a:buSzPts val="1400"/>
              <a:buNone/>
            </a:pPr>
            <a:r>
              <a:rPr lang="en-US" sz="1600" dirty="0"/>
              <a:t>Validate and verify</a:t>
            </a:r>
          </a:p>
          <a:p>
            <a:pPr marL="326564" indent="-304792">
              <a:lnSpc>
                <a:spcPct val="90000"/>
              </a:lnSpc>
              <a:spcBef>
                <a:spcPts val="0"/>
              </a:spcBef>
              <a:buSzPts val="1200"/>
              <a:buFont typeface="Calibri"/>
              <a:buChar char="•"/>
            </a:pPr>
            <a:r>
              <a:rPr lang="en-US" sz="1600" dirty="0"/>
              <a:t>5 YANG-Push Publishers</a:t>
            </a:r>
          </a:p>
          <a:p>
            <a:pPr marL="326564" indent="-304792">
              <a:lnSpc>
                <a:spcPct val="90000"/>
              </a:lnSpc>
              <a:spcBef>
                <a:spcPts val="0"/>
              </a:spcBef>
              <a:buSzPts val="1200"/>
              <a:buFont typeface="Calibri"/>
              <a:buChar char="•"/>
            </a:pPr>
            <a:r>
              <a:rPr lang="en-US" sz="1600" dirty="0"/>
              <a:t>2 YANG-Push Receivers</a:t>
            </a:r>
          </a:p>
          <a:p>
            <a:pPr marL="326564" indent="-304792">
              <a:lnSpc>
                <a:spcPct val="90000"/>
              </a:lnSpc>
              <a:spcBef>
                <a:spcPts val="0"/>
              </a:spcBef>
              <a:buSzPts val="1200"/>
              <a:buFont typeface="Calibri"/>
              <a:buChar char="•"/>
            </a:pPr>
            <a:r>
              <a:rPr lang="en-US" sz="1600" dirty="0"/>
              <a:t>2 YANG-Push Network Telemetry Message</a:t>
            </a:r>
          </a:p>
          <a:p>
            <a:pPr marL="326564" indent="-304792">
              <a:lnSpc>
                <a:spcPct val="90000"/>
              </a:lnSpc>
              <a:spcBef>
                <a:spcPts val="0"/>
              </a:spcBef>
              <a:buSzPts val="1200"/>
              <a:buFont typeface="Calibri"/>
              <a:buChar char="•"/>
            </a:pPr>
            <a:r>
              <a:rPr lang="en-US" sz="1600" dirty="0"/>
              <a:t>1 YANG Message Broker Producer and Schema Registry</a:t>
            </a:r>
          </a:p>
          <a:p>
            <a:pPr marL="326564" indent="-304792">
              <a:lnSpc>
                <a:spcPct val="90000"/>
              </a:lnSpc>
              <a:spcBef>
                <a:spcPts val="0"/>
              </a:spcBef>
              <a:buSzPts val="1200"/>
              <a:buFont typeface="Calibri"/>
              <a:buChar char="•"/>
            </a:pPr>
            <a:r>
              <a:rPr lang="en-US" sz="1600" dirty="0"/>
              <a:t>3 YANG Message Broker Consumers</a:t>
            </a:r>
          </a:p>
          <a:p>
            <a:pPr marL="21771" indent="0">
              <a:lnSpc>
                <a:spcPct val="90000"/>
              </a:lnSpc>
              <a:spcBef>
                <a:spcPts val="1200"/>
              </a:spcBef>
              <a:spcAft>
                <a:spcPts val="800"/>
              </a:spcAft>
              <a:buSzPts val="1400"/>
              <a:buNone/>
            </a:pPr>
            <a:r>
              <a:rPr lang="en-US" sz="1600" dirty="0"/>
              <a:t>implementation in YANG data integration automation. Subscribe to YANG</a:t>
            </a:r>
            <a:br>
              <a:rPr lang="en-US" sz="1600" dirty="0"/>
            </a:br>
            <a:r>
              <a:rPr lang="en-US" sz="1600" dirty="0"/>
              <a:t>data on YANG-Publisher, obtain and register all YANG modules necessary</a:t>
            </a:r>
            <a:br>
              <a:rPr lang="en-US" sz="1600" dirty="0"/>
            </a:br>
            <a:r>
              <a:rPr lang="en-US" sz="1600" dirty="0"/>
              <a:t>to build YANG schema tree, register YANG schemas to Schema  Registry</a:t>
            </a:r>
            <a:br>
              <a:rPr lang="en-US" sz="1600" dirty="0"/>
            </a:br>
            <a:r>
              <a:rPr lang="en-US" sz="1600" dirty="0"/>
              <a:t>and verify YANG notifications against scheme trees and produce and</a:t>
            </a:r>
            <a:br>
              <a:rPr lang="en-US" sz="1600" dirty="0"/>
            </a:br>
            <a:r>
              <a:rPr lang="en-US" sz="1600" dirty="0"/>
              <a:t>consume from Message Broker.</a:t>
            </a:r>
            <a:endParaRPr lang="en-US" sz="1600" dirty="0">
              <a:latin typeface="Calibri"/>
              <a:ea typeface="Calibri"/>
              <a:cs typeface="Calibri"/>
              <a:sym typeface="Calibri"/>
            </a:endParaRPr>
          </a:p>
          <a:p>
            <a:pPr marL="21771" indent="0">
              <a:lnSpc>
                <a:spcPct val="90000"/>
              </a:lnSpc>
              <a:spcBef>
                <a:spcPts val="1200"/>
              </a:spcBef>
              <a:spcAft>
                <a:spcPts val="800"/>
              </a:spcAft>
              <a:buSzPts val="1400"/>
              <a:buNone/>
            </a:pPr>
            <a:r>
              <a:rPr lang="en-US" sz="1867" b="1" dirty="0">
                <a:latin typeface="Calibri"/>
                <a:ea typeface="Calibri"/>
                <a:cs typeface="Calibri"/>
                <a:sym typeface="Calibri"/>
              </a:rPr>
              <a:t>Software</a:t>
            </a:r>
            <a:endParaRPr lang="en-US" noProof="0" dirty="0"/>
          </a:p>
          <a:p>
            <a:pPr marL="326564" indent="-304792">
              <a:lnSpc>
                <a:spcPct val="90000"/>
              </a:lnSpc>
              <a:spcBef>
                <a:spcPts val="0"/>
              </a:spcBef>
              <a:buSzPts val="1200"/>
              <a:buFont typeface="Calibri"/>
              <a:buChar char="•"/>
            </a:pPr>
            <a:r>
              <a:rPr lang="en-US" sz="1600" dirty="0"/>
              <a:t>YANG-Push Publisher - Cisco IOS XR, 6WIND VSR, Huawei NE (Router) and MA (OLT) and </a:t>
            </a:r>
            <a:r>
              <a:rPr lang="en-US" sz="1600" dirty="0" err="1"/>
              <a:t>Arrcus</a:t>
            </a:r>
            <a:r>
              <a:rPr lang="en-US" sz="1600" dirty="0"/>
              <a:t> Arcos</a:t>
            </a: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YANG-Push Receiver – </a:t>
            </a:r>
            <a:r>
              <a:rPr lang="en-US" sz="1600" dirty="0">
                <a:latin typeface="Calibri"/>
                <a:ea typeface="Calibri"/>
                <a:cs typeface="Calibri"/>
                <a:sym typeface="Calibri"/>
                <a:hlinkClick r:id="rId3"/>
              </a:rPr>
              <a:t>NetGauze</a:t>
            </a:r>
            <a:r>
              <a:rPr lang="de-CH" sz="1600" dirty="0">
                <a:hlinkClick r:id="rId3"/>
              </a:rPr>
              <a:t>™</a:t>
            </a:r>
            <a:r>
              <a:rPr lang="en-US" sz="1600" dirty="0">
                <a:latin typeface="Calibri"/>
                <a:ea typeface="Calibri"/>
                <a:cs typeface="Calibri"/>
                <a:sym typeface="Calibri"/>
                <a:hlinkClick r:id="rId3"/>
              </a:rPr>
              <a:t> </a:t>
            </a:r>
            <a:r>
              <a:rPr lang="en-US" sz="1600" dirty="0">
                <a:latin typeface="Calibri"/>
                <a:ea typeface="Calibri"/>
                <a:cs typeface="Calibri"/>
                <a:sym typeface="Calibri"/>
              </a:rPr>
              <a:t>and </a:t>
            </a:r>
            <a:r>
              <a:rPr lang="en-US" sz="1600" dirty="0" err="1">
                <a:hlinkClick r:id="rId4"/>
              </a:rPr>
              <a:t>Pmacct</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Producer </a:t>
            </a:r>
            <a:r>
              <a:rPr lang="en-US" sz="1600" dirty="0"/>
              <a:t>– </a:t>
            </a:r>
            <a:r>
              <a:rPr lang="en-US" sz="1600" dirty="0">
                <a:ea typeface="Calibri"/>
                <a:cs typeface="Calibri"/>
                <a:sym typeface="Calibri"/>
                <a:hlinkClick r:id="rId3"/>
              </a:rPr>
              <a:t>NetGauze</a:t>
            </a:r>
            <a:r>
              <a:rPr lang="de-CH" sz="1600" dirty="0">
                <a:hlinkClick r:id="rId3"/>
              </a:rPr>
              <a: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Consumer – </a:t>
            </a:r>
            <a:r>
              <a:rPr lang="en-US" sz="1600" dirty="0">
                <a:ea typeface="Calibri"/>
                <a:cs typeface="Calibri"/>
                <a:sym typeface="Calibri"/>
                <a:hlinkClick r:id="rId3"/>
              </a:rPr>
              <a:t>NetGauze</a:t>
            </a:r>
            <a:r>
              <a:rPr lang="de-CH" sz="1600" dirty="0">
                <a:hlinkClick r:id="rId3"/>
              </a:rPr>
              <a:t>™</a:t>
            </a:r>
            <a:r>
              <a:rPr lang="en-US" sz="1600" dirty="0"/>
              <a:t>, Ciena </a:t>
            </a:r>
            <a:r>
              <a:rPr lang="en-US" sz="1600" dirty="0" err="1"/>
              <a:t>Blueplanet</a:t>
            </a:r>
            <a:r>
              <a:rPr lang="en-US" sz="1600" dirty="0"/>
              <a:t> UAA Workflow Engine, Cisco </a:t>
            </a:r>
            <a:r>
              <a:rPr lang="en-US" sz="1600" dirty="0" err="1"/>
              <a:t>Crosswork</a:t>
            </a:r>
            <a:r>
              <a:rPr lang="en-US" sz="1600" dirty="0"/>
              <a:t> Ingestion Service</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Schema Registry – </a:t>
            </a:r>
            <a:r>
              <a:rPr lang="en-US" sz="1600" dirty="0">
                <a:latin typeface="Calibri"/>
                <a:ea typeface="Calibri"/>
                <a:cs typeface="Calibri"/>
                <a:sym typeface="Calibri"/>
                <a:hlinkClick r:id="rId5"/>
              </a:rPr>
              <a:t>Apache Kafka YANG Plugin</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t>Libyang - </a:t>
            </a:r>
            <a:r>
              <a:rPr lang="en-US" sz="1600" dirty="0">
                <a:hlinkClick r:id="rId6"/>
              </a:rPr>
              <a:t>https://github.com/CESNET/libyang/releases/tag/v5.4.9</a:t>
            </a:r>
            <a:endParaRPr lang="en-US" sz="1600" dirty="0"/>
          </a:p>
          <a:p>
            <a:pPr marL="326564" indent="-304792">
              <a:lnSpc>
                <a:spcPct val="90000"/>
              </a:lnSpc>
              <a:spcBef>
                <a:spcPts val="0"/>
              </a:spcBef>
              <a:buSzPts val="1200"/>
              <a:buFont typeface="Calibri"/>
              <a:buChar char="•"/>
            </a:pPr>
            <a:r>
              <a:rPr lang="en-US" sz="1600" dirty="0" err="1"/>
              <a:t>Yangkit</a:t>
            </a:r>
            <a:r>
              <a:rPr lang="en-US" sz="1600" dirty="0"/>
              <a:t> - </a:t>
            </a:r>
            <a:r>
              <a:rPr lang="en-US" sz="1600" dirty="0">
                <a:hlinkClick r:id="rId7"/>
              </a:rPr>
              <a:t>https://github.com/yang-central/yangkit/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Wireshark - </a:t>
            </a:r>
            <a:r>
              <a:rPr lang="en-US" sz="1600" dirty="0">
                <a:latin typeface="Calibri"/>
                <a:ea typeface="Calibri"/>
                <a:cs typeface="Calibri"/>
                <a:sym typeface="Calibri"/>
                <a:hlinkClick r:id="rId8"/>
              </a:rPr>
              <a:t>udp-notif dissector</a:t>
            </a:r>
            <a:endParaRPr lang="en-US" noProof="0" dirty="0"/>
          </a:p>
        </p:txBody>
      </p:sp>
      <p:pic>
        <p:nvPicPr>
          <p:cNvPr id="3" name="Picture 2">
            <a:extLst>
              <a:ext uri="{FF2B5EF4-FFF2-40B4-BE49-F238E27FC236}">
                <a16:creationId xmlns:a16="http://schemas.microsoft.com/office/drawing/2014/main" id="{9FDC4F4D-B33D-1118-BAC0-63500FDC9630}"/>
              </a:ext>
            </a:extLst>
          </p:cNvPr>
          <p:cNvPicPr>
            <a:picLocks noChangeAspect="1"/>
          </p:cNvPicPr>
          <p:nvPr/>
        </p:nvPicPr>
        <p:blipFill>
          <a:blip r:embed="rId9"/>
          <a:stretch>
            <a:fillRect/>
          </a:stretch>
        </p:blipFill>
        <p:spPr>
          <a:xfrm>
            <a:off x="7807217" y="1431355"/>
            <a:ext cx="3236607" cy="3016148"/>
          </a:xfrm>
          <a:prstGeom prst="rect">
            <a:avLst/>
          </a:prstGeom>
        </p:spPr>
      </p:pic>
      <p:sp>
        <p:nvSpPr>
          <p:cNvPr id="5" name="TextBox 4">
            <a:extLst>
              <a:ext uri="{FF2B5EF4-FFF2-40B4-BE49-F238E27FC236}">
                <a16:creationId xmlns:a16="http://schemas.microsoft.com/office/drawing/2014/main" id="{3B639EC6-CFEC-5C52-B9C7-BC997E33CB5C}"/>
              </a:ext>
            </a:extLst>
          </p:cNvPr>
          <p:cNvSpPr txBox="1"/>
          <p:nvPr/>
        </p:nvSpPr>
        <p:spPr>
          <a:xfrm>
            <a:off x="6034643" y="4547971"/>
            <a:ext cx="5371835" cy="338554"/>
          </a:xfrm>
          <a:prstGeom prst="rect">
            <a:avLst/>
          </a:prstGeom>
          <a:noFill/>
        </p:spPr>
        <p:txBody>
          <a:bodyPr wrap="square">
            <a:spAutoFit/>
          </a:bodyPr>
          <a:lstStyle/>
          <a:p>
            <a:r>
              <a:rPr lang="en-US" sz="1600" dirty="0">
                <a:hlinkClick r:id="rId10"/>
              </a:rPr>
              <a:t>https://www.network-analytics.org/yp/how-to-deploy.html</a:t>
            </a:r>
            <a:endParaRPr lang="en-US" sz="1600" dirty="0"/>
          </a:p>
        </p:txBody>
      </p:sp>
      <p:sp>
        <p:nvSpPr>
          <p:cNvPr id="2" name="Rectangle 1">
            <a:extLst>
              <a:ext uri="{FF2B5EF4-FFF2-40B4-BE49-F238E27FC236}">
                <a16:creationId xmlns:a16="http://schemas.microsoft.com/office/drawing/2014/main" id="{2748DDB2-AD4A-DEAE-D5A3-D3BC5389479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4" name="TextBox 3">
            <a:extLst>
              <a:ext uri="{FF2B5EF4-FFF2-40B4-BE49-F238E27FC236}">
                <a16:creationId xmlns:a16="http://schemas.microsoft.com/office/drawing/2014/main" id="{E81CC267-4141-8946-2B25-FD5BC687F09A}"/>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6" name="Google Shape;1523;p45">
            <a:extLst>
              <a:ext uri="{FF2B5EF4-FFF2-40B4-BE49-F238E27FC236}">
                <a16:creationId xmlns:a16="http://schemas.microsoft.com/office/drawing/2014/main" id="{8BF5BFF0-D54E-9B49-7B24-4B838033AC7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noProof="0" smtClean="0"/>
              <a:pPr/>
              <a:t>7</a:t>
            </a:fld>
            <a:endParaRPr lang="en-US"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45"/>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Hackathon – Repositories</a:t>
            </a:r>
            <a:endParaRPr sz="4533" dirty="0"/>
          </a:p>
        </p:txBody>
      </p:sp>
      <p:sp>
        <p:nvSpPr>
          <p:cNvPr id="1522" name="Google Shape;1522;p45"/>
          <p:cNvSpPr txBox="1">
            <a:spLocks noGrp="1"/>
          </p:cNvSpPr>
          <p:nvPr>
            <p:ph type="body" idx="1"/>
          </p:nvPr>
        </p:nvSpPr>
        <p:spPr>
          <a:xfrm>
            <a:off x="737163" y="1697611"/>
            <a:ext cx="4671964" cy="2189736"/>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buSzPts val="1400"/>
              <a:buNone/>
            </a:pPr>
            <a:r>
              <a:rPr lang="de-CH" sz="1867" b="1" dirty="0">
                <a:latin typeface="Calibri"/>
                <a:ea typeface="Calibri"/>
                <a:cs typeface="Calibri"/>
              </a:rPr>
              <a:t>The </a:t>
            </a:r>
            <a:r>
              <a:rPr lang="de-CH" sz="1867" b="1" dirty="0" err="1">
                <a:latin typeface="Calibri"/>
                <a:ea typeface="Calibri"/>
                <a:cs typeface="Calibri"/>
              </a:rPr>
              <a:t>results</a:t>
            </a:r>
            <a:r>
              <a:rPr lang="de-CH" sz="1867" b="1" dirty="0">
                <a:latin typeface="Calibri"/>
                <a:ea typeface="Calibri"/>
                <a:cs typeface="Calibri"/>
              </a:rPr>
              <a:t> of </a:t>
            </a:r>
            <a:r>
              <a:rPr lang="de-CH" sz="1867" b="1" dirty="0" err="1">
                <a:latin typeface="Calibri"/>
                <a:ea typeface="Calibri"/>
                <a:cs typeface="Calibri"/>
              </a:rPr>
              <a:t>the</a:t>
            </a:r>
            <a:r>
              <a:rPr lang="de-CH" sz="1867" b="1" dirty="0">
                <a:latin typeface="Calibri"/>
                <a:ea typeface="Calibri"/>
                <a:cs typeface="Calibri"/>
              </a:rPr>
              <a:t> end-</a:t>
            </a:r>
            <a:r>
              <a:rPr lang="de-CH" sz="1867" b="1" dirty="0" err="1">
                <a:latin typeface="Calibri"/>
                <a:ea typeface="Calibri"/>
                <a:cs typeface="Calibri"/>
              </a:rPr>
              <a:t>to</a:t>
            </a:r>
            <a:r>
              <a:rPr lang="de-CH" sz="1867" b="1" dirty="0">
                <a:latin typeface="Calibri"/>
                <a:ea typeface="Calibri"/>
                <a:cs typeface="Calibri"/>
              </a:rPr>
              <a:t>-end </a:t>
            </a:r>
            <a:r>
              <a:rPr lang="de-CH" sz="1867" b="1" dirty="0" err="1">
                <a:latin typeface="Calibri"/>
                <a:ea typeface="Calibri"/>
                <a:cs typeface="Calibri"/>
              </a:rPr>
              <a:t>tests</a:t>
            </a:r>
            <a:br>
              <a:rPr lang="de-CH" sz="1867" b="1" dirty="0">
                <a:latin typeface="Calibri"/>
                <a:ea typeface="Calibri"/>
                <a:cs typeface="Calibri"/>
                <a:sym typeface="Calibri"/>
              </a:rPr>
            </a:br>
            <a:endParaRPr lang="de-CH" sz="1600" u="sng" dirty="0">
              <a:solidFill>
                <a:schemeClr val="hlink"/>
              </a:solidFill>
            </a:endParaRP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RPCs and YANG-Push JSON encoded notifications with wire captures from receiver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YANG-Push Receiver cache content generation with YANG library context, YANG modules, metadata and notification schema validation logs</a:t>
            </a:r>
          </a:p>
          <a:p>
            <a:pPr marL="435417" indent="-435417">
              <a:lnSpc>
                <a:spcPct val="90000"/>
              </a:lnSpc>
              <a:spcBef>
                <a:spcPts val="800"/>
              </a:spcBef>
              <a:buClr>
                <a:srgbClr val="FF0000"/>
              </a:buClr>
              <a:buSzPts val="1200"/>
              <a:buFont typeface="Noto Sans Symbols"/>
              <a:buChar char="⮚"/>
            </a:pPr>
            <a:r>
              <a:rPr lang="en" sz="1600" dirty="0"/>
              <a:t>YANG Message Broker Producer serialization logs</a:t>
            </a:r>
          </a:p>
          <a:p>
            <a:pPr marL="435417" indent="-435417">
              <a:lnSpc>
                <a:spcPct val="90000"/>
              </a:lnSpc>
              <a:spcBef>
                <a:spcPts val="800"/>
              </a:spcBef>
              <a:buClr>
                <a:srgbClr val="FF0000"/>
              </a:buClr>
              <a:buSzPts val="1200"/>
              <a:buFont typeface="Noto Sans Symbols"/>
              <a:buChar char="⮚"/>
            </a:pPr>
            <a:r>
              <a:rPr lang="en" sz="1600" dirty="0"/>
              <a:t>YANG Schema Registry schema examples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 Message Broker Consumer, serialization logs, </a:t>
            </a:r>
            <a:r>
              <a:rPr lang="en" sz="1600" dirty="0"/>
              <a:t>YANG library context, YANG modules and message </a:t>
            </a:r>
            <a:r>
              <a:rPr lang="en" sz="1600" dirty="0">
                <a:latin typeface="Calibri"/>
                <a:ea typeface="Calibri"/>
                <a:cs typeface="Calibri"/>
                <a:sym typeface="Calibri"/>
              </a:rPr>
              <a:t>schema validation</a:t>
            </a:r>
          </a:p>
        </p:txBody>
      </p:sp>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2D983028-030F-7FAC-361F-2F3CEBD4DFE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8</a:t>
            </a:fld>
            <a:endParaRPr dirty="0"/>
          </a:p>
        </p:txBody>
      </p:sp>
      <p:pic>
        <p:nvPicPr>
          <p:cNvPr id="7" name="Picture 6">
            <a:extLst>
              <a:ext uri="{FF2B5EF4-FFF2-40B4-BE49-F238E27FC236}">
                <a16:creationId xmlns:a16="http://schemas.microsoft.com/office/drawing/2014/main" id="{78CAB23C-A1EC-F134-18D7-F05315C911F8}"/>
              </a:ext>
            </a:extLst>
          </p:cNvPr>
          <p:cNvPicPr>
            <a:picLocks noChangeAspect="1"/>
          </p:cNvPicPr>
          <p:nvPr/>
        </p:nvPicPr>
        <p:blipFill>
          <a:blip r:embed="rId3"/>
          <a:stretch>
            <a:fillRect/>
          </a:stretch>
        </p:blipFill>
        <p:spPr>
          <a:xfrm>
            <a:off x="5607033" y="1744545"/>
            <a:ext cx="5509916" cy="4274935"/>
          </a:xfrm>
          <a:prstGeom prst="rect">
            <a:avLst/>
          </a:prstGeom>
        </p:spPr>
      </p:pic>
      <p:sp>
        <p:nvSpPr>
          <p:cNvPr id="10" name="TextBox 9">
            <a:extLst>
              <a:ext uri="{FF2B5EF4-FFF2-40B4-BE49-F238E27FC236}">
                <a16:creationId xmlns:a16="http://schemas.microsoft.com/office/drawing/2014/main" id="{ECFDEF4D-758D-BDC4-17FB-86FA77F8BD87}"/>
              </a:ext>
            </a:extLst>
          </p:cNvPr>
          <p:cNvSpPr txBox="1"/>
          <p:nvPr/>
        </p:nvSpPr>
        <p:spPr>
          <a:xfrm>
            <a:off x="737164" y="6160374"/>
            <a:ext cx="10379785" cy="338554"/>
          </a:xfrm>
          <a:prstGeom prst="rect">
            <a:avLst/>
          </a:prstGeom>
          <a:noFill/>
        </p:spPr>
        <p:txBody>
          <a:bodyPr wrap="square">
            <a:spAutoFit/>
          </a:bodyPr>
          <a:lstStyle/>
          <a:p>
            <a:pPr algn="r"/>
            <a:r>
              <a:rPr lang="de-CH" sz="1600" dirty="0">
                <a:solidFill>
                  <a:srgbClr val="00B0F0"/>
                </a:solidFill>
                <a:hlinkClick r:id="rId4">
                  <a:extLst>
                    <a:ext uri="{A12FA001-AC4F-418D-AE19-62706E023703}">
                      <ahyp:hlinkClr xmlns:ahyp="http://schemas.microsoft.com/office/drawing/2018/hyperlinkcolor" val="tx"/>
                    </a:ext>
                  </a:extLst>
                </a:hlinkClick>
              </a:rPr>
              <a:t>https://github.com/network-analytics/ietf-network-analytics-document-status/tree/main/125/Hackathon/</a:t>
            </a:r>
            <a:endParaRPr lang="de-CH" sz="1600" dirty="0">
              <a:solidFill>
                <a:srgbClr val="00B0F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9" name="Google Shape;1529;p46">
            <a:extLst>
              <a:ext uri="{FF2B5EF4-FFF2-40B4-BE49-F238E27FC236}">
                <a16:creationId xmlns:a16="http://schemas.microsoft.com/office/drawing/2014/main" id="{A24BD4EE-319E-99D8-8524-268A6B1E7127}"/>
              </a:ext>
            </a:extLst>
          </p:cNvPr>
          <p:cNvSpPr txBox="1">
            <a:spLocks noGrp="1"/>
          </p:cNvSpPr>
          <p:nvPr>
            <p:ph type="body" idx="1"/>
          </p:nvPr>
        </p:nvSpPr>
        <p:spPr>
          <a:xfrm>
            <a:off x="838201" y="1868583"/>
            <a:ext cx="5257800" cy="3956535"/>
          </a:xfrm>
          <a:prstGeom prst="rect">
            <a:avLst/>
          </a:prstGeom>
          <a:noFill/>
          <a:ln>
            <a:noFill/>
          </a:ln>
        </p:spPr>
        <p:txBody>
          <a:bodyPr spcFirstLastPara="1" vert="horz" wrap="square" lIns="121900" tIns="60933" rIns="121900" bIns="60933" rtlCol="0" anchor="t" anchorCtr="0">
            <a:noAutofit/>
          </a:bodyPr>
          <a:lstStyle/>
          <a:p>
            <a:pPr marL="228594" indent="-228594">
              <a:lnSpc>
                <a:spcPct val="90000"/>
              </a:lnSpc>
              <a:spcBef>
                <a:spcPts val="0"/>
              </a:spcBef>
              <a:buClr>
                <a:schemeClr val="dk1"/>
              </a:buClr>
              <a:buSzPts val="1200"/>
            </a:pPr>
            <a:r>
              <a:rPr lang="en" sz="1333" dirty="0"/>
              <a:t>Subscription to YANG Notifications</a:t>
            </a:r>
            <a:br>
              <a:rPr lang="en" sz="1333" dirty="0"/>
            </a:br>
            <a:r>
              <a:rPr lang="en" sz="1333" u="sng" dirty="0">
                <a:solidFill>
                  <a:schemeClr val="hlink"/>
                </a:solidFill>
                <a:hlinkClick r:id="rId3"/>
              </a:rPr>
              <a:t>RFC 8639</a:t>
            </a:r>
            <a:endParaRPr sz="1333" dirty="0"/>
          </a:p>
          <a:p>
            <a:pPr marL="228594" indent="-228594">
              <a:lnSpc>
                <a:spcPct val="90000"/>
              </a:lnSpc>
              <a:spcBef>
                <a:spcPts val="0"/>
              </a:spcBef>
              <a:buClr>
                <a:schemeClr val="dk1"/>
              </a:buClr>
              <a:buSzPts val="1200"/>
            </a:pPr>
            <a:r>
              <a:rPr lang="en" sz="1333" dirty="0"/>
              <a:t>Subscription to YANG Notifications for Datastore Updates</a:t>
            </a:r>
            <a:br>
              <a:rPr lang="en" sz="1333" dirty="0"/>
            </a:br>
            <a:r>
              <a:rPr lang="en" sz="1333" u="sng" dirty="0">
                <a:solidFill>
                  <a:schemeClr val="hlink"/>
                </a:solidFill>
                <a:hlinkClick r:id="rId4"/>
              </a:rPr>
              <a:t>RFC 8641</a:t>
            </a:r>
            <a:endParaRPr sz="1333" dirty="0"/>
          </a:p>
          <a:p>
            <a:pPr marL="228594" indent="-228594">
              <a:lnSpc>
                <a:spcPct val="90000"/>
              </a:lnSpc>
              <a:spcBef>
                <a:spcPts val="0"/>
              </a:spcBef>
              <a:buClr>
                <a:schemeClr val="dk1"/>
              </a:buClr>
              <a:buSzPts val="1200"/>
            </a:pPr>
            <a:r>
              <a:rPr lang="en" sz="1333" dirty="0"/>
              <a:t>UDP-based Transport for Configured Subscriptions</a:t>
            </a:r>
            <a:br>
              <a:rPr lang="en" sz="1333" dirty="0"/>
            </a:br>
            <a:r>
              <a:rPr lang="en" sz="1333" u="sng" dirty="0">
                <a:solidFill>
                  <a:schemeClr val="hlink"/>
                </a:solidFill>
                <a:hlinkClick r:id="rId5"/>
              </a:rPr>
              <a:t>draft-ietf-netconf-udp-notif</a:t>
            </a:r>
            <a:endParaRPr sz="1333" dirty="0"/>
          </a:p>
          <a:p>
            <a:pPr marL="228594" indent="-228594">
              <a:lnSpc>
                <a:spcPct val="90000"/>
              </a:lnSpc>
              <a:spcBef>
                <a:spcPts val="0"/>
              </a:spcBef>
              <a:buClr>
                <a:schemeClr val="dk1"/>
              </a:buClr>
              <a:buSzPts val="1200"/>
            </a:pPr>
            <a:r>
              <a:rPr lang="en" sz="1333" dirty="0"/>
              <a:t>Subscription to Distributed Notifications</a:t>
            </a:r>
            <a:br>
              <a:rPr lang="en" sz="1333" dirty="0"/>
            </a:br>
            <a:r>
              <a:rPr lang="en" sz="1333" u="sng" dirty="0">
                <a:solidFill>
                  <a:schemeClr val="hlink"/>
                </a:solidFill>
                <a:hlinkClick r:id="rId6"/>
              </a:rPr>
              <a:t>draft-ietf-netconf-distributed-notif</a:t>
            </a:r>
            <a:endParaRPr sz="1333" dirty="0"/>
          </a:p>
          <a:p>
            <a:pPr marL="228594" indent="-228594">
              <a:lnSpc>
                <a:spcPct val="90000"/>
              </a:lnSpc>
              <a:spcBef>
                <a:spcPts val="0"/>
              </a:spcBef>
              <a:buClr>
                <a:schemeClr val="dk1"/>
              </a:buClr>
              <a:buSzPts val="1200"/>
            </a:pPr>
            <a:r>
              <a:rPr lang="en-US" sz="1333" dirty="0"/>
              <a:t>Extensible YANG Model for YANG-Push Notifications</a:t>
            </a:r>
            <a:br>
              <a:rPr lang="en" sz="1333" dirty="0"/>
            </a:br>
            <a:r>
              <a:rPr lang="de-CH" sz="1333" u="sng" dirty="0">
                <a:solidFill>
                  <a:schemeClr val="hlink"/>
                </a:solidFill>
                <a:hlinkClick r:id="rId7"/>
              </a:rPr>
              <a:t>draft-</a:t>
            </a:r>
            <a:r>
              <a:rPr lang="de-CH" sz="1333" u="sng" dirty="0" err="1">
                <a:solidFill>
                  <a:schemeClr val="hlink"/>
                </a:solidFill>
                <a:hlinkClick r:id="rId7"/>
              </a:rPr>
              <a:t>ietf</a:t>
            </a:r>
            <a:r>
              <a:rPr lang="de-CH" sz="1333" u="sng" dirty="0">
                <a:solidFill>
                  <a:schemeClr val="hlink"/>
                </a:solidFill>
                <a:hlinkClick r:id="rId7"/>
              </a:rPr>
              <a:t>-netconf-</a:t>
            </a:r>
            <a:r>
              <a:rPr lang="de-CH" sz="1333" u="sng" dirty="0" err="1">
                <a:solidFill>
                  <a:schemeClr val="hlink"/>
                </a:solidFill>
                <a:hlinkClick r:id="rId7"/>
              </a:rPr>
              <a:t>notif</a:t>
            </a:r>
            <a:r>
              <a:rPr lang="de-CH" sz="1333" u="sng" dirty="0">
                <a:solidFill>
                  <a:schemeClr val="hlink"/>
                </a:solidFill>
                <a:hlinkClick r:id="rId7"/>
              </a:rPr>
              <a:t>-</a:t>
            </a:r>
            <a:r>
              <a:rPr lang="de-CH" sz="1333" u="sng" dirty="0" err="1">
                <a:solidFill>
                  <a:schemeClr val="hlink"/>
                </a:solidFill>
                <a:hlinkClick r:id="rId7"/>
              </a:rPr>
              <a:t>envelope</a:t>
            </a:r>
            <a:endParaRPr lang="de-CH" sz="1333" u="sng" dirty="0">
              <a:solidFill>
                <a:schemeClr val="hlink"/>
              </a:solidFill>
            </a:endParaRPr>
          </a:p>
          <a:p>
            <a:pPr marL="228594" indent="-228594">
              <a:lnSpc>
                <a:spcPct val="90000"/>
              </a:lnSpc>
              <a:spcBef>
                <a:spcPts val="0"/>
              </a:spcBef>
              <a:buClr>
                <a:schemeClr val="dk1"/>
              </a:buClr>
              <a:buSzPts val="1200"/>
            </a:pPr>
            <a:r>
              <a:rPr lang="en" sz="1333" dirty="0"/>
              <a:t>Support of Versioning in YANG Notifications Subscription</a:t>
            </a:r>
            <a:br>
              <a:rPr lang="en" sz="1333" dirty="0"/>
            </a:br>
            <a:r>
              <a:rPr lang="en" sz="1333" u="sng" dirty="0">
                <a:solidFill>
                  <a:schemeClr val="hlink"/>
                </a:solidFill>
                <a:hlinkClick r:id="rId8"/>
              </a:rPr>
              <a:t>draft-ietf-netconf-yang-notifications-versioning</a:t>
            </a:r>
            <a:endParaRPr lang="de-CH" sz="1333" dirty="0"/>
          </a:p>
          <a:p>
            <a:pPr marL="228594" indent="-228594">
              <a:lnSpc>
                <a:spcPct val="90000"/>
              </a:lnSpc>
              <a:spcBef>
                <a:spcPts val="0"/>
              </a:spcBef>
              <a:buClr>
                <a:schemeClr val="dk1"/>
              </a:buClr>
              <a:buSzPts val="1200"/>
            </a:pPr>
            <a:r>
              <a:rPr lang="en-US" sz="1333" dirty="0"/>
              <a:t>YANG Modules Describing Capabilities for Systems and </a:t>
            </a:r>
            <a:br>
              <a:rPr lang="en-US" sz="1333" dirty="0"/>
            </a:br>
            <a:r>
              <a:rPr lang="en-US" sz="1333" dirty="0"/>
              <a:t>Datastore Update Notifications</a:t>
            </a:r>
            <a:br>
              <a:rPr lang="en-US" sz="1333" dirty="0"/>
            </a:br>
            <a:r>
              <a:rPr lang="en-US" sz="1333" dirty="0">
                <a:hlinkClick r:id="rId9"/>
              </a:rPr>
              <a:t>RFC 9196</a:t>
            </a:r>
            <a:endParaRPr lang="en-US" sz="1333" dirty="0"/>
          </a:p>
          <a:p>
            <a:pPr marL="228594" indent="-228594">
              <a:lnSpc>
                <a:spcPct val="90000"/>
              </a:lnSpc>
              <a:spcBef>
                <a:spcPts val="0"/>
              </a:spcBef>
              <a:buClr>
                <a:schemeClr val="dk1"/>
              </a:buClr>
              <a:buSzPts val="1200"/>
            </a:pPr>
            <a:r>
              <a:rPr lang="en-US" sz="1333" dirty="0"/>
              <a:t>YANG Notification Transport Capabilities</a:t>
            </a:r>
            <a:br>
              <a:rPr lang="en-US" sz="1333" dirty="0"/>
            </a:br>
            <a:r>
              <a:rPr lang="en-US" sz="1333" dirty="0">
                <a:hlinkClick r:id="rId10"/>
              </a:rPr>
              <a:t>draft-</a:t>
            </a:r>
            <a:r>
              <a:rPr lang="en-US" sz="1333" dirty="0" err="1">
                <a:hlinkClick r:id="rId10"/>
              </a:rPr>
              <a:t>ietf</a:t>
            </a:r>
            <a:r>
              <a:rPr lang="en-US" sz="1333" dirty="0">
                <a:hlinkClick r:id="rId10"/>
              </a:rPr>
              <a:t>-netconf-</a:t>
            </a:r>
            <a:r>
              <a:rPr lang="en-US" sz="1333" dirty="0" err="1">
                <a:hlinkClick r:id="rId10"/>
              </a:rPr>
              <a:t>yp</a:t>
            </a:r>
            <a:r>
              <a:rPr lang="en-US" sz="1333" dirty="0">
                <a:hlinkClick r:id="rId10"/>
              </a:rPr>
              <a:t>-transport-capabilities</a:t>
            </a:r>
            <a:endParaRPr lang="en-US" sz="1333" dirty="0"/>
          </a:p>
          <a:p>
            <a:pPr marL="228594" indent="-228594">
              <a:lnSpc>
                <a:spcPct val="90000"/>
              </a:lnSpc>
              <a:spcBef>
                <a:spcPts val="0"/>
              </a:spcBef>
              <a:buClr>
                <a:schemeClr val="dk1"/>
              </a:buClr>
              <a:buSzPts val="1200"/>
            </a:pPr>
            <a:r>
              <a:rPr lang="en" sz="1333" dirty="0"/>
              <a:t>YANG Library</a:t>
            </a:r>
            <a:br>
              <a:rPr lang="en" sz="1333" dirty="0"/>
            </a:br>
            <a:r>
              <a:rPr lang="en" sz="1333" u="sng" dirty="0">
                <a:solidFill>
                  <a:schemeClr val="hlink"/>
                </a:solidFill>
                <a:hlinkClick r:id="rId11"/>
              </a:rPr>
              <a:t>RFC 8525</a:t>
            </a:r>
            <a:endParaRPr sz="1333" dirty="0"/>
          </a:p>
          <a:p>
            <a:pPr marL="228594" indent="-228594">
              <a:lnSpc>
                <a:spcPct val="90000"/>
              </a:lnSpc>
              <a:spcBef>
                <a:spcPts val="0"/>
              </a:spcBef>
              <a:buClr>
                <a:schemeClr val="dk1"/>
              </a:buClr>
              <a:buSzPts val="1200"/>
            </a:pPr>
            <a:r>
              <a:rPr lang="en" sz="1333" dirty="0"/>
              <a:t>Augmented-by Addition into the IETF-YANG-Library</a:t>
            </a:r>
            <a:br>
              <a:rPr lang="en" sz="1333" dirty="0"/>
            </a:br>
            <a:r>
              <a:rPr lang="en" sz="1333" u="sng" dirty="0">
                <a:solidFill>
                  <a:schemeClr val="hlink"/>
                </a:solidFill>
                <a:hlinkClick r:id="rId12"/>
              </a:rPr>
              <a:t>draft-ietf-netconf-yang-library-augmentation</a:t>
            </a:r>
            <a:endParaRPr lang="en" sz="1333" u="sng" dirty="0">
              <a:solidFill>
                <a:schemeClr val="hlink"/>
              </a:solidFill>
            </a:endParaRPr>
          </a:p>
          <a:p>
            <a:pPr marL="228594" indent="-228594">
              <a:spcBef>
                <a:spcPts val="0"/>
              </a:spcBef>
              <a:buSzPts val="1200"/>
            </a:pPr>
            <a:r>
              <a:rPr lang="en-US" sz="1333" dirty="0"/>
              <a:t>Validating </a:t>
            </a:r>
            <a:r>
              <a:rPr lang="en-US" sz="1333" dirty="0" err="1"/>
              <a:t>anydata</a:t>
            </a:r>
            <a:r>
              <a:rPr lang="en-US" sz="1333" dirty="0"/>
              <a:t> in YANG Library context</a:t>
            </a:r>
            <a:br>
              <a:rPr lang="en-US" sz="1333" dirty="0"/>
            </a:br>
            <a:r>
              <a:rPr lang="en-US" sz="1333" dirty="0">
                <a:hlinkClick r:id="rId13"/>
              </a:rPr>
              <a:t>draft-</a:t>
            </a:r>
            <a:r>
              <a:rPr lang="en-US" sz="1333" dirty="0" err="1">
                <a:hlinkClick r:id="rId13"/>
              </a:rPr>
              <a:t>ietf</a:t>
            </a:r>
            <a:r>
              <a:rPr lang="en-US" sz="1333" dirty="0">
                <a:hlinkClick r:id="rId13"/>
              </a:rPr>
              <a:t>-</a:t>
            </a:r>
            <a:r>
              <a:rPr lang="en-US" sz="1333" dirty="0" err="1">
                <a:hlinkClick r:id="rId13"/>
              </a:rPr>
              <a:t>netmod</a:t>
            </a:r>
            <a:r>
              <a:rPr lang="en-US" sz="1333" dirty="0">
                <a:hlinkClick r:id="rId13"/>
              </a:rPr>
              <a:t>-yang-</a:t>
            </a:r>
            <a:r>
              <a:rPr lang="en-US" sz="1333" dirty="0" err="1">
                <a:hlinkClick r:id="rId13"/>
              </a:rPr>
              <a:t>anydata</a:t>
            </a:r>
            <a:r>
              <a:rPr lang="en-US" sz="1333" dirty="0">
                <a:hlinkClick r:id="rId13"/>
              </a:rPr>
              <a:t>-validation</a:t>
            </a:r>
            <a:endParaRPr lang="en-US" sz="1333" dirty="0"/>
          </a:p>
          <a:p>
            <a:pPr marL="228594" indent="-228594">
              <a:spcBef>
                <a:spcPts val="0"/>
              </a:spcBef>
              <a:buSzPts val="1200"/>
            </a:pPr>
            <a:r>
              <a:rPr lang="en-US" sz="1333" dirty="0"/>
              <a:t>Encoding of Data Modeled with YANG in the CBOR</a:t>
            </a:r>
            <a:br>
              <a:rPr lang="en" sz="1333" dirty="0"/>
            </a:br>
            <a:r>
              <a:rPr lang="en" sz="1333" u="sng" dirty="0">
                <a:solidFill>
                  <a:schemeClr val="hlink"/>
                </a:solidFill>
              </a:rPr>
              <a:t>RFC </a:t>
            </a:r>
            <a:r>
              <a:rPr lang="en" sz="1333" u="sng" dirty="0">
                <a:solidFill>
                  <a:schemeClr val="hlink"/>
                </a:solidFill>
                <a:hlinkClick r:id="rId14"/>
              </a:rPr>
              <a:t>9254</a:t>
            </a:r>
            <a:endParaRPr lang="en" sz="1333" u="sng" dirty="0">
              <a:solidFill>
                <a:schemeClr val="hlink"/>
              </a:solidFill>
            </a:endParaRPr>
          </a:p>
        </p:txBody>
      </p:sp>
      <p:sp>
        <p:nvSpPr>
          <p:cNvPr id="10" name="Google Shape;1531;p46">
            <a:extLst>
              <a:ext uri="{FF2B5EF4-FFF2-40B4-BE49-F238E27FC236}">
                <a16:creationId xmlns:a16="http://schemas.microsoft.com/office/drawing/2014/main" id="{64A11574-7DDA-89DF-5BD5-1D5AFE7CCC3B}"/>
              </a:ext>
            </a:extLst>
          </p:cNvPr>
          <p:cNvSpPr txBox="1">
            <a:spLocks noGrp="1"/>
          </p:cNvSpPr>
          <p:nvPr>
            <p:ph type="title"/>
          </p:nvPr>
        </p:nvSpPr>
        <p:spPr>
          <a:xfrm>
            <a:off x="838201" y="365125"/>
            <a:ext cx="6124977" cy="1503457"/>
          </a:xfrm>
          <a:prstGeom prst="rect">
            <a:avLst/>
          </a:prstGeom>
          <a:noFill/>
          <a:ln>
            <a:noFill/>
          </a:ln>
        </p:spPr>
        <p:txBody>
          <a:bodyPr spcFirstLastPara="1" vert="horz" wrap="square" lIns="121900" tIns="60933" rIns="121900" bIns="60933" rtlCol="0" anchor="ctr" anchorCtr="0">
            <a:normAutofit fontScale="90000"/>
          </a:bodyPr>
          <a:lstStyle/>
          <a:p>
            <a:pPr lvl="0" algn="l">
              <a:lnSpc>
                <a:spcPct val="90000"/>
              </a:lnSpc>
              <a:buClr>
                <a:schemeClr val="dk1"/>
              </a:buClr>
              <a:buSzPts val="2100"/>
            </a:pPr>
            <a:r>
              <a:rPr lang="en" sz="2933" b="1" dirty="0"/>
              <a:t>An Architecture for YANG-Push </a:t>
            </a:r>
            <a:br>
              <a:rPr lang="en" sz="2933" b="1" dirty="0"/>
            </a:br>
            <a:r>
              <a:rPr lang="en" sz="2933" b="1" dirty="0"/>
              <a:t>to Message Broker Integration </a:t>
            </a:r>
            <a:br>
              <a:rPr lang="en" sz="3600" dirty="0"/>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-message-broker-integration</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-message-broker-message-</a:t>
            </a:r>
            <a:r>
              <a:rPr lang="de-CH" sz="1733" dirty="0" err="1">
                <a:solidFill>
                  <a:srgbClr val="AEABAB"/>
                </a:solidFill>
              </a:rPr>
              <a:t>key</a:t>
            </a:r>
            <a:br>
              <a:rPr lang="de-CH" sz="1733" dirty="0">
                <a:solidFill>
                  <a:srgbClr val="AEABAB"/>
                </a:solidFill>
              </a:rPr>
            </a:br>
            <a:r>
              <a:rPr lang="de-CH" sz="1733" dirty="0">
                <a:solidFill>
                  <a:srgbClr val="AEABAB"/>
                </a:solidFill>
              </a:rPr>
              <a:t>draft-</a:t>
            </a:r>
            <a:r>
              <a:rPr lang="de-CH" sz="1733" dirty="0" err="1">
                <a:solidFill>
                  <a:srgbClr val="AEABAB"/>
                </a:solidFill>
              </a:rPr>
              <a:t>netana</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bmp</a:t>
            </a:r>
            <a:r>
              <a:rPr lang="de-CH" sz="1733" dirty="0">
                <a:solidFill>
                  <a:srgbClr val="AEABAB"/>
                </a:solidFill>
              </a:rPr>
              <a:t>-</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endParaRPr sz="1733" dirty="0"/>
          </a:p>
        </p:txBody>
      </p:sp>
      <p:sp>
        <p:nvSpPr>
          <p:cNvPr id="11" name="Google Shape;1532;p46">
            <a:extLst>
              <a:ext uri="{FF2B5EF4-FFF2-40B4-BE49-F238E27FC236}">
                <a16:creationId xmlns:a16="http://schemas.microsoft.com/office/drawing/2014/main" id="{575B41E3-AAFA-DCEA-6665-0E3C0B3CA4D6}"/>
              </a:ext>
            </a:extLst>
          </p:cNvPr>
          <p:cNvSpPr txBox="1"/>
          <p:nvPr/>
        </p:nvSpPr>
        <p:spPr>
          <a:xfrm>
            <a:off x="5955950" y="216267"/>
            <a:ext cx="5450527" cy="6421960"/>
          </a:xfrm>
          <a:prstGeom prst="rect">
            <a:avLst/>
          </a:prstGeom>
          <a:noFill/>
          <a:ln>
            <a:noFill/>
          </a:ln>
        </p:spPr>
        <p:txBody>
          <a:bodyPr spcFirstLastPara="1" wrap="square" lIns="121900" tIns="60933" rIns="121900" bIns="60933" anchor="t" anchorCtr="0">
            <a:spAutoFit/>
          </a:bodyPr>
          <a:lstStyle/>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Storage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(12) </a:t>
            </a:r>
            <a:r>
              <a:rPr lang="de-CH" sz="933" dirty="0" err="1">
                <a:latin typeface="Courier New"/>
                <a:ea typeface="Courier New"/>
                <a:cs typeface="Courier New"/>
                <a:sym typeface="Courier New"/>
              </a:rPr>
              <a:t>Ingest</a:t>
            </a:r>
            <a:r>
              <a:rPr lang="de-CH" sz="933" dirty="0">
                <a:latin typeface="Courier New"/>
                <a:ea typeface="Courier New"/>
                <a:cs typeface="Courier New"/>
                <a:sym typeface="Courier New"/>
              </a:rPr>
              <a:t> Data</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According</a:t>
            </a: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to</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Consumer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(10) </a:t>
            </a:r>
            <a:r>
              <a:rPr lang="de-CH" sz="933" dirty="0" err="1">
                <a:latin typeface="Courier New"/>
                <a:ea typeface="Courier New"/>
                <a:cs typeface="Courier New"/>
                <a:sym typeface="Courier New"/>
              </a:rPr>
              <a:t>Get</a:t>
            </a:r>
            <a:r>
              <a:rPr lang="de-CH" sz="933" dirty="0">
                <a:latin typeface="Courier New"/>
                <a:ea typeface="Courier New"/>
                <a:cs typeface="Courier New"/>
                <a:sym typeface="Courier New"/>
              </a:rPr>
              <a:t> |  |                                   | (9) </a:t>
            </a:r>
            <a:r>
              <a:rPr lang="de-CH" sz="933" dirty="0" err="1">
                <a:latin typeface="Courier New"/>
                <a:ea typeface="Courier New"/>
                <a:cs typeface="Courier New"/>
                <a:sym typeface="Courier New"/>
              </a:rPr>
              <a:t>Validate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Schema |  |                                   | </a:t>
            </a:r>
            <a:r>
              <a:rPr lang="de-CH" sz="933" dirty="0" err="1">
                <a:latin typeface="Courier New"/>
                <a:ea typeface="Courier New"/>
                <a:cs typeface="Courier New"/>
                <a:sym typeface="Courier New"/>
              </a:rPr>
              <a:t>Serialized</a:t>
            </a:r>
            <a:r>
              <a:rPr lang="de-CH" sz="933" dirty="0">
                <a:latin typeface="Courier New"/>
                <a:ea typeface="Courier New"/>
                <a:cs typeface="Courier New"/>
                <a:sym typeface="Courier New"/>
              </a:rPr>
              <a:t> Message</a:t>
            </a:r>
          </a:p>
          <a:p>
            <a:pPr lvl="0">
              <a:lnSpc>
                <a:spcPct val="107000"/>
              </a:lnSpc>
              <a:buSzPts val="700"/>
            </a:pPr>
            <a:r>
              <a:rPr lang="de-CH" sz="933" dirty="0">
                <a:latin typeface="Courier New"/>
                <a:ea typeface="Courier New"/>
                <a:cs typeface="Courier New"/>
                <a:sym typeface="Courier New"/>
              </a:rPr>
              <a:t>            |  |                                   | Schema on Consumer</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Message       |</a:t>
            </a:r>
          </a:p>
          <a:p>
            <a:pPr lvl="0">
              <a:lnSpc>
                <a:spcPct val="107000"/>
              </a:lnSpc>
              <a:buSzPts val="700"/>
            </a:pPr>
            <a:r>
              <a:rPr lang="de-CH" sz="933" dirty="0">
                <a:latin typeface="Courier New"/>
                <a:ea typeface="Courier New"/>
                <a:cs typeface="Courier New"/>
                <a:sym typeface="Courier New"/>
              </a:rPr>
              <a:t>            |  |                              |      Broker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(8) </a:t>
            </a:r>
            <a:r>
              <a:rPr lang="de-CH" sz="933" dirty="0" err="1">
                <a:latin typeface="Courier New"/>
                <a:ea typeface="Courier New"/>
                <a:cs typeface="Courier New"/>
                <a:sym typeface="Courier New"/>
              </a:rPr>
              <a:t>Serialize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(11)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 YANG-Push Message</a:t>
            </a:r>
          </a:p>
          <a:p>
            <a:pPr lvl="0">
              <a:lnSpc>
                <a:spcPct val="107000"/>
              </a:lnSpc>
              <a:buSzPts val="700"/>
            </a:pPr>
            <a:r>
              <a:rPr lang="de-CH" sz="933" dirty="0">
                <a:latin typeface="Courier New"/>
                <a:ea typeface="Courier New"/>
                <a:cs typeface="Courier New"/>
                <a:sym typeface="Courier New"/>
              </a:rPr>
              <a:t>            |  |      Schema                       | </a:t>
            </a:r>
            <a:r>
              <a:rPr lang="de-CH" sz="933" dirty="0" err="1">
                <a:latin typeface="Courier New"/>
                <a:ea typeface="Courier New"/>
                <a:cs typeface="Courier New"/>
                <a:sym typeface="Courier New"/>
              </a:rPr>
              <a:t>annotated</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v  |                  (6) Post         | ID on Producer</a:t>
            </a:r>
          </a:p>
          <a:p>
            <a:pPr lvl="0">
              <a:lnSpc>
                <a:spcPct val="107000"/>
              </a:lnSpc>
              <a:buSzPts val="700"/>
            </a:pPr>
            <a:r>
              <a:rPr lang="de-CH" sz="933" dirty="0">
                <a:latin typeface="Courier New"/>
                <a:ea typeface="Courier New"/>
                <a:cs typeface="Courier New"/>
                <a:sym typeface="Courier New"/>
              </a:rPr>
              <a:t>      +--------------------+          Schema  +--------------------+</a:t>
            </a:r>
          </a:p>
          <a:p>
            <a:pPr lvl="0">
              <a:lnSpc>
                <a:spcPct val="107000"/>
              </a:lnSpc>
              <a:buSzPts val="700"/>
            </a:pPr>
            <a:r>
              <a:rPr lang="de-CH" sz="933" dirty="0">
                <a:latin typeface="Courier New"/>
                <a:ea typeface="Courier New"/>
                <a:cs typeface="Courier New"/>
                <a:sym typeface="Courier New"/>
              </a:rPr>
              <a:t>      |       YANG         | &lt;--------------- |  Data Collection   |</a:t>
            </a:r>
          </a:p>
          <a:p>
            <a:pPr lvl="0">
              <a:lnSpc>
                <a:spcPct val="107000"/>
              </a:lnSpc>
              <a:buSzPts val="700"/>
            </a:pPr>
            <a:r>
              <a:rPr lang="de-CH" sz="933" dirty="0">
                <a:latin typeface="Courier New"/>
                <a:ea typeface="Courier New"/>
                <a:cs typeface="Courier New"/>
                <a:sym typeface="Courier New"/>
              </a:rPr>
              <a:t>      |  Schema Registry   | ---------------&gt; | YANG-Push Receiver |</a:t>
            </a:r>
          </a:p>
          <a:p>
            <a:pPr lvl="0">
              <a:lnSpc>
                <a:spcPct val="107000"/>
              </a:lnSpc>
              <a:buSzPts val="700"/>
            </a:pPr>
            <a:r>
              <a:rPr lang="de-CH" sz="933" dirty="0">
                <a:latin typeface="Courier New"/>
                <a:ea typeface="Courier New"/>
                <a:cs typeface="Courier New"/>
                <a:sym typeface="Courier New"/>
              </a:rPr>
              <a:t>      +--------------------+  (7)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Schema ID        |  ^ (3) </a:t>
            </a:r>
            <a:r>
              <a:rPr lang="de-CH" sz="933" dirty="0" err="1">
                <a:latin typeface="Courier New"/>
                <a:ea typeface="Courier New"/>
                <a:cs typeface="Courier New"/>
                <a:sym typeface="Courier New"/>
              </a:rPr>
              <a:t>Receive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 YANG-Push</a:t>
            </a:r>
          </a:p>
          <a:p>
            <a:pPr lvl="0">
              <a:lnSpc>
                <a:spcPct val="107000"/>
              </a:lnSpc>
              <a:buSzPts val="700"/>
            </a:pPr>
            <a:r>
              <a:rPr lang="de-CH" sz="933" dirty="0">
                <a:latin typeface="Courier New"/>
                <a:ea typeface="Courier New"/>
                <a:cs typeface="Courier New"/>
                <a:sym typeface="Courier New"/>
              </a:rPr>
              <a:t>            v                         (4) Discover |  | </a:t>
            </a:r>
            <a:r>
              <a:rPr lang="de-CH" sz="933" dirty="0" err="1">
                <a:latin typeface="Courier New"/>
                <a:ea typeface="Courier New"/>
                <a:cs typeface="Courier New"/>
                <a:sym typeface="Courier New"/>
              </a:rPr>
              <a:t>Subscription</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Schema |  | Start Message</a:t>
            </a:r>
          </a:p>
          <a:p>
            <a:pPr lvl="0">
              <a:lnSpc>
                <a:spcPct val="107000"/>
              </a:lnSpc>
              <a:buSzPts val="700"/>
            </a:pPr>
            <a:r>
              <a:rPr lang="de-CH" sz="933" dirty="0">
                <a:latin typeface="Courier New"/>
                <a:ea typeface="Courier New"/>
                <a:cs typeface="Courier New"/>
                <a:sym typeface="Courier New"/>
              </a:rPr>
              <a:t>      |      Stream        |          </a:t>
            </a:r>
            <a:r>
              <a:rPr lang="de-CH" sz="933" dirty="0" err="1">
                <a:latin typeface="Courier New"/>
                <a:ea typeface="Courier New"/>
                <a:cs typeface="Courier New"/>
                <a:sym typeface="Courier New"/>
              </a:rPr>
              <a:t>Dependencies</a:t>
            </a: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Catalog       |            and </a:t>
            </a:r>
            <a:r>
              <a:rPr lang="de-CH" sz="933" dirty="0" err="1">
                <a:latin typeface="Courier New"/>
                <a:ea typeface="Courier New"/>
                <a:cs typeface="Courier New"/>
                <a:sym typeface="Courier New"/>
              </a:rPr>
              <a:t>Obtain</a:t>
            </a:r>
            <a:r>
              <a:rPr lang="de-CH" sz="933" dirty="0">
                <a:latin typeface="Courier New"/>
                <a:ea typeface="Courier New"/>
                <a:cs typeface="Courier New"/>
                <a:sym typeface="Courier New"/>
              </a:rPr>
              <a:t> |  |   | (5) Publish</a:t>
            </a:r>
          </a:p>
          <a:p>
            <a:pPr lvl="0">
              <a:lnSpc>
                <a:spcPct val="107000"/>
              </a:lnSpc>
              <a:buSzPts val="700"/>
            </a:pPr>
            <a:r>
              <a:rPr lang="de-CH" sz="933" dirty="0">
                <a:latin typeface="Courier New"/>
                <a:ea typeface="Courier New"/>
                <a:cs typeface="Courier New"/>
                <a:sym typeface="Courier New"/>
              </a:rPr>
              <a:t>      +--------------------+               Schemas |  |   | YANG-Push</a:t>
            </a:r>
          </a:p>
          <a:p>
            <a:pPr lvl="0">
              <a:lnSpc>
                <a:spcPct val="107000"/>
              </a:lnSpc>
              <a:buSzPts val="700"/>
            </a:pPr>
            <a:r>
              <a:rPr lang="de-CH" sz="933" dirty="0">
                <a:latin typeface="Courier New"/>
                <a:ea typeface="Courier New"/>
                <a:cs typeface="Courier New"/>
                <a:sym typeface="Courier New"/>
              </a:rPr>
              <a:t>                                                   |  |   | Message</a:t>
            </a:r>
          </a:p>
          <a:p>
            <a:pPr lvl="0">
              <a:lnSpc>
                <a:spcPct val="107000"/>
              </a:lnSpc>
              <a:buSzPts val="700"/>
            </a:pPr>
            <a:r>
              <a:rPr lang="de-CH" sz="933" dirty="0">
                <a:latin typeface="Courier New"/>
                <a:ea typeface="Courier New"/>
                <a:cs typeface="Courier New"/>
                <a:sym typeface="Courier New"/>
              </a:rPr>
              <a:t>                                                   |  |   | </a:t>
            </a:r>
            <a:r>
              <a:rPr lang="de-CH" sz="933" dirty="0" err="1">
                <a:latin typeface="Courier New"/>
                <a:ea typeface="Courier New"/>
                <a:cs typeface="Courier New"/>
                <a:sym typeface="Courier New"/>
              </a:rPr>
              <a:t>with</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(1) Discover          |  |   | Subscriber</a:t>
            </a:r>
          </a:p>
          <a:p>
            <a:pPr lvl="0">
              <a:lnSpc>
                <a:spcPct val="107000"/>
              </a:lnSpc>
              <a:buSzPts val="700"/>
            </a:pP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Notification</a:t>
            </a:r>
            <a:r>
              <a:rPr lang="de-CH" sz="933" dirty="0">
                <a:latin typeface="Courier New"/>
                <a:ea typeface="Courier New"/>
                <a:cs typeface="Courier New"/>
                <a:sym typeface="Courier New"/>
              </a:rPr>
              <a:t>      v  |   | ID</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Capabilities</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Manage YANG-Push  | ---------------&gt; |   Network Node     |</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Subscription</a:t>
            </a:r>
            <a:r>
              <a:rPr lang="de-CH" sz="933" dirty="0">
                <a:latin typeface="Courier New"/>
                <a:ea typeface="Courier New"/>
                <a:cs typeface="Courier New"/>
                <a:sym typeface="Courier New"/>
              </a:rPr>
              <a:t>    | ---------------&gt; | YANG-Push Publisher|</a:t>
            </a:r>
          </a:p>
          <a:p>
            <a:pPr lvl="0">
              <a:lnSpc>
                <a:spcPct val="107000"/>
              </a:lnSpc>
              <a:buSzPts val="700"/>
            </a:pPr>
            <a:r>
              <a:rPr lang="de-CH" sz="933" dirty="0">
                <a:latin typeface="Courier New"/>
                <a:ea typeface="Courier New"/>
                <a:cs typeface="Courier New"/>
                <a:sym typeface="Courier New"/>
              </a:rPr>
              <a:t>      +--------------------+ (2) </a:t>
            </a:r>
            <a:r>
              <a:rPr lang="de-CH" sz="933" dirty="0" err="1">
                <a:latin typeface="Courier New"/>
                <a:ea typeface="Courier New"/>
                <a:cs typeface="Courier New"/>
                <a:sym typeface="Courier New"/>
              </a:rPr>
              <a:t>Subscribe</a:t>
            </a:r>
            <a:r>
              <a:rPr lang="de-CH" sz="933" dirty="0">
                <a:latin typeface="Courier New"/>
                <a:ea typeface="Courier New"/>
                <a:cs typeface="Courier New"/>
                <a:sym typeface="Courier New"/>
              </a:rPr>
              <a:t>    +--------------------+</a:t>
            </a:r>
            <a:endParaRPr sz="933" dirty="0">
              <a:solidFill>
                <a:srgbClr val="000000"/>
              </a:solidFill>
              <a:latin typeface="Courier New"/>
              <a:ea typeface="Courier New"/>
              <a:cs typeface="Courier New"/>
              <a:sym typeface="Courier New"/>
            </a:endParaRPr>
          </a:p>
        </p:txBody>
      </p:sp>
      <p:sp>
        <p:nvSpPr>
          <p:cNvPr id="5" name="Google Shape;1523;p45">
            <a:extLst>
              <a:ext uri="{FF2B5EF4-FFF2-40B4-BE49-F238E27FC236}">
                <a16:creationId xmlns:a16="http://schemas.microsoft.com/office/drawing/2014/main" id="{FBABCE45-8F6B-3984-B0EF-B4C86A7D512C}"/>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9</a:t>
            </a:fld>
            <a:endParaRPr dirty="0"/>
          </a:p>
        </p:txBody>
      </p:sp>
    </p:spTree>
    <p:extLst>
      <p:ext uri="{BB962C8B-B14F-4D97-AF65-F5344CB8AC3E}">
        <p14:creationId xmlns:p14="http://schemas.microsoft.com/office/powerpoint/2010/main" val="361631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33FA7E77-C99D-444D-C5DB-0056DFE337A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9DDC19D8-D4BA-AA5E-61E1-B0A4525A6B80}"/>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Subscription</a:t>
            </a:r>
            <a:endParaRPr sz="4533" dirty="0"/>
          </a:p>
        </p:txBody>
      </p:sp>
      <p:sp>
        <p:nvSpPr>
          <p:cNvPr id="2" name="Rectangle 1">
            <a:extLst>
              <a:ext uri="{FF2B5EF4-FFF2-40B4-BE49-F238E27FC236}">
                <a16:creationId xmlns:a16="http://schemas.microsoft.com/office/drawing/2014/main" id="{69001FF5-7F7B-3666-7E0C-79E25D32BE4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4823EA9-CB88-A3CF-8EA6-F7AACC2B0B9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03EBD5C-5FD5-F8CB-6932-FF33457BA14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10</a:t>
            </a:fld>
            <a:endParaRPr dirty="0"/>
          </a:p>
        </p:txBody>
      </p:sp>
      <p:pic>
        <p:nvPicPr>
          <p:cNvPr id="9" name="Picture 8">
            <a:extLst>
              <a:ext uri="{FF2B5EF4-FFF2-40B4-BE49-F238E27FC236}">
                <a16:creationId xmlns:a16="http://schemas.microsoft.com/office/drawing/2014/main" id="{11146658-3377-44D0-D254-CD664F57F84A}"/>
              </a:ext>
            </a:extLst>
          </p:cNvPr>
          <p:cNvPicPr>
            <a:picLocks noChangeAspect="1"/>
          </p:cNvPicPr>
          <p:nvPr/>
        </p:nvPicPr>
        <p:blipFill>
          <a:blip r:embed="rId3"/>
          <a:stretch>
            <a:fillRect/>
          </a:stretch>
        </p:blipFill>
        <p:spPr>
          <a:xfrm>
            <a:off x="5317651" y="1434476"/>
            <a:ext cx="5582413" cy="5148886"/>
          </a:xfrm>
          <a:prstGeom prst="rect">
            <a:avLst/>
          </a:prstGeom>
        </p:spPr>
      </p:pic>
      <p:sp>
        <p:nvSpPr>
          <p:cNvPr id="11" name="Google Shape;1522;p45">
            <a:extLst>
              <a:ext uri="{FF2B5EF4-FFF2-40B4-BE49-F238E27FC236}">
                <a16:creationId xmlns:a16="http://schemas.microsoft.com/office/drawing/2014/main" id="{9B8E9BE6-DD0F-99BA-5FF0-AD176F68E2FD}"/>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 calls to create, delete and obtain YANG-Push subscriptions and receiver configurations.</a:t>
            </a:r>
          </a:p>
        </p:txBody>
      </p:sp>
    </p:spTree>
    <p:extLst>
      <p:ext uri="{BB962C8B-B14F-4D97-AF65-F5344CB8AC3E}">
        <p14:creationId xmlns:p14="http://schemas.microsoft.com/office/powerpoint/2010/main" val="3853061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012EE96-0018-6996-C41B-B7C58E313CE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3AAD7B6-A6B5-89DF-3082-CF9E15BC3B6E}"/>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Notifications</a:t>
            </a:r>
            <a:endParaRPr sz="4533" dirty="0"/>
          </a:p>
        </p:txBody>
      </p:sp>
      <p:sp>
        <p:nvSpPr>
          <p:cNvPr id="2" name="Rectangle 1">
            <a:extLst>
              <a:ext uri="{FF2B5EF4-FFF2-40B4-BE49-F238E27FC236}">
                <a16:creationId xmlns:a16="http://schemas.microsoft.com/office/drawing/2014/main" id="{F9F3AB96-8CC1-4183-B953-FF51D710E24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AE812F44-20F3-CBF9-494C-95EF44DEAC4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653C64F2-63B1-4B12-29C8-F42780F8358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11</a:t>
            </a:fld>
            <a:endParaRPr dirty="0"/>
          </a:p>
        </p:txBody>
      </p:sp>
      <p:sp>
        <p:nvSpPr>
          <p:cNvPr id="11" name="Google Shape;1522;p45">
            <a:extLst>
              <a:ext uri="{FF2B5EF4-FFF2-40B4-BE49-F238E27FC236}">
                <a16:creationId xmlns:a16="http://schemas.microsoft.com/office/drawing/2014/main" id="{56F76BE1-A152-FF58-4794-2D4959E1E67F}"/>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Subscription state change notifications as JSON and PCAP.</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Push update and change-update notifications as JSON and PCAP.</a:t>
            </a:r>
          </a:p>
        </p:txBody>
      </p:sp>
      <p:pic>
        <p:nvPicPr>
          <p:cNvPr id="5" name="Picture 4">
            <a:extLst>
              <a:ext uri="{FF2B5EF4-FFF2-40B4-BE49-F238E27FC236}">
                <a16:creationId xmlns:a16="http://schemas.microsoft.com/office/drawing/2014/main" id="{0BEFBEB9-3CD2-E356-4FCC-35FD36EBCCCB}"/>
              </a:ext>
            </a:extLst>
          </p:cNvPr>
          <p:cNvPicPr>
            <a:picLocks noChangeAspect="1"/>
          </p:cNvPicPr>
          <p:nvPr/>
        </p:nvPicPr>
        <p:blipFill>
          <a:blip r:embed="rId3"/>
          <a:stretch>
            <a:fillRect/>
          </a:stretch>
        </p:blipFill>
        <p:spPr>
          <a:xfrm>
            <a:off x="5301811" y="1417639"/>
            <a:ext cx="5755669" cy="5170869"/>
          </a:xfrm>
          <a:prstGeom prst="rect">
            <a:avLst/>
          </a:prstGeom>
        </p:spPr>
      </p:pic>
    </p:spTree>
    <p:extLst>
      <p:ext uri="{BB962C8B-B14F-4D97-AF65-F5344CB8AC3E}">
        <p14:creationId xmlns:p14="http://schemas.microsoft.com/office/powerpoint/2010/main" val="2190926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A1754DF-BFD9-6CEE-E187-3DBD4CC7BD2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A755E8-EC21-6A3B-4AEA-55AE3AF2094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C44C505-90AC-FBB6-6CD8-D72DCB65D92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E3507CCC-E28A-A9EF-7C54-FE287DD592AF}"/>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12</a:t>
            </a:fld>
            <a:endParaRPr dirty="0"/>
          </a:p>
        </p:txBody>
      </p:sp>
      <p:sp>
        <p:nvSpPr>
          <p:cNvPr id="16" name="Google Shape;1616;p55">
            <a:extLst>
              <a:ext uri="{FF2B5EF4-FFF2-40B4-BE49-F238E27FC236}">
                <a16:creationId xmlns:a16="http://schemas.microsoft.com/office/drawing/2014/main" id="{AFFFE766-17F6-D669-4B6B-5FC7ED4069D7}"/>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kern="0" dirty="0">
                <a:solidFill>
                  <a:srgbClr val="000000"/>
                </a:solidFill>
              </a:rPr>
              <a:t>YANG-Push</a:t>
            </a:r>
            <a:br>
              <a:rPr lang="de-CH" sz="5333" kern="0" dirty="0">
                <a:solidFill>
                  <a:srgbClr val="000000"/>
                </a:solidFill>
              </a:rPr>
            </a:br>
            <a:r>
              <a:rPr lang="de-CH" sz="2667" kern="0" dirty="0">
                <a:solidFill>
                  <a:srgbClr val="AEABAB"/>
                </a:solidFill>
              </a:rPr>
              <a:t>IETF </a:t>
            </a:r>
            <a:r>
              <a:rPr lang="de-CH" sz="2667" dirty="0">
                <a:solidFill>
                  <a:srgbClr val="AEABAB"/>
                </a:solidFill>
              </a:rPr>
              <a:t>126 Publisher Implementation </a:t>
            </a:r>
            <a:r>
              <a:rPr lang="de-CH" sz="2667" kern="0" dirty="0">
                <a:solidFill>
                  <a:srgbClr val="AEABAB"/>
                </a:solidFill>
              </a:rPr>
              <a:t>Status</a:t>
            </a:r>
          </a:p>
        </p:txBody>
      </p:sp>
      <p:graphicFrame>
        <p:nvGraphicFramePr>
          <p:cNvPr id="17" name="Google Shape;1617;p55">
            <a:extLst>
              <a:ext uri="{FF2B5EF4-FFF2-40B4-BE49-F238E27FC236}">
                <a16:creationId xmlns:a16="http://schemas.microsoft.com/office/drawing/2014/main" id="{5ECCBFC6-73D0-E6BC-CB73-B40DF9A7AED2}"/>
              </a:ext>
            </a:extLst>
          </p:cNvPr>
          <p:cNvGraphicFramePr/>
          <p:nvPr>
            <p:extLst>
              <p:ext uri="{D42A27DB-BD31-4B8C-83A1-F6EECF244321}">
                <p14:modId xmlns:p14="http://schemas.microsoft.com/office/powerpoint/2010/main" val="3741259214"/>
              </p:ext>
            </p:extLst>
          </p:nvPr>
        </p:nvGraphicFramePr>
        <p:xfrm>
          <a:off x="815424" y="1370031"/>
          <a:ext cx="8662106" cy="4601096"/>
        </p:xfrm>
        <a:graphic>
          <a:graphicData uri="http://schemas.openxmlformats.org/drawingml/2006/table">
            <a:tbl>
              <a:tblPr>
                <a:noFill/>
              </a:tblPr>
              <a:tblGrid>
                <a:gridCol w="4061567">
                  <a:extLst>
                    <a:ext uri="{9D8B030D-6E8A-4147-A177-3AD203B41FA5}">
                      <a16:colId xmlns:a16="http://schemas.microsoft.com/office/drawing/2014/main" val="20000"/>
                    </a:ext>
                  </a:extLst>
                </a:gridCol>
                <a:gridCol w="785305">
                  <a:extLst>
                    <a:ext uri="{9D8B030D-6E8A-4147-A177-3AD203B41FA5}">
                      <a16:colId xmlns:a16="http://schemas.microsoft.com/office/drawing/2014/main" val="20001"/>
                    </a:ext>
                  </a:extLst>
                </a:gridCol>
                <a:gridCol w="821796">
                  <a:extLst>
                    <a:ext uri="{9D8B030D-6E8A-4147-A177-3AD203B41FA5}">
                      <a16:colId xmlns:a16="http://schemas.microsoft.com/office/drawing/2014/main" val="20002"/>
                    </a:ext>
                  </a:extLst>
                </a:gridCol>
                <a:gridCol w="821796">
                  <a:extLst>
                    <a:ext uri="{9D8B030D-6E8A-4147-A177-3AD203B41FA5}">
                      <a16:colId xmlns:a16="http://schemas.microsoft.com/office/drawing/2014/main" val="3717512912"/>
                    </a:ext>
                  </a:extLst>
                </a:gridCol>
                <a:gridCol w="732388">
                  <a:extLst>
                    <a:ext uri="{9D8B030D-6E8A-4147-A177-3AD203B41FA5}">
                      <a16:colId xmlns:a16="http://schemas.microsoft.com/office/drawing/2014/main" val="20003"/>
                    </a:ext>
                  </a:extLst>
                </a:gridCol>
                <a:gridCol w="713337">
                  <a:extLst>
                    <a:ext uri="{9D8B030D-6E8A-4147-A177-3AD203B41FA5}">
                      <a16:colId xmlns:a16="http://schemas.microsoft.com/office/drawing/2014/main" val="273656328"/>
                    </a:ext>
                  </a:extLst>
                </a:gridCol>
                <a:gridCol w="725917">
                  <a:extLst>
                    <a:ext uri="{9D8B030D-6E8A-4147-A177-3AD203B41FA5}">
                      <a16:colId xmlns:a16="http://schemas.microsoft.com/office/drawing/2014/main" val="20004"/>
                    </a:ext>
                  </a:extLst>
                </a:gridCol>
              </a:tblGrid>
              <a:tr h="577736">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i="0" u="none" strike="noStrike" cap="none" dirty="0">
                          <a:solidFill>
                            <a:srgbClr val="000000"/>
                          </a:solidFill>
                          <a:latin typeface="Calibri"/>
                          <a:ea typeface="Calibri"/>
                          <a:cs typeface="Calibri"/>
                          <a:sym typeface="Calibri"/>
                        </a:rPr>
                        <a:t>Open-Source</a:t>
                      </a:r>
                      <a:endParaRPr sz="1400" dirty="0"/>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8639 YANG-Push Subscription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8641 YANG-Push Notification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draft-ietf-netconf-udp-notif</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distributed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b="0" i="0" u="none" strike="noStrike" cap="none" dirty="0">
                          <a:solidFill>
                            <a:srgbClr val="000000"/>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notif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envelope</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notifications-versioning</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en" sz="1600" u="none" strike="noStrike" cap="none" dirty="0">
                          <a:solidFill>
                            <a:schemeClr val="dk1"/>
                          </a:solidFill>
                          <a:latin typeface="Calibri"/>
                          <a:ea typeface="Calibri"/>
                          <a:cs typeface="Calibri"/>
                          <a:sym typeface="Calibri"/>
                        </a:rPr>
                        <a:t>RFC 8525 YANG Library</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a:solidFill>
                            <a:schemeClr val="dk1"/>
                          </a:solidFill>
                          <a:latin typeface="Calibri"/>
                          <a:ea typeface="Calibri"/>
                          <a:cs typeface="Calibri"/>
                          <a:sym typeface="Calibri"/>
                        </a:rPr>
                        <a:t>draft-ietf-netconf-yang-library-augmentation</a:t>
                      </a:r>
                      <a:endParaRPr sz="160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RFC 9196 System and Notification 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tx1"/>
                          </a:solidFill>
                          <a:latin typeface="Calibri"/>
                          <a:ea typeface="Calibri"/>
                          <a:cs typeface="Calibri"/>
                          <a:sym typeface="Calibri"/>
                        </a:rPr>
                        <a:t>P</a:t>
                      </a: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draft-netana-netconf-yp-transport-capabilities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1"/>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kern="1200" cap="none" dirty="0">
                          <a:solidFill>
                            <a:schemeClr val="dk1"/>
                          </a:solidFill>
                          <a:latin typeface="Calibri"/>
                          <a:ea typeface="Calibri"/>
                          <a:cs typeface="Calibri"/>
                          <a:sym typeface="Calibri"/>
                        </a:rPr>
                        <a:t>RFC 9254 CBOR Named Identifiers</a:t>
                      </a:r>
                      <a:endParaRPr lang="en-US" sz="1600" u="none" strike="noStrike" kern="1200" cap="none" dirty="0">
                        <a:solidFill>
                          <a:schemeClr val="dk1"/>
                        </a:solidFill>
                        <a:latin typeface="Calibri"/>
                        <a:ea typeface="Calibri"/>
                        <a:cs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2399796846"/>
                  </a:ext>
                </a:extLst>
              </a:tr>
            </a:tbl>
          </a:graphicData>
        </a:graphic>
      </p:graphicFrame>
      <p:sp>
        <p:nvSpPr>
          <p:cNvPr id="18" name="Google Shape;1618;p55">
            <a:extLst>
              <a:ext uri="{FF2B5EF4-FFF2-40B4-BE49-F238E27FC236}">
                <a16:creationId xmlns:a16="http://schemas.microsoft.com/office/drawing/2014/main" id="{A350FCEA-6E80-6AEA-E88A-9B2A5E449AD1}"/>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125.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5A9D6B90-0053-C962-54DC-C5C0EDD4D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4283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529A6BF7-D5ED-B109-4A34-CA3A3637480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14971D-785A-BB4F-8B14-17C1A5D4CE4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545CE53-3265-1DD9-3C79-EEBD0A194FC1}"/>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3B879DA6-564A-7051-69F5-49C48C8B45F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13</a:t>
            </a:fld>
            <a:endParaRPr dirty="0"/>
          </a:p>
        </p:txBody>
      </p:sp>
      <p:sp>
        <p:nvSpPr>
          <p:cNvPr id="16" name="Google Shape;1616;p55">
            <a:extLst>
              <a:ext uri="{FF2B5EF4-FFF2-40B4-BE49-F238E27FC236}">
                <a16:creationId xmlns:a16="http://schemas.microsoft.com/office/drawing/2014/main" id="{AAB3B5A3-BA47-369D-3D2B-5283DC573BC2}"/>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Operational IETF/IEEE YANG</a:t>
            </a:r>
            <a:br>
              <a:rPr lang="de-CH" sz="5333" kern="0" dirty="0">
                <a:solidFill>
                  <a:srgbClr val="000000"/>
                </a:solidFill>
              </a:rPr>
            </a:br>
            <a:r>
              <a:rPr lang="de-CH" sz="2667" dirty="0">
                <a:solidFill>
                  <a:srgbClr val="AEABAB"/>
                </a:solidFill>
              </a:rPr>
              <a:t>IETF 126 Module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9B870C59-13A4-06EE-06E8-D7BBE5C3B479}"/>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D3895974-3045-C97E-ABDB-DB5597C979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A107FAE6-D7B4-1153-52E9-1B1F1A1D3AD2}"/>
              </a:ext>
            </a:extLst>
          </p:cNvPr>
          <p:cNvGraphicFramePr/>
          <p:nvPr>
            <p:extLst>
              <p:ext uri="{D42A27DB-BD31-4B8C-83A1-F6EECF244321}">
                <p14:modId xmlns:p14="http://schemas.microsoft.com/office/powerpoint/2010/main" val="570173676"/>
              </p:ext>
            </p:extLst>
          </p:nvPr>
        </p:nvGraphicFramePr>
        <p:xfrm>
          <a:off x="818716" y="1575375"/>
          <a:ext cx="8666205" cy="3862765"/>
        </p:xfrm>
        <a:graphic>
          <a:graphicData uri="http://schemas.openxmlformats.org/drawingml/2006/table">
            <a:tbl>
              <a:tblPr>
                <a:noFill/>
              </a:tblPr>
              <a:tblGrid>
                <a:gridCol w="4399005">
                  <a:extLst>
                    <a:ext uri="{9D8B030D-6E8A-4147-A177-3AD203B41FA5}">
                      <a16:colId xmlns:a16="http://schemas.microsoft.com/office/drawing/2014/main" val="20000"/>
                    </a:ext>
                  </a:extLst>
                </a:gridCol>
                <a:gridCol w="853440">
                  <a:extLst>
                    <a:ext uri="{9D8B030D-6E8A-4147-A177-3AD203B41FA5}">
                      <a16:colId xmlns:a16="http://schemas.microsoft.com/office/drawing/2014/main" val="20001"/>
                    </a:ext>
                  </a:extLst>
                </a:gridCol>
                <a:gridCol w="853440">
                  <a:extLst>
                    <a:ext uri="{9D8B030D-6E8A-4147-A177-3AD203B41FA5}">
                      <a16:colId xmlns:a16="http://schemas.microsoft.com/office/drawing/2014/main" val="20002"/>
                    </a:ext>
                  </a:extLst>
                </a:gridCol>
                <a:gridCol w="853440">
                  <a:extLst>
                    <a:ext uri="{9D8B030D-6E8A-4147-A177-3AD203B41FA5}">
                      <a16:colId xmlns:a16="http://schemas.microsoft.com/office/drawing/2014/main" val="3717512912"/>
                    </a:ext>
                  </a:extLst>
                </a:gridCol>
                <a:gridCol w="853440">
                  <a:extLst>
                    <a:ext uri="{9D8B030D-6E8A-4147-A177-3AD203B41FA5}">
                      <a16:colId xmlns:a16="http://schemas.microsoft.com/office/drawing/2014/main" val="20003"/>
                    </a:ext>
                  </a:extLst>
                </a:gridCol>
                <a:gridCol w="853440">
                  <a:extLst>
                    <a:ext uri="{9D8B030D-6E8A-4147-A177-3AD203B41FA5}">
                      <a16:colId xmlns:a16="http://schemas.microsoft.com/office/drawing/2014/main" val="273656328"/>
                    </a:ext>
                  </a:extLst>
                </a:gridCol>
              </a:tblGrid>
              <a:tr h="57092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ietf-interfaces.yang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ietf-hardware.yang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ietf-alarms.yang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cap="none" dirty="0">
                          <a:solidFill>
                            <a:schemeClr val="dk1"/>
                          </a:solidFill>
                          <a:latin typeface="Calibri"/>
                          <a:ea typeface="Calibri"/>
                          <a:cs typeface="Calibri"/>
                          <a:sym typeface="Calibri"/>
                        </a:rPr>
                        <a:t>ieee802-dot1ab-lldp.yang (inventory and state)</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a:solidFill>
                            <a:schemeClr val="dk1"/>
                          </a:solidFill>
                          <a:latin typeface="Calibri"/>
                          <a:ea typeface="Calibri"/>
                          <a:cs typeface="Calibri"/>
                          <a:sym typeface="Calibri"/>
                        </a:rPr>
                        <a:t>ieee802-dot1ax.yang (inventory, state and statistic)</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err="1">
                          <a:solidFill>
                            <a:schemeClr val="dk1"/>
                          </a:solidFill>
                          <a:latin typeface="Calibri"/>
                          <a:ea typeface="Calibri"/>
                          <a:cs typeface="Calibri"/>
                          <a:sym typeface="Calibri"/>
                        </a:rPr>
                        <a:t>ietf-bfd-ip-sh.yang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de-CH" sz="1600" u="none" strike="noStrike" cap="none" dirty="0" err="1">
                          <a:solidFill>
                            <a:schemeClr val="dk1"/>
                          </a:solidFill>
                          <a:latin typeface="Calibri"/>
                          <a:ea typeface="Calibri"/>
                          <a:cs typeface="Calibri"/>
                          <a:sym typeface="Calibri"/>
                        </a:rPr>
                        <a:t>ietf-bfd-ip-mh.yang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ietf-bfd-lag.yang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ietf-isis.yang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62681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DFCFF128-52DD-5EE6-E9D5-2405CFC8EC6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27CFBD74-4EA0-E433-223E-AD917E08328A}"/>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Receiver - NetGauze</a:t>
            </a:r>
            <a:r>
              <a:rPr lang="de-CH" sz="4533" dirty="0"/>
              <a:t>™</a:t>
            </a:r>
            <a:endParaRPr sz="4533" dirty="0"/>
          </a:p>
        </p:txBody>
      </p:sp>
      <p:sp>
        <p:nvSpPr>
          <p:cNvPr id="2" name="Rectangle 1">
            <a:extLst>
              <a:ext uri="{FF2B5EF4-FFF2-40B4-BE49-F238E27FC236}">
                <a16:creationId xmlns:a16="http://schemas.microsoft.com/office/drawing/2014/main" id="{DCF7D465-8606-D6D9-FAEE-BC04F971DA3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5FCD727-AF26-910D-A823-293A18EBA0D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502DE7AF-74A2-8F14-3643-BFC57065B61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14</a:t>
            </a:fld>
            <a:endParaRPr dirty="0"/>
          </a:p>
        </p:txBody>
      </p:sp>
      <p:sp>
        <p:nvSpPr>
          <p:cNvPr id="11" name="Google Shape;1522;p45">
            <a:extLst>
              <a:ext uri="{FF2B5EF4-FFF2-40B4-BE49-F238E27FC236}">
                <a16:creationId xmlns:a16="http://schemas.microsoft.com/office/drawing/2014/main" id="{54D5064D-5A04-675C-5DD9-B67AABA32901}"/>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Describes how NetGauze organizes and caches YANG modules for a set of YANG-Push Subscriptions with the same YANG schema tree.</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Includes generated YANG library and YANG-Push Subscription metadata.</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Generates unique cache contend-id. Same principle as with YANG library contend-id on YANG-Push Publisher.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Repository examples with two sets of YANG-Push Subscriptions in two tar.gz files.</a:t>
            </a:r>
          </a:p>
        </p:txBody>
      </p:sp>
      <p:pic>
        <p:nvPicPr>
          <p:cNvPr id="6" name="Picture 5">
            <a:extLst>
              <a:ext uri="{FF2B5EF4-FFF2-40B4-BE49-F238E27FC236}">
                <a16:creationId xmlns:a16="http://schemas.microsoft.com/office/drawing/2014/main" id="{937160BC-75EA-3DD5-CACE-A761F4640C98}"/>
              </a:ext>
            </a:extLst>
          </p:cNvPr>
          <p:cNvPicPr>
            <a:picLocks noChangeAspect="1"/>
          </p:cNvPicPr>
          <p:nvPr/>
        </p:nvPicPr>
        <p:blipFill>
          <a:blip r:embed="rId3"/>
          <a:stretch>
            <a:fillRect/>
          </a:stretch>
        </p:blipFill>
        <p:spPr>
          <a:xfrm>
            <a:off x="5839691" y="1551389"/>
            <a:ext cx="5043030" cy="4914010"/>
          </a:xfrm>
          <a:prstGeom prst="rect">
            <a:avLst/>
          </a:prstGeom>
        </p:spPr>
      </p:pic>
    </p:spTree>
    <p:extLst>
      <p:ext uri="{BB962C8B-B14F-4D97-AF65-F5344CB8AC3E}">
        <p14:creationId xmlns:p14="http://schemas.microsoft.com/office/powerpoint/2010/main" val="4275233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6B82161-D7CA-8B63-3200-F8938FBD2E8B}"/>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69E392E2-1979-4812-9FFD-6F95CAE1D62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 Schema Registry</a:t>
            </a:r>
            <a:endParaRPr sz="4533" dirty="0"/>
          </a:p>
        </p:txBody>
      </p:sp>
      <p:sp>
        <p:nvSpPr>
          <p:cNvPr id="2" name="Rectangle 1">
            <a:extLst>
              <a:ext uri="{FF2B5EF4-FFF2-40B4-BE49-F238E27FC236}">
                <a16:creationId xmlns:a16="http://schemas.microsoft.com/office/drawing/2014/main" id="{53C27686-A5FA-36C2-8E32-0C823FEFD6A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1905C223-16C8-A137-3C24-15B5794E9014}"/>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435178AB-518B-0D86-B7C9-C1A034E32FDE}"/>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15</a:t>
            </a:fld>
            <a:endParaRPr dirty="0"/>
          </a:p>
        </p:txBody>
      </p:sp>
      <p:sp>
        <p:nvSpPr>
          <p:cNvPr id="11" name="Google Shape;1522;p45">
            <a:extLst>
              <a:ext uri="{FF2B5EF4-FFF2-40B4-BE49-F238E27FC236}">
                <a16:creationId xmlns:a16="http://schemas.microsoft.com/office/drawing/2014/main" id="{46CA42F8-ECFF-0635-0F45-DA1FBB5162C5}"/>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Examples two YANG schema trees registgered as schema id 516 and 527.</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Shows ietf-telemetry-message as the top YANG module and its references.</a:t>
            </a:r>
          </a:p>
        </p:txBody>
      </p:sp>
      <p:pic>
        <p:nvPicPr>
          <p:cNvPr id="5" name="Picture 4">
            <a:extLst>
              <a:ext uri="{FF2B5EF4-FFF2-40B4-BE49-F238E27FC236}">
                <a16:creationId xmlns:a16="http://schemas.microsoft.com/office/drawing/2014/main" id="{B4A06CD7-ABAB-DE76-FB96-F95A17C94158}"/>
              </a:ext>
            </a:extLst>
          </p:cNvPr>
          <p:cNvPicPr>
            <a:picLocks noChangeAspect="1"/>
          </p:cNvPicPr>
          <p:nvPr/>
        </p:nvPicPr>
        <p:blipFill>
          <a:blip r:embed="rId3"/>
          <a:stretch>
            <a:fillRect/>
          </a:stretch>
        </p:blipFill>
        <p:spPr>
          <a:xfrm>
            <a:off x="6180839" y="1692277"/>
            <a:ext cx="4964361" cy="3323870"/>
          </a:xfrm>
          <a:prstGeom prst="rect">
            <a:avLst/>
          </a:prstGeom>
        </p:spPr>
      </p:pic>
      <p:pic>
        <p:nvPicPr>
          <p:cNvPr id="9" name="Picture 8">
            <a:extLst>
              <a:ext uri="{FF2B5EF4-FFF2-40B4-BE49-F238E27FC236}">
                <a16:creationId xmlns:a16="http://schemas.microsoft.com/office/drawing/2014/main" id="{BB38F414-1E18-7D50-5889-85699FBB8F70}"/>
              </a:ext>
            </a:extLst>
          </p:cNvPr>
          <p:cNvPicPr>
            <a:picLocks noChangeAspect="1"/>
          </p:cNvPicPr>
          <p:nvPr/>
        </p:nvPicPr>
        <p:blipFill>
          <a:blip r:embed="rId4"/>
          <a:stretch>
            <a:fillRect/>
          </a:stretch>
        </p:blipFill>
        <p:spPr>
          <a:xfrm>
            <a:off x="781363" y="3130937"/>
            <a:ext cx="5248650" cy="3133318"/>
          </a:xfrm>
          <a:prstGeom prst="rect">
            <a:avLst/>
          </a:prstGeom>
        </p:spPr>
      </p:pic>
    </p:spTree>
    <p:extLst>
      <p:ext uri="{BB962C8B-B14F-4D97-AF65-F5344CB8AC3E}">
        <p14:creationId xmlns:p14="http://schemas.microsoft.com/office/powerpoint/2010/main" val="5158908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EC29A11C-E4DC-92CB-3D01-DEEC0E20230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1758EF1A-4DAD-DC84-9418-5B9299646425}"/>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Producer - NetGauze</a:t>
            </a:r>
            <a:r>
              <a:rPr lang="de-CH" sz="4533" dirty="0"/>
              <a:t>™</a:t>
            </a:r>
            <a:endParaRPr sz="4533" dirty="0"/>
          </a:p>
        </p:txBody>
      </p:sp>
      <p:sp>
        <p:nvSpPr>
          <p:cNvPr id="2" name="Rectangle 1">
            <a:extLst>
              <a:ext uri="{FF2B5EF4-FFF2-40B4-BE49-F238E27FC236}">
                <a16:creationId xmlns:a16="http://schemas.microsoft.com/office/drawing/2014/main" id="{296B7179-412B-D635-F7E8-C7522FB2575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AF6A702-D8CC-1F7F-6600-D8A873E3FBD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0B6F508-346B-5924-726F-F92DE20FE3D8}"/>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16</a:t>
            </a:fld>
            <a:endParaRPr dirty="0"/>
          </a:p>
        </p:txBody>
      </p:sp>
      <p:sp>
        <p:nvSpPr>
          <p:cNvPr id="11" name="Google Shape;1522;p45">
            <a:extLst>
              <a:ext uri="{FF2B5EF4-FFF2-40B4-BE49-F238E27FC236}">
                <a16:creationId xmlns:a16="http://schemas.microsoft.com/office/drawing/2014/main" id="{D31072DB-7FB0-340E-5178-515B5506C20F}"/>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Shows in tracelogs how NetGauze maps YANG cache contend-id to YANG schema-id.</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Troubleshooting can be performed with notificication sequence number per Message Broker telemetry message.</a:t>
            </a:r>
          </a:p>
        </p:txBody>
      </p:sp>
      <p:pic>
        <p:nvPicPr>
          <p:cNvPr id="6" name="Picture 5">
            <a:extLst>
              <a:ext uri="{FF2B5EF4-FFF2-40B4-BE49-F238E27FC236}">
                <a16:creationId xmlns:a16="http://schemas.microsoft.com/office/drawing/2014/main" id="{B25C9AFC-422A-6D3A-EB67-100632352EBF}"/>
              </a:ext>
            </a:extLst>
          </p:cNvPr>
          <p:cNvPicPr>
            <a:picLocks noChangeAspect="1"/>
          </p:cNvPicPr>
          <p:nvPr/>
        </p:nvPicPr>
        <p:blipFill>
          <a:blip r:embed="rId3"/>
          <a:stretch>
            <a:fillRect/>
          </a:stretch>
        </p:blipFill>
        <p:spPr>
          <a:xfrm>
            <a:off x="4798105" y="1692277"/>
            <a:ext cx="6313097" cy="4694180"/>
          </a:xfrm>
          <a:prstGeom prst="rect">
            <a:avLst/>
          </a:prstGeom>
        </p:spPr>
      </p:pic>
    </p:spTree>
    <p:extLst>
      <p:ext uri="{BB962C8B-B14F-4D97-AF65-F5344CB8AC3E}">
        <p14:creationId xmlns:p14="http://schemas.microsoft.com/office/powerpoint/2010/main" val="2351035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2EE0297-9989-FC9A-8B19-47FCCEDABBF8}"/>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8D4264D9-F631-65B2-A1D5-499EA3E0D471}"/>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Consumer – NetGauze</a:t>
            </a:r>
            <a:r>
              <a:rPr lang="de-CH" sz="4533" dirty="0"/>
              <a:t>™</a:t>
            </a:r>
            <a:r>
              <a:rPr lang="en" sz="4533" dirty="0"/>
              <a:t> (1)</a:t>
            </a:r>
            <a:endParaRPr sz="4533" dirty="0"/>
          </a:p>
        </p:txBody>
      </p:sp>
      <p:sp>
        <p:nvSpPr>
          <p:cNvPr id="2" name="Rectangle 1">
            <a:extLst>
              <a:ext uri="{FF2B5EF4-FFF2-40B4-BE49-F238E27FC236}">
                <a16:creationId xmlns:a16="http://schemas.microsoft.com/office/drawing/2014/main" id="{7538574E-488F-695A-D153-293AD789936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BD46D6B-A37B-6C1B-E30F-4DCD0A620B5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CEF546B-C37E-BA2B-21EC-C01FAC75EDF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17</a:t>
            </a:fld>
            <a:endParaRPr dirty="0"/>
          </a:p>
        </p:txBody>
      </p:sp>
      <p:sp>
        <p:nvSpPr>
          <p:cNvPr id="11" name="Google Shape;1522;p45">
            <a:extLst>
              <a:ext uri="{FF2B5EF4-FFF2-40B4-BE49-F238E27FC236}">
                <a16:creationId xmlns:a16="http://schemas.microsoft.com/office/drawing/2014/main" id="{23828BA4-999F-A457-43A5-F33F10914959}"/>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NetGauze organizes and caches YANG modules for a set of YANG-Push Subscriptions with the same YANG schema tree with schema-id.</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Includes generated YANG library.</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Repository examples with two sets of YANG-Push Subscriptions in two tar.gz files.</a:t>
            </a:r>
          </a:p>
        </p:txBody>
      </p:sp>
      <p:pic>
        <p:nvPicPr>
          <p:cNvPr id="5" name="Picture 4">
            <a:extLst>
              <a:ext uri="{FF2B5EF4-FFF2-40B4-BE49-F238E27FC236}">
                <a16:creationId xmlns:a16="http://schemas.microsoft.com/office/drawing/2014/main" id="{D9FE91E3-71A4-7383-E1C4-31301AA51285}"/>
              </a:ext>
            </a:extLst>
          </p:cNvPr>
          <p:cNvPicPr>
            <a:picLocks noChangeAspect="1"/>
          </p:cNvPicPr>
          <p:nvPr/>
        </p:nvPicPr>
        <p:blipFill>
          <a:blip r:embed="rId3"/>
          <a:stretch>
            <a:fillRect/>
          </a:stretch>
        </p:blipFill>
        <p:spPr>
          <a:xfrm>
            <a:off x="4711240" y="1771407"/>
            <a:ext cx="6599946" cy="3865418"/>
          </a:xfrm>
          <a:prstGeom prst="rect">
            <a:avLst/>
          </a:prstGeom>
        </p:spPr>
      </p:pic>
    </p:spTree>
    <p:extLst>
      <p:ext uri="{BB962C8B-B14F-4D97-AF65-F5344CB8AC3E}">
        <p14:creationId xmlns:p14="http://schemas.microsoft.com/office/powerpoint/2010/main" val="4179087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6142FEA4-BCF5-370A-3483-8334A7DC8E4E}"/>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D881107-FC26-236F-51AA-99B7D6A89FD9}"/>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Consumer – NetGauze</a:t>
            </a:r>
            <a:r>
              <a:rPr lang="de-CH" sz="4533" dirty="0"/>
              <a:t>™</a:t>
            </a:r>
            <a:r>
              <a:rPr lang="en" sz="4533" dirty="0"/>
              <a:t> (2)</a:t>
            </a:r>
            <a:endParaRPr sz="4533" dirty="0"/>
          </a:p>
        </p:txBody>
      </p:sp>
      <p:sp>
        <p:nvSpPr>
          <p:cNvPr id="2" name="Rectangle 1">
            <a:extLst>
              <a:ext uri="{FF2B5EF4-FFF2-40B4-BE49-F238E27FC236}">
                <a16:creationId xmlns:a16="http://schemas.microsoft.com/office/drawing/2014/main" id="{90534E91-262F-E29A-0A62-87D9276ABC30}"/>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BB6E43F-B2EA-E7B2-51C5-11BE6F063892}"/>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4C6FDD9C-CE7F-6446-DA5F-A75D00E5737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18</a:t>
            </a:fld>
            <a:endParaRPr dirty="0"/>
          </a:p>
        </p:txBody>
      </p:sp>
      <p:sp>
        <p:nvSpPr>
          <p:cNvPr id="11" name="Google Shape;1522;p45">
            <a:extLst>
              <a:ext uri="{FF2B5EF4-FFF2-40B4-BE49-F238E27FC236}">
                <a16:creationId xmlns:a16="http://schemas.microsoft.com/office/drawing/2014/main" id="{9FD05F93-0418-A95F-FD17-9BF15955170B}"/>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Shows in tracelogs which Message Broker telemetry message, kafka offset, and notificication sequence number passed YANG schema validation or not.</a:t>
            </a:r>
          </a:p>
        </p:txBody>
      </p:sp>
      <p:pic>
        <p:nvPicPr>
          <p:cNvPr id="9" name="Picture 8">
            <a:extLst>
              <a:ext uri="{FF2B5EF4-FFF2-40B4-BE49-F238E27FC236}">
                <a16:creationId xmlns:a16="http://schemas.microsoft.com/office/drawing/2014/main" id="{C12EC50A-F8EB-58DE-C318-DA81F10E3E94}"/>
              </a:ext>
            </a:extLst>
          </p:cNvPr>
          <p:cNvPicPr>
            <a:picLocks noChangeAspect="1"/>
          </p:cNvPicPr>
          <p:nvPr/>
        </p:nvPicPr>
        <p:blipFill>
          <a:blip r:embed="rId3"/>
          <a:stretch>
            <a:fillRect/>
          </a:stretch>
        </p:blipFill>
        <p:spPr>
          <a:xfrm>
            <a:off x="4756637" y="1797784"/>
            <a:ext cx="6229025" cy="3961177"/>
          </a:xfrm>
          <a:prstGeom prst="rect">
            <a:avLst/>
          </a:prstGeom>
        </p:spPr>
      </p:pic>
    </p:spTree>
    <p:extLst>
      <p:ext uri="{BB962C8B-B14F-4D97-AF65-F5344CB8AC3E}">
        <p14:creationId xmlns:p14="http://schemas.microsoft.com/office/powerpoint/2010/main" val="27789859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8C7286C-A9A1-4E76-AD48-2673C61113E9}"/>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49DB6F02-E0BB-A29E-F028-DC4EA2F8FB1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(1)</a:t>
            </a:r>
            <a:endParaRPr sz="4533" dirty="0"/>
          </a:p>
        </p:txBody>
      </p:sp>
      <p:sp>
        <p:nvSpPr>
          <p:cNvPr id="2" name="Rectangle 1">
            <a:extLst>
              <a:ext uri="{FF2B5EF4-FFF2-40B4-BE49-F238E27FC236}">
                <a16:creationId xmlns:a16="http://schemas.microsoft.com/office/drawing/2014/main" id="{F2749560-2E17-BB63-D897-E5D4D83B263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B410CF7E-CB8B-5FB6-4B51-0A55BFBD867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99BE356F-6A9B-1323-FA07-2648D2B9839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19</a:t>
            </a:fld>
            <a:endParaRPr dirty="0"/>
          </a:p>
        </p:txBody>
      </p:sp>
      <p:sp>
        <p:nvSpPr>
          <p:cNvPr id="11" name="Google Shape;1522;p45">
            <a:extLst>
              <a:ext uri="{FF2B5EF4-FFF2-40B4-BE49-F238E27FC236}">
                <a16:creationId xmlns:a16="http://schemas.microsoft.com/office/drawing/2014/main" id="{BB8D74FA-BFBD-F2E9-6933-639CEAC7EEE1}"/>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organizes and caches YANG modules for a set of YANG-Push Subscriptions with the same YANG schema tree with schema-id.</a:t>
            </a:r>
          </a:p>
        </p:txBody>
      </p:sp>
      <p:pic>
        <p:nvPicPr>
          <p:cNvPr id="5" name="Picture 4">
            <a:extLst>
              <a:ext uri="{FF2B5EF4-FFF2-40B4-BE49-F238E27FC236}">
                <a16:creationId xmlns:a16="http://schemas.microsoft.com/office/drawing/2014/main" id="{24063684-A278-0958-C0CB-E466E0829D5B}"/>
              </a:ext>
            </a:extLst>
          </p:cNvPr>
          <p:cNvPicPr>
            <a:picLocks noChangeAspect="1"/>
          </p:cNvPicPr>
          <p:nvPr/>
        </p:nvPicPr>
        <p:blipFill>
          <a:blip r:embed="rId3"/>
          <a:stretch>
            <a:fillRect/>
          </a:stretch>
        </p:blipFill>
        <p:spPr>
          <a:xfrm>
            <a:off x="4747845" y="1802406"/>
            <a:ext cx="6368393" cy="3569693"/>
          </a:xfrm>
          <a:prstGeom prst="rect">
            <a:avLst/>
          </a:prstGeom>
        </p:spPr>
      </p:pic>
    </p:spTree>
    <p:extLst>
      <p:ext uri="{BB962C8B-B14F-4D97-AF65-F5344CB8AC3E}">
        <p14:creationId xmlns:p14="http://schemas.microsoft.com/office/powerpoint/2010/main" val="2755856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7AB91C0-9FD2-05F7-3612-8AA17FBB9834}"/>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D1544C04-1AC7-CF90-0AE0-B58E7BB9BDA5}"/>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(2)</a:t>
            </a:r>
            <a:endParaRPr sz="4533" dirty="0"/>
          </a:p>
        </p:txBody>
      </p:sp>
      <p:sp>
        <p:nvSpPr>
          <p:cNvPr id="2" name="Rectangle 1">
            <a:extLst>
              <a:ext uri="{FF2B5EF4-FFF2-40B4-BE49-F238E27FC236}">
                <a16:creationId xmlns:a16="http://schemas.microsoft.com/office/drawing/2014/main" id="{2E0B6654-E698-6362-3E6D-0B5D7CE4F10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D841B3A-330E-463B-AC17-A821C00FCCA4}"/>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345A0DD1-C1D6-6071-B7E4-8368A744E33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20</a:t>
            </a:fld>
            <a:endParaRPr dirty="0"/>
          </a:p>
        </p:txBody>
      </p:sp>
      <p:sp>
        <p:nvSpPr>
          <p:cNvPr id="11" name="Google Shape;1522;p45">
            <a:extLst>
              <a:ext uri="{FF2B5EF4-FFF2-40B4-BE49-F238E27FC236}">
                <a16:creationId xmlns:a16="http://schemas.microsoft.com/office/drawing/2014/main" id="{3F46F3E3-83EF-04BF-B560-596E9BBFBF26}"/>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validates Message Broker telemetry messages against YANG schema tree.</a:t>
            </a:r>
          </a:p>
        </p:txBody>
      </p:sp>
      <p:pic>
        <p:nvPicPr>
          <p:cNvPr id="6" name="Picture 5">
            <a:extLst>
              <a:ext uri="{FF2B5EF4-FFF2-40B4-BE49-F238E27FC236}">
                <a16:creationId xmlns:a16="http://schemas.microsoft.com/office/drawing/2014/main" id="{1CF1BE92-C1E4-757C-B5C4-4A5CF38A24A4}"/>
              </a:ext>
            </a:extLst>
          </p:cNvPr>
          <p:cNvPicPr>
            <a:picLocks noChangeAspect="1"/>
          </p:cNvPicPr>
          <p:nvPr/>
        </p:nvPicPr>
        <p:blipFill>
          <a:blip r:embed="rId3"/>
          <a:stretch>
            <a:fillRect/>
          </a:stretch>
        </p:blipFill>
        <p:spPr>
          <a:xfrm>
            <a:off x="4572000" y="1795070"/>
            <a:ext cx="6736707" cy="4685499"/>
          </a:xfrm>
          <a:prstGeom prst="rect">
            <a:avLst/>
          </a:prstGeom>
        </p:spPr>
      </p:pic>
    </p:spTree>
    <p:extLst>
      <p:ext uri="{BB962C8B-B14F-4D97-AF65-F5344CB8AC3E}">
        <p14:creationId xmlns:p14="http://schemas.microsoft.com/office/powerpoint/2010/main" val="16530969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678D46F1-2732-B130-ECD8-045B2D490577}"/>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21E9A0B8-885F-2415-D89A-154D5E56C7A8}"/>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(3)</a:t>
            </a:r>
            <a:endParaRPr sz="4533" dirty="0"/>
          </a:p>
        </p:txBody>
      </p:sp>
      <p:sp>
        <p:nvSpPr>
          <p:cNvPr id="2" name="Rectangle 1">
            <a:extLst>
              <a:ext uri="{FF2B5EF4-FFF2-40B4-BE49-F238E27FC236}">
                <a16:creationId xmlns:a16="http://schemas.microsoft.com/office/drawing/2014/main" id="{B896779F-DA46-9495-3BC6-80D98705D8C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08BBB776-CFB6-1322-DF04-9AD576B6F60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3B6B746-7AC9-6D63-2E28-85F3A6A359F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21</a:t>
            </a:fld>
            <a:endParaRPr dirty="0"/>
          </a:p>
        </p:txBody>
      </p:sp>
      <p:sp>
        <p:nvSpPr>
          <p:cNvPr id="11" name="Google Shape;1522;p45">
            <a:extLst>
              <a:ext uri="{FF2B5EF4-FFF2-40B4-BE49-F238E27FC236}">
                <a16:creationId xmlns:a16="http://schemas.microsoft.com/office/drawing/2014/main" id="{C6FF514F-20C3-6A3F-E3AB-F5ECF0B88082}"/>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YANG structure (</a:t>
            </a:r>
            <a:r>
              <a:rPr lang="en" sz="1600" dirty="0">
                <a:ea typeface="Calibri"/>
                <a:cs typeface="Calibri"/>
                <a:sym typeface="Calibri"/>
                <a:hlinkClick r:id="rId3"/>
              </a:rPr>
              <a:t>RFC 8791</a:t>
            </a:r>
            <a:r>
              <a:rPr lang="en" sz="1600" dirty="0">
                <a:ea typeface="Calibri"/>
                <a:cs typeface="Calibri"/>
                <a:sym typeface="Calibri"/>
              </a:rPr>
              <a:t>) support has been merged with </a:t>
            </a:r>
            <a:r>
              <a:rPr lang="en" sz="1600" dirty="0">
                <a:ea typeface="Calibri"/>
                <a:cs typeface="Calibri"/>
                <a:sym typeface="Calibri"/>
                <a:hlinkClick r:id="rId4"/>
              </a:rPr>
              <a:t>PR 41 </a:t>
            </a:r>
            <a:r>
              <a:rPr lang="en" sz="1600" dirty="0">
                <a:ea typeface="Calibri"/>
                <a:cs typeface="Calibri"/>
                <a:sym typeface="Calibri"/>
              </a:rPr>
              <a:t>to yangkit.</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YANG anydata validation (</a:t>
            </a:r>
            <a:r>
              <a:rPr lang="de-CH" sz="1600" dirty="0">
                <a:ea typeface="Calibri"/>
                <a:cs typeface="Calibri"/>
                <a:sym typeface="Calibri"/>
                <a:hlinkClick r:id="rId5"/>
              </a:rPr>
              <a:t>draft-</a:t>
            </a:r>
            <a:r>
              <a:rPr lang="de-CH" sz="1600" dirty="0" err="1">
                <a:ea typeface="Calibri"/>
                <a:cs typeface="Calibri"/>
                <a:sym typeface="Calibri"/>
                <a:hlinkClick r:id="rId5"/>
              </a:rPr>
              <a:t>ietf</a:t>
            </a:r>
            <a:r>
              <a:rPr lang="de-CH" sz="1600" dirty="0">
                <a:ea typeface="Calibri"/>
                <a:cs typeface="Calibri"/>
                <a:sym typeface="Calibri"/>
                <a:hlinkClick r:id="rId5"/>
              </a:rPr>
              <a:t>-</a:t>
            </a:r>
            <a:r>
              <a:rPr lang="de-CH" sz="1600" dirty="0" err="1">
                <a:ea typeface="Calibri"/>
                <a:cs typeface="Calibri"/>
                <a:sym typeface="Calibri"/>
                <a:hlinkClick r:id="rId5"/>
              </a:rPr>
              <a:t>netmod</a:t>
            </a:r>
            <a:r>
              <a:rPr lang="de-CH" sz="1600" dirty="0">
                <a:ea typeface="Calibri"/>
                <a:cs typeface="Calibri"/>
                <a:sym typeface="Calibri"/>
                <a:hlinkClick r:id="rId5"/>
              </a:rPr>
              <a:t>-</a:t>
            </a:r>
            <a:r>
              <a:rPr lang="de-CH" sz="1600" dirty="0" err="1">
                <a:ea typeface="Calibri"/>
                <a:cs typeface="Calibri"/>
                <a:sym typeface="Calibri"/>
                <a:hlinkClick r:id="rId5"/>
              </a:rPr>
              <a:t>yang</a:t>
            </a:r>
            <a:r>
              <a:rPr lang="de-CH" sz="1600" dirty="0">
                <a:ea typeface="Calibri"/>
                <a:cs typeface="Calibri"/>
                <a:sym typeface="Calibri"/>
                <a:hlinkClick r:id="rId5"/>
              </a:rPr>
              <a:t>-</a:t>
            </a:r>
            <a:r>
              <a:rPr lang="de-CH" sz="1600" dirty="0" err="1">
                <a:ea typeface="Calibri"/>
                <a:cs typeface="Calibri"/>
                <a:sym typeface="Calibri"/>
                <a:hlinkClick r:id="rId5"/>
              </a:rPr>
              <a:t>anydata</a:t>
            </a:r>
            <a:r>
              <a:rPr lang="de-CH" sz="1600" dirty="0">
                <a:ea typeface="Calibri"/>
                <a:cs typeface="Calibri"/>
                <a:sym typeface="Calibri"/>
                <a:hlinkClick r:id="rId5"/>
              </a:rPr>
              <a:t>-validation</a:t>
            </a:r>
            <a:r>
              <a:rPr lang="en" sz="1600" dirty="0">
                <a:ea typeface="Calibri"/>
                <a:cs typeface="Calibri"/>
                <a:sym typeface="Calibri"/>
              </a:rPr>
              <a:t>) is noted as impediment for next IETF 126 hackathon.</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validates Message Broker telemetry messages against YANG schema tree.</a:t>
            </a:r>
          </a:p>
        </p:txBody>
      </p:sp>
      <p:pic>
        <p:nvPicPr>
          <p:cNvPr id="12" name="Picture 11">
            <a:extLst>
              <a:ext uri="{FF2B5EF4-FFF2-40B4-BE49-F238E27FC236}">
                <a16:creationId xmlns:a16="http://schemas.microsoft.com/office/drawing/2014/main" id="{B4A5B4EB-DCB1-4C81-0B4D-DDE78F7C309D}"/>
              </a:ext>
            </a:extLst>
          </p:cNvPr>
          <p:cNvPicPr>
            <a:picLocks noChangeAspect="1"/>
          </p:cNvPicPr>
          <p:nvPr/>
        </p:nvPicPr>
        <p:blipFill>
          <a:blip r:embed="rId6"/>
          <a:stretch>
            <a:fillRect/>
          </a:stretch>
        </p:blipFill>
        <p:spPr>
          <a:xfrm>
            <a:off x="5651988" y="1823813"/>
            <a:ext cx="5249008" cy="3210373"/>
          </a:xfrm>
          <a:prstGeom prst="rect">
            <a:avLst/>
          </a:prstGeom>
        </p:spPr>
      </p:pic>
    </p:spTree>
    <p:extLst>
      <p:ext uri="{BB962C8B-B14F-4D97-AF65-F5344CB8AC3E}">
        <p14:creationId xmlns:p14="http://schemas.microsoft.com/office/powerpoint/2010/main" val="22302649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13786091-A017-6FC9-0F48-AAC2852677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9C01454-EB1E-A0B2-7D91-DF1EF096CBF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9087497-A9EA-7211-01D3-2DDA431A691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035FA214-16B0-2899-B357-0D4BDF2D0957}"/>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22</a:t>
            </a:fld>
            <a:endParaRPr dirty="0"/>
          </a:p>
        </p:txBody>
      </p:sp>
      <p:sp>
        <p:nvSpPr>
          <p:cNvPr id="16" name="Google Shape;1616;p55">
            <a:extLst>
              <a:ext uri="{FF2B5EF4-FFF2-40B4-BE49-F238E27FC236}">
                <a16:creationId xmlns:a16="http://schemas.microsoft.com/office/drawing/2014/main" id="{501A433C-2098-C817-EE16-847A004F8D61}"/>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YANG Message Broker</a:t>
            </a:r>
            <a:br>
              <a:rPr lang="de-CH" sz="5333" kern="0" dirty="0">
                <a:solidFill>
                  <a:srgbClr val="000000"/>
                </a:solidFill>
              </a:rPr>
            </a:br>
            <a:r>
              <a:rPr lang="de-CH" sz="2667" dirty="0">
                <a:solidFill>
                  <a:srgbClr val="AEABAB"/>
                </a:solidFill>
              </a:rPr>
              <a:t>IETF 126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5A963854-3EC6-087D-C527-92986F221A3B}"/>
              </a:ext>
            </a:extLst>
          </p:cNvPr>
          <p:cNvSpPr txBox="1"/>
          <p:nvPr/>
        </p:nvSpPr>
        <p:spPr>
          <a:xfrm>
            <a:off x="815425" y="6127323"/>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E7699E31-B0AD-E40F-C5F9-5ABC071A86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604" y="136820"/>
            <a:ext cx="1721717"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20D70089-A937-8B76-C6A7-4F44AECC93BB}"/>
              </a:ext>
            </a:extLst>
          </p:cNvPr>
          <p:cNvGraphicFramePr/>
          <p:nvPr>
            <p:extLst>
              <p:ext uri="{D42A27DB-BD31-4B8C-83A1-F6EECF244321}">
                <p14:modId xmlns:p14="http://schemas.microsoft.com/office/powerpoint/2010/main" val="8842399"/>
              </p:ext>
            </p:extLst>
          </p:nvPr>
        </p:nvGraphicFramePr>
        <p:xfrm>
          <a:off x="815425" y="1534627"/>
          <a:ext cx="8743060" cy="3840013"/>
        </p:xfrm>
        <a:graphic>
          <a:graphicData uri="http://schemas.openxmlformats.org/drawingml/2006/table">
            <a:tbl>
              <a:tblPr>
                <a:noFill/>
              </a:tblPr>
              <a:tblGrid>
                <a:gridCol w="4522492">
                  <a:extLst>
                    <a:ext uri="{9D8B030D-6E8A-4147-A177-3AD203B41FA5}">
                      <a16:colId xmlns:a16="http://schemas.microsoft.com/office/drawing/2014/main" val="20000"/>
                    </a:ext>
                  </a:extLst>
                </a:gridCol>
                <a:gridCol w="892323">
                  <a:extLst>
                    <a:ext uri="{9D8B030D-6E8A-4147-A177-3AD203B41FA5}">
                      <a16:colId xmlns:a16="http://schemas.microsoft.com/office/drawing/2014/main" val="20001"/>
                    </a:ext>
                  </a:extLst>
                </a:gridCol>
                <a:gridCol w="683704">
                  <a:extLst>
                    <a:ext uri="{9D8B030D-6E8A-4147-A177-3AD203B41FA5}">
                      <a16:colId xmlns:a16="http://schemas.microsoft.com/office/drawing/2014/main" val="20002"/>
                    </a:ext>
                  </a:extLst>
                </a:gridCol>
                <a:gridCol w="700637">
                  <a:extLst>
                    <a:ext uri="{9D8B030D-6E8A-4147-A177-3AD203B41FA5}">
                      <a16:colId xmlns:a16="http://schemas.microsoft.com/office/drawing/2014/main" val="3717512912"/>
                    </a:ext>
                  </a:extLst>
                </a:gridCol>
                <a:gridCol w="989267">
                  <a:extLst>
                    <a:ext uri="{9D8B030D-6E8A-4147-A177-3AD203B41FA5}">
                      <a16:colId xmlns:a16="http://schemas.microsoft.com/office/drawing/2014/main" val="20003"/>
                    </a:ext>
                  </a:extLst>
                </a:gridCol>
                <a:gridCol w="954637">
                  <a:extLst>
                    <a:ext uri="{9D8B030D-6E8A-4147-A177-3AD203B41FA5}">
                      <a16:colId xmlns:a16="http://schemas.microsoft.com/office/drawing/2014/main" val="273656328"/>
                    </a:ext>
                  </a:extLst>
                </a:gridCol>
              </a:tblGrid>
              <a:tr h="548173">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NetGauze™</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Pmacct</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Apache</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Kafka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Ciena</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Blueplanet</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Cisco</a:t>
                      </a:r>
                      <a:br>
                        <a:rPr lang="de-CH" sz="1400" b="1" i="0" u="none" strike="noStrike" cap="none" dirty="0">
                          <a:solidFill>
                            <a:srgbClr val="000000"/>
                          </a:solidFill>
                          <a:latin typeface="Calibri"/>
                          <a:ea typeface="Calibri"/>
                          <a:cs typeface="Calibri"/>
                          <a:sym typeface="Calibri"/>
                        </a:rPr>
                      </a:br>
                      <a:r>
                        <a:rPr lang="de-CH" sz="1400" b="1" i="0" u="none" strike="noStrike" cap="none" dirty="0" err="1">
                          <a:solidFill>
                            <a:srgbClr val="000000"/>
                          </a:solidFill>
                          <a:latin typeface="Calibri"/>
                          <a:ea typeface="Calibri"/>
                          <a:cs typeface="Calibri"/>
                          <a:sym typeface="Calibri"/>
                        </a:rPr>
                        <a:t>Crosswork</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draft-</a:t>
                      </a:r>
                      <a:r>
                        <a:rPr lang="de-CH" sz="1600" b="0" i="0" u="none" strike="noStrike" cap="none" dirty="0" err="1">
                          <a:solidFill>
                            <a:srgbClr val="000000"/>
                          </a:solidFill>
                          <a:latin typeface="Calibri"/>
                          <a:ea typeface="Calibri"/>
                          <a:cs typeface="Calibri"/>
                          <a:sym typeface="Calibri"/>
                        </a:rPr>
                        <a:t>ietf</a:t>
                      </a:r>
                      <a:r>
                        <a:rPr lang="de-CH" sz="1600" b="0" i="0" u="none" strike="noStrike" cap="none" dirty="0">
                          <a:solidFill>
                            <a:srgbClr val="000000"/>
                          </a:solidFill>
                          <a:latin typeface="Calibri"/>
                          <a:ea typeface="Calibri"/>
                          <a:cs typeface="Calibri"/>
                          <a:sym typeface="Calibri"/>
                        </a:rPr>
                        <a:t>-</a:t>
                      </a:r>
                      <a:r>
                        <a:rPr lang="de-CH" sz="1600" b="0" i="0" u="none" strike="noStrike" cap="none" dirty="0" err="1">
                          <a:solidFill>
                            <a:srgbClr val="000000"/>
                          </a:solidFill>
                          <a:latin typeface="Calibri"/>
                          <a:ea typeface="Calibri"/>
                          <a:cs typeface="Calibri"/>
                          <a:sym typeface="Calibri"/>
                        </a:rPr>
                        <a:t>nmop</a:t>
                      </a:r>
                      <a:r>
                        <a:rPr lang="de-CH" sz="1600" b="0" i="0" u="none" strike="noStrike" cap="none" dirty="0">
                          <a:solidFill>
                            <a:srgbClr val="000000"/>
                          </a:solidFill>
                          <a:latin typeface="Calibri"/>
                          <a:ea typeface="Calibri"/>
                          <a:cs typeface="Calibri"/>
                          <a:sym typeface="Calibri"/>
                        </a:rPr>
                        <a:t>-message-broker-</a:t>
                      </a:r>
                      <a:r>
                        <a:rPr lang="de-CH" sz="1600" b="0" i="0" u="none" strike="noStrike" cap="none" dirty="0" err="1">
                          <a:solidFill>
                            <a:srgbClr val="000000"/>
                          </a:solidFill>
                          <a:latin typeface="Calibri"/>
                          <a:ea typeface="Calibri"/>
                          <a:cs typeface="Calibri"/>
                          <a:sym typeface="Calibri"/>
                        </a:rPr>
                        <a:t>telemetry</a:t>
                      </a:r>
                      <a:r>
                        <a:rPr lang="de-CH" sz="1600" b="0" i="0" u="none" strike="noStrike" cap="none" dirty="0">
                          <a:solidFill>
                            <a:srgbClr val="000000"/>
                          </a:solidFill>
                          <a:latin typeface="Calibri"/>
                          <a:ea typeface="Calibri"/>
                          <a:cs typeface="Calibri"/>
                          <a:sym typeface="Calibri"/>
                        </a:rPr>
                        <a:t>-message</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421025749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YANG-Push Receiver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YANG Schema Retrieval</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92835668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YANG Message Broker Producer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YANG Schema Registry</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YANG Message Broker Consumer</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mn-lt"/>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p>
                      <a:pPr marL="9144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de-CH" sz="1600" u="none" strike="noStrike" cap="none" dirty="0" err="1">
                          <a:solidFill>
                            <a:schemeClr val="dk1"/>
                          </a:solidFill>
                          <a:latin typeface="Calibri"/>
                          <a:ea typeface="Calibri"/>
                          <a:cs typeface="Calibri"/>
                          <a:sym typeface="Calibri"/>
                        </a:rPr>
                        <a:t>Validate</a:t>
                      </a:r>
                      <a:r>
                        <a:rPr lang="de-CH" sz="1600" u="none" strike="noStrike" cap="none" dirty="0">
                          <a:solidFill>
                            <a:schemeClr val="dk1"/>
                          </a:solidFill>
                          <a:latin typeface="Calibri"/>
                          <a:ea typeface="Calibri"/>
                          <a:cs typeface="Calibri"/>
                          <a:sym typeface="Calibri"/>
                        </a:rPr>
                        <a:t> Telemetry Message </a:t>
                      </a:r>
                      <a:r>
                        <a:rPr lang="de-CH" sz="1600" u="none" strike="noStrike" cap="none" dirty="0" err="1">
                          <a:solidFill>
                            <a:schemeClr val="dk1"/>
                          </a:solidFill>
                          <a:latin typeface="Calibri"/>
                          <a:ea typeface="Calibri"/>
                          <a:cs typeface="Calibri"/>
                          <a:sym typeface="Calibri"/>
                        </a:rPr>
                        <a:t>against</a:t>
                      </a:r>
                      <a:r>
                        <a:rPr lang="de-CH" sz="1600" u="none" strike="noStrike" cap="none" dirty="0">
                          <a:solidFill>
                            <a:schemeClr val="dk1"/>
                          </a:solidFill>
                          <a:latin typeface="Calibri"/>
                          <a:ea typeface="Calibri"/>
                          <a:cs typeface="Calibri"/>
                          <a:sym typeface="Calibri"/>
                        </a:rPr>
                        <a:t> YANG Schema</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328717273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netmod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anydata</a:t>
                      </a:r>
                      <a:r>
                        <a:rPr lang="de-CH" sz="1600" u="none" strike="noStrike" cap="none" dirty="0">
                          <a:solidFill>
                            <a:schemeClr val="dk1"/>
                          </a:solidFill>
                          <a:latin typeface="Calibri"/>
                          <a:ea typeface="Calibri"/>
                          <a:cs typeface="Calibri"/>
                          <a:sym typeface="Calibri"/>
                        </a:rPr>
                        <a:t>-validation</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YANG Schema </a:t>
                      </a:r>
                      <a:r>
                        <a:rPr lang="de-CH" sz="1600" u="none" strike="noStrike" cap="none" dirty="0" err="1">
                          <a:solidFill>
                            <a:schemeClr val="dk1"/>
                          </a:solidFill>
                          <a:latin typeface="Calibri"/>
                          <a:ea typeface="Calibri"/>
                          <a:cs typeface="Calibri"/>
                          <a:sym typeface="Calibri"/>
                        </a:rPr>
                        <a:t>Comparison</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971772358"/>
                  </a:ext>
                </a:extLst>
              </a:tr>
            </a:tbl>
          </a:graphicData>
        </a:graphic>
      </p:graphicFrame>
    </p:spTree>
    <p:extLst>
      <p:ext uri="{BB962C8B-B14F-4D97-AF65-F5344CB8AC3E}">
        <p14:creationId xmlns:p14="http://schemas.microsoft.com/office/powerpoint/2010/main" val="26550693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68F82-5D2F-BC90-43F9-81651D860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87DDB-21B5-67D8-ADB5-503A3599E15E}"/>
              </a:ext>
            </a:extLst>
          </p:cNvPr>
          <p:cNvSpPr>
            <a:spLocks noGrp="1"/>
          </p:cNvSpPr>
          <p:nvPr>
            <p:ph type="title"/>
          </p:nvPr>
        </p:nvSpPr>
        <p:spPr/>
        <p:txBody>
          <a:bodyPr>
            <a:normAutofit/>
          </a:bodyPr>
          <a:lstStyle/>
          <a:p>
            <a:pPr algn="l">
              <a:buSzPts val="3800"/>
            </a:pPr>
            <a:r>
              <a:rPr lang="en-US" sz="4533" dirty="0"/>
              <a:t>Next Steps from IETF 125 Hackathon…</a:t>
            </a:r>
          </a:p>
        </p:txBody>
      </p:sp>
      <p:sp>
        <p:nvSpPr>
          <p:cNvPr id="4" name="Content Placeholder 2">
            <a:extLst>
              <a:ext uri="{FF2B5EF4-FFF2-40B4-BE49-F238E27FC236}">
                <a16:creationId xmlns:a16="http://schemas.microsoft.com/office/drawing/2014/main" id="{BFC2B84D-0952-8FD4-2C86-DD67CE4D80B5}"/>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Re-do YANG Message Broker Consumer tests on updated testbed with Ciena Blue Planet UAA Workflow Engine</a:t>
            </a:r>
          </a:p>
          <a:p>
            <a:pPr marL="380990" indent="-380990">
              <a:spcBef>
                <a:spcPts val="400"/>
              </a:spcBef>
              <a:buFont typeface="Arial" panose="020B0604020202020204" pitchFamily="34" charset="0"/>
              <a:buChar char="•"/>
            </a:pPr>
            <a:r>
              <a:rPr lang="en-US" sz="2267" dirty="0"/>
              <a:t>Complete IETF YANG module subscription tests with 6Wind VSR</a:t>
            </a:r>
          </a:p>
          <a:p>
            <a:pPr marL="380990" indent="-380990">
              <a:spcBef>
                <a:spcPts val="400"/>
              </a:spcBef>
              <a:buFont typeface="Arial" panose="020B0604020202020204" pitchFamily="34" charset="0"/>
              <a:buChar char="•"/>
            </a:pPr>
            <a:r>
              <a:rPr lang="en-US" sz="2267" dirty="0"/>
              <a:t>Compare YANG feature coverage between </a:t>
            </a:r>
            <a:r>
              <a:rPr lang="en-US" sz="2267" dirty="0" err="1">
                <a:hlinkClick r:id="rId2"/>
              </a:rPr>
              <a:t>libyang</a:t>
            </a:r>
            <a:r>
              <a:rPr lang="en-US" sz="2267" dirty="0"/>
              <a:t>, </a:t>
            </a:r>
            <a:r>
              <a:rPr lang="en-US" sz="2267" dirty="0" err="1">
                <a:hlinkClick r:id="rId3"/>
              </a:rPr>
              <a:t>yangkit</a:t>
            </a:r>
            <a:r>
              <a:rPr lang="en-US" sz="2267" dirty="0"/>
              <a:t> and </a:t>
            </a:r>
            <a:r>
              <a:rPr lang="en-US" sz="2267" dirty="0" err="1">
                <a:hlinkClick r:id="rId4"/>
              </a:rPr>
              <a:t>yangtools</a:t>
            </a:r>
            <a:endParaRPr lang="en-US" sz="2267" dirty="0"/>
          </a:p>
          <a:p>
            <a:pPr marL="380990" indent="-380990">
              <a:spcBef>
                <a:spcPts val="400"/>
              </a:spcBef>
              <a:buFont typeface="Arial" panose="020B0604020202020204" pitchFamily="34" charset="0"/>
              <a:buChar char="•"/>
            </a:pPr>
            <a:r>
              <a:rPr lang="en-US" sz="2267" dirty="0"/>
              <a:t>Revert </a:t>
            </a:r>
            <a:r>
              <a:rPr lang="en-US" sz="2267" dirty="0">
                <a:hlinkClick r:id="rId5"/>
              </a:rPr>
              <a:t>import only modules for augmented-by </a:t>
            </a:r>
            <a:r>
              <a:rPr lang="en-US" sz="2267" dirty="0"/>
              <a:t>workaround</a:t>
            </a:r>
          </a:p>
          <a:p>
            <a:pPr marL="380990" indent="-380990">
              <a:spcBef>
                <a:spcPts val="400"/>
              </a:spcBef>
              <a:buFont typeface="Arial" panose="020B0604020202020204" pitchFamily="34" charset="0"/>
              <a:buChar char="•"/>
            </a:pPr>
            <a:r>
              <a:rPr lang="en-US" sz="2267" dirty="0">
                <a:hlinkClick r:id="rId6"/>
              </a:rPr>
              <a:t>Preserve cached YANG-Push subscription state across receiver reload</a:t>
            </a:r>
            <a:endParaRPr lang="en-US" sz="2267" dirty="0"/>
          </a:p>
          <a:p>
            <a:pPr marL="380990" indent="-380990">
              <a:spcBef>
                <a:spcPts val="400"/>
              </a:spcBef>
              <a:buFont typeface="Arial" panose="020B0604020202020204" pitchFamily="34" charset="0"/>
              <a:buChar char="•"/>
            </a:pPr>
            <a:r>
              <a:rPr lang="en-US" sz="2267" dirty="0">
                <a:hlinkClick r:id="rId7"/>
              </a:rPr>
              <a:t>Obtain YANG-Push subscription state from publisher if missing</a:t>
            </a:r>
            <a:endParaRPr lang="en-US" sz="2267" dirty="0"/>
          </a:p>
          <a:p>
            <a:pPr marL="380990" indent="-380990">
              <a:spcBef>
                <a:spcPts val="400"/>
              </a:spcBef>
              <a:buFont typeface="Arial" panose="020B0604020202020204" pitchFamily="34" charset="0"/>
              <a:buChar char="•"/>
            </a:pPr>
            <a:r>
              <a:rPr lang="en-US" sz="2267" dirty="0"/>
              <a:t>Support Netconf session queuing for schema retrieval</a:t>
            </a:r>
          </a:p>
          <a:p>
            <a:pPr marL="380990" indent="-380990">
              <a:spcBef>
                <a:spcPts val="400"/>
              </a:spcBef>
              <a:buFont typeface="Arial" panose="020B0604020202020204" pitchFamily="34" charset="0"/>
              <a:buChar char="•"/>
            </a:pPr>
            <a:r>
              <a:rPr lang="en-US" sz="2267" dirty="0"/>
              <a:t>Support </a:t>
            </a:r>
            <a:r>
              <a:rPr lang="en-US" sz="2267" dirty="0" err="1"/>
              <a:t>libyang</a:t>
            </a:r>
            <a:r>
              <a:rPr lang="en-US" sz="2267" dirty="0"/>
              <a:t> 5.4.9 in YANG-Push Receiver and Message Broker Consumer</a:t>
            </a:r>
          </a:p>
          <a:p>
            <a:pPr marL="380990" indent="-380990">
              <a:spcBef>
                <a:spcPts val="400"/>
              </a:spcBef>
              <a:buFont typeface="Arial" panose="020B0604020202020204" pitchFamily="34" charset="0"/>
              <a:buChar char="•"/>
            </a:pPr>
            <a:r>
              <a:rPr lang="en-US" sz="2267" dirty="0">
                <a:hlinkClick r:id="rId8"/>
              </a:rPr>
              <a:t>Message Key and Topic Name proof of concept</a:t>
            </a:r>
            <a:endParaRPr lang="en-US" sz="2267" dirty="0"/>
          </a:p>
        </p:txBody>
      </p:sp>
      <p:sp>
        <p:nvSpPr>
          <p:cNvPr id="6" name="Rectangle 5">
            <a:extLst>
              <a:ext uri="{FF2B5EF4-FFF2-40B4-BE49-F238E27FC236}">
                <a16:creationId xmlns:a16="http://schemas.microsoft.com/office/drawing/2014/main" id="{E5E706BA-8C31-6027-6A59-19A61A4E92F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0B81C530-AF29-FCB1-1AC4-4CF6DC96BEA2}"/>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4278CCB4-5174-944F-86E2-7562992D428F}"/>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23</a:t>
            </a:fld>
            <a:endParaRPr lang="en-US" dirty="0"/>
          </a:p>
        </p:txBody>
      </p:sp>
      <p:pic>
        <p:nvPicPr>
          <p:cNvPr id="3" name="Picture 2" descr="A green check mark in a circle&#10;&#10;AI-generated content may be incorrect.">
            <a:extLst>
              <a:ext uri="{FF2B5EF4-FFF2-40B4-BE49-F238E27FC236}">
                <a16:creationId xmlns:a16="http://schemas.microsoft.com/office/drawing/2014/main" id="{14E3782D-487C-5895-C400-7CFF02FE9C0E}"/>
              </a:ext>
            </a:extLst>
          </p:cNvPr>
          <p:cNvPicPr>
            <a:picLocks noChangeAspect="1"/>
          </p:cNvPicPr>
          <p:nvPr/>
        </p:nvPicPr>
        <p:blipFill>
          <a:blip r:embed="rId9"/>
          <a:stretch>
            <a:fillRect/>
          </a:stretch>
        </p:blipFill>
        <p:spPr>
          <a:xfrm>
            <a:off x="10519705" y="1802044"/>
            <a:ext cx="548203" cy="548203"/>
          </a:xfrm>
          <a:prstGeom prst="rect">
            <a:avLst/>
          </a:prstGeom>
        </p:spPr>
      </p:pic>
      <p:pic>
        <p:nvPicPr>
          <p:cNvPr id="5" name="Picture 4" descr="A green check mark in a circle&#10;&#10;AI-generated content may be incorrect.">
            <a:extLst>
              <a:ext uri="{FF2B5EF4-FFF2-40B4-BE49-F238E27FC236}">
                <a16:creationId xmlns:a16="http://schemas.microsoft.com/office/drawing/2014/main" id="{27627A04-5ACB-2493-F722-488169BA1AA6}"/>
              </a:ext>
            </a:extLst>
          </p:cNvPr>
          <p:cNvPicPr>
            <a:picLocks noChangeAspect="1"/>
          </p:cNvPicPr>
          <p:nvPr/>
        </p:nvPicPr>
        <p:blipFill>
          <a:blip r:embed="rId9"/>
          <a:stretch>
            <a:fillRect/>
          </a:stretch>
        </p:blipFill>
        <p:spPr>
          <a:xfrm>
            <a:off x="10494901" y="2307028"/>
            <a:ext cx="548203" cy="548203"/>
          </a:xfrm>
          <a:prstGeom prst="rect">
            <a:avLst/>
          </a:prstGeom>
        </p:spPr>
      </p:pic>
      <p:pic>
        <p:nvPicPr>
          <p:cNvPr id="8" name="Picture 7" descr="A green check mark in a circle&#10;&#10;AI-generated content may be incorrect.">
            <a:extLst>
              <a:ext uri="{FF2B5EF4-FFF2-40B4-BE49-F238E27FC236}">
                <a16:creationId xmlns:a16="http://schemas.microsoft.com/office/drawing/2014/main" id="{B9EAFCCD-78F9-ED7E-C5F6-4CDC0A91112C}"/>
              </a:ext>
            </a:extLst>
          </p:cNvPr>
          <p:cNvPicPr>
            <a:picLocks noChangeAspect="1"/>
          </p:cNvPicPr>
          <p:nvPr/>
        </p:nvPicPr>
        <p:blipFill>
          <a:blip r:embed="rId9"/>
          <a:stretch>
            <a:fillRect/>
          </a:stretch>
        </p:blipFill>
        <p:spPr>
          <a:xfrm>
            <a:off x="10481480" y="2810655"/>
            <a:ext cx="548203" cy="548203"/>
          </a:xfrm>
          <a:prstGeom prst="rect">
            <a:avLst/>
          </a:prstGeom>
        </p:spPr>
      </p:pic>
      <p:pic>
        <p:nvPicPr>
          <p:cNvPr id="10" name="Picture 9" descr="A green check mark in a circle&#10;&#10;AI-generated content may be incorrect.">
            <a:extLst>
              <a:ext uri="{FF2B5EF4-FFF2-40B4-BE49-F238E27FC236}">
                <a16:creationId xmlns:a16="http://schemas.microsoft.com/office/drawing/2014/main" id="{244EEFF8-28EB-AABD-B98B-022445B5DEE3}"/>
              </a:ext>
            </a:extLst>
          </p:cNvPr>
          <p:cNvPicPr>
            <a:picLocks noChangeAspect="1"/>
          </p:cNvPicPr>
          <p:nvPr/>
        </p:nvPicPr>
        <p:blipFill>
          <a:blip r:embed="rId9"/>
          <a:stretch>
            <a:fillRect/>
          </a:stretch>
        </p:blipFill>
        <p:spPr>
          <a:xfrm>
            <a:off x="10481480" y="3348625"/>
            <a:ext cx="548203" cy="548203"/>
          </a:xfrm>
          <a:prstGeom prst="rect">
            <a:avLst/>
          </a:prstGeom>
        </p:spPr>
      </p:pic>
      <p:pic>
        <p:nvPicPr>
          <p:cNvPr id="11" name="Picture 10" descr="A green check mark in a circle&#10;&#10;AI-generated content may be incorrect.">
            <a:extLst>
              <a:ext uri="{FF2B5EF4-FFF2-40B4-BE49-F238E27FC236}">
                <a16:creationId xmlns:a16="http://schemas.microsoft.com/office/drawing/2014/main" id="{28E9142F-731D-24E6-01FD-F7E525BD8425}"/>
              </a:ext>
            </a:extLst>
          </p:cNvPr>
          <p:cNvPicPr>
            <a:picLocks noChangeAspect="1"/>
          </p:cNvPicPr>
          <p:nvPr/>
        </p:nvPicPr>
        <p:blipFill>
          <a:blip r:embed="rId9"/>
          <a:stretch>
            <a:fillRect/>
          </a:stretch>
        </p:blipFill>
        <p:spPr>
          <a:xfrm>
            <a:off x="10481480" y="3962396"/>
            <a:ext cx="548203" cy="548203"/>
          </a:xfrm>
          <a:prstGeom prst="rect">
            <a:avLst/>
          </a:prstGeom>
        </p:spPr>
      </p:pic>
      <p:pic>
        <p:nvPicPr>
          <p:cNvPr id="12" name="Picture 11" descr="A green check mark in a circle&#10;&#10;AI-generated content may be incorrect.">
            <a:extLst>
              <a:ext uri="{FF2B5EF4-FFF2-40B4-BE49-F238E27FC236}">
                <a16:creationId xmlns:a16="http://schemas.microsoft.com/office/drawing/2014/main" id="{78661CE5-AB28-C054-5975-391B82CC0D79}"/>
              </a:ext>
            </a:extLst>
          </p:cNvPr>
          <p:cNvPicPr>
            <a:picLocks noChangeAspect="1"/>
          </p:cNvPicPr>
          <p:nvPr/>
        </p:nvPicPr>
        <p:blipFill>
          <a:blip r:embed="rId9"/>
          <a:stretch>
            <a:fillRect/>
          </a:stretch>
        </p:blipFill>
        <p:spPr>
          <a:xfrm>
            <a:off x="10481480" y="4434799"/>
            <a:ext cx="548203" cy="548203"/>
          </a:xfrm>
          <a:prstGeom prst="rect">
            <a:avLst/>
          </a:prstGeom>
        </p:spPr>
      </p:pic>
      <p:pic>
        <p:nvPicPr>
          <p:cNvPr id="13" name="Picture 12" descr="A green check mark in a circle&#10;&#10;AI-generated content may be incorrect.">
            <a:extLst>
              <a:ext uri="{FF2B5EF4-FFF2-40B4-BE49-F238E27FC236}">
                <a16:creationId xmlns:a16="http://schemas.microsoft.com/office/drawing/2014/main" id="{5FDC4080-7DA9-34E9-74B9-93D13734B4AC}"/>
              </a:ext>
            </a:extLst>
          </p:cNvPr>
          <p:cNvPicPr>
            <a:picLocks noChangeAspect="1"/>
          </p:cNvPicPr>
          <p:nvPr/>
        </p:nvPicPr>
        <p:blipFill>
          <a:blip r:embed="rId9"/>
          <a:stretch>
            <a:fillRect/>
          </a:stretch>
        </p:blipFill>
        <p:spPr>
          <a:xfrm>
            <a:off x="10475584" y="4915835"/>
            <a:ext cx="548203" cy="548203"/>
          </a:xfrm>
          <a:prstGeom prst="rect">
            <a:avLst/>
          </a:prstGeom>
        </p:spPr>
      </p:pic>
      <p:pic>
        <p:nvPicPr>
          <p:cNvPr id="14" name="Picture 13" descr="A green check mark in a circle&#10;&#10;AI-generated content may be incorrect.">
            <a:extLst>
              <a:ext uri="{FF2B5EF4-FFF2-40B4-BE49-F238E27FC236}">
                <a16:creationId xmlns:a16="http://schemas.microsoft.com/office/drawing/2014/main" id="{6AEFD3DE-2F2A-33DA-E787-B482BC94EC9D}"/>
              </a:ext>
            </a:extLst>
          </p:cNvPr>
          <p:cNvPicPr>
            <a:picLocks noChangeAspect="1"/>
          </p:cNvPicPr>
          <p:nvPr/>
        </p:nvPicPr>
        <p:blipFill>
          <a:blip r:embed="rId9"/>
          <a:stretch>
            <a:fillRect/>
          </a:stretch>
        </p:blipFill>
        <p:spPr>
          <a:xfrm>
            <a:off x="10475583" y="5365949"/>
            <a:ext cx="548203" cy="548203"/>
          </a:xfrm>
          <a:prstGeom prst="rect">
            <a:avLst/>
          </a:prstGeom>
        </p:spPr>
      </p:pic>
    </p:spTree>
    <p:extLst>
      <p:ext uri="{BB962C8B-B14F-4D97-AF65-F5344CB8AC3E}">
        <p14:creationId xmlns:p14="http://schemas.microsoft.com/office/powerpoint/2010/main" val="1952313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01D8-A137-56E2-7F33-BDDF3DF71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69892-8D71-893A-C801-A1A881544976}"/>
              </a:ext>
            </a:extLst>
          </p:cNvPr>
          <p:cNvSpPr>
            <a:spLocks noGrp="1"/>
          </p:cNvSpPr>
          <p:nvPr>
            <p:ph type="title"/>
          </p:nvPr>
        </p:nvSpPr>
        <p:spPr/>
        <p:txBody>
          <a:bodyPr>
            <a:normAutofit/>
          </a:bodyPr>
          <a:lstStyle/>
          <a:p>
            <a:pPr algn="l">
              <a:buSzPts val="3800"/>
            </a:pPr>
            <a:r>
              <a:rPr lang="en-US" sz="4533" dirty="0"/>
              <a:t>Next Steps for IETF 127 Hackathon…</a:t>
            </a:r>
          </a:p>
        </p:txBody>
      </p:sp>
      <p:sp>
        <p:nvSpPr>
          <p:cNvPr id="4" name="Content Placeholder 2">
            <a:extLst>
              <a:ext uri="{FF2B5EF4-FFF2-40B4-BE49-F238E27FC236}">
                <a16:creationId xmlns:a16="http://schemas.microsoft.com/office/drawing/2014/main" id="{53414349-C8F0-A8B2-1397-DF24059FF38F}"/>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Support building </a:t>
            </a:r>
            <a:r>
              <a:rPr lang="en-US" sz="2267" dirty="0">
                <a:hlinkClick r:id="rId2"/>
              </a:rPr>
              <a:t>RFC 8525 YANG Library in Java Message Broker consumer</a:t>
            </a:r>
            <a:endParaRPr lang="en-US" sz="2267" dirty="0"/>
          </a:p>
          <a:p>
            <a:pPr marL="380990" indent="-380990">
              <a:spcBef>
                <a:spcPts val="400"/>
              </a:spcBef>
              <a:buFont typeface="Arial" panose="020B0604020202020204" pitchFamily="34" charset="0"/>
              <a:buChar char="•"/>
            </a:pPr>
            <a:r>
              <a:rPr lang="en-US" sz="2267" dirty="0"/>
              <a:t>Support </a:t>
            </a:r>
            <a:r>
              <a:rPr lang="de-CH" sz="2400" dirty="0">
                <a:solidFill>
                  <a:schemeClr val="dk1"/>
                </a:solidFill>
                <a:hlinkClick r:id="rId3"/>
              </a:rPr>
              <a:t>draft-</a:t>
            </a:r>
            <a:r>
              <a:rPr lang="de-CH" sz="2400" dirty="0" err="1">
                <a:solidFill>
                  <a:schemeClr val="dk1"/>
                </a:solidFill>
                <a:hlinkClick r:id="rId3"/>
              </a:rPr>
              <a:t>ietf</a:t>
            </a:r>
            <a:r>
              <a:rPr lang="de-CH" sz="2400" dirty="0">
                <a:solidFill>
                  <a:schemeClr val="dk1"/>
                </a:solidFill>
                <a:hlinkClick r:id="rId3"/>
              </a:rPr>
              <a:t>-</a:t>
            </a:r>
            <a:r>
              <a:rPr lang="de-CH" sz="2400" dirty="0" err="1">
                <a:solidFill>
                  <a:schemeClr val="dk1"/>
                </a:solidFill>
                <a:hlinkClick r:id="rId3"/>
              </a:rPr>
              <a:t>netmod</a:t>
            </a:r>
            <a:r>
              <a:rPr lang="de-CH" sz="2400" dirty="0">
                <a:solidFill>
                  <a:schemeClr val="dk1"/>
                </a:solidFill>
                <a:hlinkClick r:id="rId3"/>
              </a:rPr>
              <a:t>-</a:t>
            </a:r>
            <a:r>
              <a:rPr lang="de-CH" sz="2400" dirty="0" err="1">
                <a:solidFill>
                  <a:schemeClr val="dk1"/>
                </a:solidFill>
                <a:hlinkClick r:id="rId3"/>
              </a:rPr>
              <a:t>yang</a:t>
            </a:r>
            <a:r>
              <a:rPr lang="de-CH" sz="2400" dirty="0">
                <a:solidFill>
                  <a:schemeClr val="dk1"/>
                </a:solidFill>
                <a:hlinkClick r:id="rId3"/>
              </a:rPr>
              <a:t>-</a:t>
            </a:r>
            <a:r>
              <a:rPr lang="de-CH" sz="2400" dirty="0" err="1">
                <a:solidFill>
                  <a:schemeClr val="dk1"/>
                </a:solidFill>
                <a:hlinkClick r:id="rId3"/>
              </a:rPr>
              <a:t>anydata</a:t>
            </a:r>
            <a:r>
              <a:rPr lang="de-CH" sz="2400" dirty="0">
                <a:solidFill>
                  <a:schemeClr val="dk1"/>
                </a:solidFill>
                <a:hlinkClick r:id="rId3"/>
              </a:rPr>
              <a:t>-validation</a:t>
            </a:r>
            <a:r>
              <a:rPr lang="de-CH" sz="2400" dirty="0">
                <a:solidFill>
                  <a:schemeClr val="dk1"/>
                </a:solidFill>
              </a:rPr>
              <a:t> and RFC 8525 YANG </a:t>
            </a:r>
            <a:r>
              <a:rPr lang="de-CH" sz="2400" dirty="0" err="1">
                <a:solidFill>
                  <a:schemeClr val="dk1"/>
                </a:solidFill>
              </a:rPr>
              <a:t>library</a:t>
            </a:r>
            <a:r>
              <a:rPr lang="de-CH" sz="2400" dirty="0">
                <a:solidFill>
                  <a:schemeClr val="dk1"/>
                </a:solidFill>
              </a:rPr>
              <a:t> in </a:t>
            </a:r>
            <a:r>
              <a:rPr lang="de-CH" sz="2400" dirty="0" err="1">
                <a:solidFill>
                  <a:schemeClr val="dk1"/>
                </a:solidFill>
              </a:rPr>
              <a:t>yangkit</a:t>
            </a:r>
            <a:endParaRPr lang="en-US" sz="2267" dirty="0"/>
          </a:p>
          <a:p>
            <a:pPr marL="380990" indent="-380990">
              <a:spcBef>
                <a:spcPts val="400"/>
              </a:spcBef>
              <a:buFont typeface="Arial" panose="020B0604020202020204" pitchFamily="34" charset="0"/>
              <a:buChar char="•"/>
            </a:pPr>
            <a:r>
              <a:rPr lang="en-US" sz="2267" dirty="0"/>
              <a:t>Support </a:t>
            </a:r>
            <a:r>
              <a:rPr lang="en-US" sz="2267" dirty="0">
                <a:hlinkClick r:id="rId4"/>
              </a:rPr>
              <a:t>YANG-Push Message Broker Topic Naming</a:t>
            </a:r>
            <a:r>
              <a:rPr lang="en-US" sz="2267" dirty="0"/>
              <a:t> with </a:t>
            </a:r>
            <a:r>
              <a:rPr lang="en-US" sz="2267" dirty="0">
                <a:hlinkClick r:id="rId5"/>
              </a:rPr>
              <a:t>dynamic Apache Kafka topic creation API</a:t>
            </a:r>
            <a:endParaRPr lang="en-US" sz="2267" dirty="0"/>
          </a:p>
        </p:txBody>
      </p:sp>
      <p:sp>
        <p:nvSpPr>
          <p:cNvPr id="6" name="Rectangle 5">
            <a:extLst>
              <a:ext uri="{FF2B5EF4-FFF2-40B4-BE49-F238E27FC236}">
                <a16:creationId xmlns:a16="http://schemas.microsoft.com/office/drawing/2014/main" id="{973CAD4D-8FC5-C49E-F033-C474E654B659}"/>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26AEDFAF-1252-2FB9-75AD-DB4EA57D699F}"/>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8AE562E4-22AE-A59B-0126-FD13715431A7}"/>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24</a:t>
            </a:fld>
            <a:endParaRPr lang="en-US" dirty="0"/>
          </a:p>
        </p:txBody>
      </p:sp>
    </p:spTree>
    <p:extLst>
      <p:ext uri="{BB962C8B-B14F-4D97-AF65-F5344CB8AC3E}">
        <p14:creationId xmlns:p14="http://schemas.microsoft.com/office/powerpoint/2010/main" val="29937950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650"/>
        <p:cNvGrpSpPr/>
        <p:nvPr/>
      </p:nvGrpSpPr>
      <p:grpSpPr>
        <a:xfrm>
          <a:off x="0" y="0"/>
          <a:ext cx="0" cy="0"/>
          <a:chOff x="0" y="0"/>
          <a:chExt cx="0" cy="0"/>
        </a:xfrm>
      </p:grpSpPr>
      <p:sp>
        <p:nvSpPr>
          <p:cNvPr id="1651" name="Google Shape;1651;p59"/>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4400"/>
            </a:pPr>
            <a:r>
              <a:rPr lang="en-US" dirty="0"/>
              <a:t>Thanks to…</a:t>
            </a:r>
          </a:p>
        </p:txBody>
      </p:sp>
      <p:sp>
        <p:nvSpPr>
          <p:cNvPr id="1652" name="Google Shape;1652;p59"/>
          <p:cNvSpPr txBox="1">
            <a:spLocks noGrp="1"/>
          </p:cNvSpPr>
          <p:nvPr>
            <p:ph type="body" idx="1"/>
          </p:nvPr>
        </p:nvSpPr>
        <p:spPr>
          <a:xfrm>
            <a:off x="719434" y="1417640"/>
            <a:ext cx="4939687" cy="5300769"/>
          </a:xfrm>
          <a:prstGeom prst="rect">
            <a:avLst/>
          </a:prstGeom>
          <a:noFill/>
          <a:ln>
            <a:noFill/>
          </a:ln>
        </p:spPr>
        <p:txBody>
          <a:bodyPr spcFirstLastPara="1" vert="horz" wrap="square" lIns="60933" tIns="60933" rIns="60933" bIns="60933" rtlCol="0" anchor="t" anchorCtr="0">
            <a:noAutofit/>
          </a:bodyPr>
          <a:lstStyle/>
          <a:p>
            <a:pPr marL="304792" indent="-304792">
              <a:lnSpc>
                <a:spcPct val="90000"/>
              </a:lnSpc>
              <a:spcBef>
                <a:spcPts val="0"/>
              </a:spcBef>
              <a:buSzPts val="1300"/>
              <a:buFont typeface="Calibri"/>
              <a:buChar char="•"/>
            </a:pPr>
            <a:r>
              <a:rPr lang="en-US" sz="1900" dirty="0"/>
              <a:t>Jiaxin PAN – Huawei</a:t>
            </a:r>
          </a:p>
          <a:p>
            <a:pPr marL="304792" indent="-304792">
              <a:lnSpc>
                <a:spcPct val="90000"/>
              </a:lnSpc>
              <a:spcBef>
                <a:spcPts val="0"/>
              </a:spcBef>
              <a:buSzPts val="1300"/>
              <a:buFont typeface="Calibri"/>
              <a:buChar char="•"/>
            </a:pPr>
            <a:r>
              <a:rPr lang="de-CH" sz="1900" dirty="0" err="1"/>
              <a:t>Zhengliang</a:t>
            </a:r>
            <a:r>
              <a:rPr lang="de-CH" sz="1900" dirty="0"/>
              <a:t> Li – Huawei</a:t>
            </a:r>
          </a:p>
          <a:p>
            <a:pPr marL="304792" indent="-304792">
              <a:lnSpc>
                <a:spcPct val="90000"/>
              </a:lnSpc>
              <a:spcBef>
                <a:spcPts val="0"/>
              </a:spcBef>
              <a:buSzPts val="1300"/>
              <a:buFont typeface="Calibri"/>
              <a:buChar char="•"/>
            </a:pPr>
            <a:r>
              <a:rPr lang="de-CH" sz="1900" dirty="0"/>
              <a:t>Xiao Chen - Huawei</a:t>
            </a:r>
            <a:endParaRPr lang="en-US" sz="1900" dirty="0"/>
          </a:p>
          <a:p>
            <a:pPr marL="304792" indent="-304792">
              <a:lnSpc>
                <a:spcPct val="90000"/>
              </a:lnSpc>
              <a:spcBef>
                <a:spcPts val="0"/>
              </a:spcBef>
              <a:buSzPts val="1300"/>
              <a:buFont typeface="Calibri"/>
              <a:buChar char="•"/>
            </a:pPr>
            <a:r>
              <a:rPr lang="en-US" sz="1900" dirty="0"/>
              <a:t>Rob Wilton – Cisco</a:t>
            </a:r>
          </a:p>
          <a:p>
            <a:pPr marL="304792" indent="-304792">
              <a:lnSpc>
                <a:spcPct val="90000"/>
              </a:lnSpc>
              <a:spcBef>
                <a:spcPts val="0"/>
              </a:spcBef>
              <a:buSzPts val="1300"/>
              <a:buFont typeface="Calibri"/>
              <a:buChar char="•"/>
            </a:pPr>
            <a:r>
              <a:rPr lang="en-US" sz="1900" dirty="0"/>
              <a:t>Dan Voyer – Cisco</a:t>
            </a:r>
          </a:p>
          <a:p>
            <a:pPr marL="304792" indent="-304792">
              <a:lnSpc>
                <a:spcPct val="90000"/>
              </a:lnSpc>
              <a:spcBef>
                <a:spcPts val="0"/>
              </a:spcBef>
              <a:buSzPts val="1300"/>
              <a:buFont typeface="Calibri"/>
              <a:buChar char="•"/>
            </a:pPr>
            <a:r>
              <a:rPr lang="de-CH" sz="1900" dirty="0"/>
              <a:t>Muthumayan Madhayyan </a:t>
            </a:r>
            <a:r>
              <a:rPr lang="en-US" sz="1900" dirty="0"/>
              <a:t>- Cisco</a:t>
            </a:r>
          </a:p>
          <a:p>
            <a:pPr marL="304792" indent="-304792">
              <a:lnSpc>
                <a:spcPct val="90000"/>
              </a:lnSpc>
              <a:spcBef>
                <a:spcPts val="0"/>
              </a:spcBef>
              <a:buSzPts val="1300"/>
              <a:buFont typeface="Calibri"/>
              <a:buChar char="•"/>
            </a:pPr>
            <a:r>
              <a:rPr lang="en-US" sz="1900" dirty="0"/>
              <a:t>Jérémie Leska – 6Wind</a:t>
            </a:r>
          </a:p>
          <a:p>
            <a:pPr marL="304792" indent="-304792">
              <a:lnSpc>
                <a:spcPct val="90000"/>
              </a:lnSpc>
              <a:spcBef>
                <a:spcPts val="0"/>
              </a:spcBef>
              <a:buSzPts val="1300"/>
              <a:buFont typeface="Calibri"/>
              <a:buChar char="•"/>
            </a:pPr>
            <a:r>
              <a:rPr lang="en-US" sz="1900" dirty="0"/>
              <a:t>Deepya Mandadi – Ciena</a:t>
            </a:r>
          </a:p>
          <a:p>
            <a:pPr marL="304792" indent="-304792">
              <a:lnSpc>
                <a:spcPct val="90000"/>
              </a:lnSpc>
              <a:spcBef>
                <a:spcPts val="0"/>
              </a:spcBef>
              <a:buSzPts val="1300"/>
              <a:buFont typeface="Calibri"/>
              <a:buChar char="•"/>
            </a:pPr>
            <a:r>
              <a:rPr lang="en-US" sz="1900" dirty="0"/>
              <a:t>Sivakumar Sundaravadivel – Ciena</a:t>
            </a:r>
          </a:p>
          <a:p>
            <a:pPr marL="304792" indent="-304792">
              <a:lnSpc>
                <a:spcPct val="90000"/>
              </a:lnSpc>
              <a:spcBef>
                <a:spcPts val="0"/>
              </a:spcBef>
              <a:buSzPts val="1300"/>
              <a:buFont typeface="Calibri"/>
              <a:buChar char="•"/>
            </a:pPr>
            <a:r>
              <a:rPr lang="de-CH" sz="1900" dirty="0"/>
              <a:t>IJsbrand Wijnands – </a:t>
            </a:r>
            <a:r>
              <a:rPr lang="de-CH" sz="1900" dirty="0" err="1"/>
              <a:t>Arrcus</a:t>
            </a:r>
            <a:endParaRPr lang="de-CH" sz="1900" dirty="0"/>
          </a:p>
          <a:p>
            <a:pPr marL="304792" indent="-304792">
              <a:lnSpc>
                <a:spcPct val="90000"/>
              </a:lnSpc>
              <a:spcBef>
                <a:spcPts val="0"/>
              </a:spcBef>
              <a:buSzPts val="1300"/>
              <a:buFont typeface="Calibri"/>
              <a:buChar char="•"/>
            </a:pPr>
            <a:r>
              <a:rPr lang="de-CH" sz="1900" dirty="0"/>
              <a:t>Irfan Mohammad – </a:t>
            </a:r>
            <a:r>
              <a:rPr lang="de-CH" sz="1900" dirty="0" err="1"/>
              <a:t>Arrcus</a:t>
            </a:r>
            <a:endParaRPr lang="de-CH" sz="1900" dirty="0"/>
          </a:p>
          <a:p>
            <a:pPr marL="304792" indent="-304792">
              <a:lnSpc>
                <a:spcPct val="90000"/>
              </a:lnSpc>
              <a:spcBef>
                <a:spcPts val="0"/>
              </a:spcBef>
              <a:buSzPts val="1300"/>
              <a:buFont typeface="Calibri"/>
              <a:buChar char="•"/>
            </a:pPr>
            <a:r>
              <a:rPr lang="en-US" sz="1900" dirty="0"/>
              <a:t>Benoit Claise - Everything OPS</a:t>
            </a:r>
          </a:p>
          <a:p>
            <a:pPr marL="304792" indent="-304792">
              <a:lnSpc>
                <a:spcPct val="90000"/>
              </a:lnSpc>
              <a:spcBef>
                <a:spcPts val="0"/>
              </a:spcBef>
              <a:buSzPts val="1300"/>
              <a:buFont typeface="Calibri"/>
              <a:buChar char="•"/>
            </a:pPr>
            <a:r>
              <a:rPr lang="en-US" sz="1900" dirty="0"/>
              <a:t>Paolo Lucente – </a:t>
            </a:r>
            <a:r>
              <a:rPr lang="en-US" sz="1900" dirty="0" err="1"/>
              <a:t>Pmacct</a:t>
            </a:r>
            <a:endParaRPr lang="en-US" sz="1900" dirty="0"/>
          </a:p>
          <a:p>
            <a:pPr marL="304792" indent="-304792">
              <a:lnSpc>
                <a:spcPct val="90000"/>
              </a:lnSpc>
              <a:spcBef>
                <a:spcPts val="0"/>
              </a:spcBef>
              <a:buSzPts val="1300"/>
              <a:buFont typeface="Calibri"/>
              <a:buChar char="•"/>
            </a:pPr>
            <a:r>
              <a:rPr lang="de-CH" sz="1900" dirty="0"/>
              <a:t>Vivekananda Boudia – INSA Lyon</a:t>
            </a:r>
          </a:p>
          <a:p>
            <a:pPr marL="304792" indent="-304792">
              <a:lnSpc>
                <a:spcPct val="90000"/>
              </a:lnSpc>
              <a:spcBef>
                <a:spcPts val="0"/>
              </a:spcBef>
              <a:buSzPts val="1300"/>
              <a:buFont typeface="Calibri"/>
              <a:buChar char="•"/>
            </a:pPr>
            <a:r>
              <a:rPr lang="de-CH" sz="1900" dirty="0"/>
              <a:t>Alex Huang Feng – INSA Lyon/T-Systems</a:t>
            </a:r>
          </a:p>
          <a:p>
            <a:pPr marL="304792" indent="-304792">
              <a:lnSpc>
                <a:spcPct val="90000"/>
              </a:lnSpc>
              <a:spcBef>
                <a:spcPts val="0"/>
              </a:spcBef>
              <a:buSzPts val="1300"/>
              <a:buFont typeface="Calibri"/>
              <a:buChar char="•"/>
            </a:pPr>
            <a:r>
              <a:rPr lang="en-US" sz="1900" dirty="0"/>
              <a:t>Maxence Younsi – INSA Lyon/Swisscom</a:t>
            </a:r>
          </a:p>
          <a:p>
            <a:pPr marL="304792" indent="-304792">
              <a:lnSpc>
                <a:spcPct val="90000"/>
              </a:lnSpc>
              <a:spcBef>
                <a:spcPts val="0"/>
              </a:spcBef>
              <a:buSzPts val="1300"/>
              <a:buFont typeface="Calibri"/>
              <a:buChar char="•"/>
            </a:pPr>
            <a:r>
              <a:rPr lang="en-US" sz="1900" dirty="0"/>
              <a:t>Leonardo Rodoni - Swisscom</a:t>
            </a:r>
          </a:p>
          <a:p>
            <a:pPr marL="304792" indent="-304792">
              <a:lnSpc>
                <a:spcPct val="90000"/>
              </a:lnSpc>
              <a:spcBef>
                <a:spcPts val="0"/>
              </a:spcBef>
              <a:buSzPts val="1300"/>
              <a:buFont typeface="Calibri"/>
              <a:buChar char="•"/>
            </a:pPr>
            <a:r>
              <a:rPr lang="en-US" sz="1900" dirty="0"/>
              <a:t>Ahmed Elhassany – Swisscom</a:t>
            </a:r>
          </a:p>
          <a:p>
            <a:pPr marL="304792" indent="-304792">
              <a:lnSpc>
                <a:spcPct val="90000"/>
              </a:lnSpc>
              <a:spcBef>
                <a:spcPts val="0"/>
              </a:spcBef>
              <a:buSzPts val="1300"/>
              <a:buFont typeface="Calibri"/>
              <a:buChar char="•"/>
            </a:pPr>
            <a:r>
              <a:rPr lang="en-US" sz="1900" dirty="0"/>
              <a:t>Thomas Graf – Swisscom</a:t>
            </a:r>
          </a:p>
        </p:txBody>
      </p:sp>
      <p:sp>
        <p:nvSpPr>
          <p:cNvPr id="2" name="Rectangle 1">
            <a:extLst>
              <a:ext uri="{FF2B5EF4-FFF2-40B4-BE49-F238E27FC236}">
                <a16:creationId xmlns:a16="http://schemas.microsoft.com/office/drawing/2014/main" id="{93B85942-4EFE-2A7C-6BC7-685C09AA345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Google Shape;1523;p45">
            <a:extLst>
              <a:ext uri="{FF2B5EF4-FFF2-40B4-BE49-F238E27FC236}">
                <a16:creationId xmlns:a16="http://schemas.microsoft.com/office/drawing/2014/main" id="{57606C87-9C1E-6457-318F-CEFD173CD57E}"/>
              </a:ext>
            </a:extLst>
          </p:cNvPr>
          <p:cNvSpPr txBox="1">
            <a:spLocks noGrp="1"/>
          </p:cNvSpPr>
          <p:nvPr>
            <p:ph type="sldNum" idx="12"/>
          </p:nvPr>
        </p:nvSpPr>
        <p:spPr>
          <a:xfrm>
            <a:off x="11582401" y="6352982"/>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25</a:t>
            </a:fld>
            <a:endParaRPr lang="en-US" dirty="0"/>
          </a:p>
        </p:txBody>
      </p:sp>
      <p:sp>
        <p:nvSpPr>
          <p:cNvPr id="4" name="TextBox 3">
            <a:extLst>
              <a:ext uri="{FF2B5EF4-FFF2-40B4-BE49-F238E27FC236}">
                <a16:creationId xmlns:a16="http://schemas.microsoft.com/office/drawing/2014/main" id="{8D2130D3-D5E4-140D-AC74-7554E8B5290B}"/>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5" name="Google Shape;1652;p59">
            <a:extLst>
              <a:ext uri="{FF2B5EF4-FFF2-40B4-BE49-F238E27FC236}">
                <a16:creationId xmlns:a16="http://schemas.microsoft.com/office/drawing/2014/main" id="{7AC0F6D0-09C7-5DA3-2396-EC6BDBBAFEDC}"/>
              </a:ext>
            </a:extLst>
          </p:cNvPr>
          <p:cNvSpPr txBox="1">
            <a:spLocks/>
          </p:cNvSpPr>
          <p:nvPr/>
        </p:nvSpPr>
        <p:spPr>
          <a:xfrm>
            <a:off x="5247760" y="5013620"/>
            <a:ext cx="5789512" cy="1524000"/>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0" indent="0">
              <a:lnSpc>
                <a:spcPct val="90000"/>
              </a:lnSpc>
              <a:spcBef>
                <a:spcPts val="0"/>
              </a:spcBef>
              <a:buSzPts val="1300"/>
              <a:buNone/>
            </a:pPr>
            <a:r>
              <a:rPr lang="en-US" sz="2667" b="1" dirty="0">
                <a:solidFill>
                  <a:schemeClr val="tx1"/>
                </a:solidFill>
              </a:rPr>
              <a:t>Want to know more then join us at…</a:t>
            </a:r>
            <a:br>
              <a:rPr lang="en-US" sz="2667" b="1" dirty="0">
                <a:solidFill>
                  <a:schemeClr val="tx1"/>
                </a:solidFill>
              </a:rPr>
            </a:br>
            <a:r>
              <a:rPr lang="en-US" sz="1733" dirty="0"/>
              <a:t> </a:t>
            </a:r>
          </a:p>
          <a:p>
            <a:pPr marL="380990" indent="-380990">
              <a:lnSpc>
                <a:spcPct val="90000"/>
              </a:lnSpc>
              <a:spcBef>
                <a:spcPts val="0"/>
              </a:spcBef>
              <a:buSzPts val="1300"/>
            </a:pPr>
            <a:r>
              <a:rPr lang="en-US" sz="1733" dirty="0"/>
              <a:t>NMOP on </a:t>
            </a:r>
            <a:r>
              <a:rPr lang="en-US" sz="1733" b="1" dirty="0"/>
              <a:t>Monday 09:00 – 11:00</a:t>
            </a:r>
            <a:r>
              <a:rPr lang="en-US" sz="1733" dirty="0"/>
              <a:t> at the Grand Klimt Hall 2 for Message Broker, Message Key, BMP Telemetry Message document updates and hackathon related details.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2328</Words>
  <Application>Microsoft Office PowerPoint</Application>
  <PresentationFormat>Widescreen</PresentationFormat>
  <Paragraphs>409</Paragraphs>
  <Slides>25</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Calibri</vt:lpstr>
      <vt:lpstr>Calibri Body</vt:lpstr>
      <vt:lpstr>Calibri Light</vt:lpstr>
      <vt:lpstr>Courier New</vt:lpstr>
      <vt:lpstr>Noto Sans Symbols</vt:lpstr>
      <vt:lpstr>Wingdings</vt:lpstr>
      <vt:lpstr>Office Theme</vt:lpstr>
      <vt:lpstr>PowerPoint Presentation</vt:lpstr>
      <vt:lpstr>An Architecture for YANG-Push to Message Broker Integration Operational and Considerations Sections in -12</vt:lpstr>
      <vt:lpstr>An Architecture for YANG-Push to Message Broker Integration Changes in -13 and Next Steps</vt:lpstr>
      <vt:lpstr>An Architecture for YANG-Push to Message Broker Integration Normative References, State and Reviewers</vt:lpstr>
      <vt:lpstr>An Architecture for YANG-Push to Message Broker Integration Informative References, State and Reviewers</vt:lpstr>
      <vt:lpstr>Validate YANG-Push to Message Broker End-To-End Data Processing Chain IETF 126 Hackathon, July 18/19th 2026</vt:lpstr>
      <vt:lpstr>Hackathon Plan, Software and Website</vt:lpstr>
      <vt:lpstr>Hackathon – Repositories</vt:lpstr>
      <vt:lpstr>An Architecture for YANG-Push  to Message Broker Integration  draft-ietf-nmop-yang-message-broker-integration draft-ietf-nmop-message-broker-telemetry-message draft-ietf-nmop-yang-message-broker-message-key draft-netana-nmop-message-broker-bmp-telemetry-message </vt:lpstr>
      <vt:lpstr>YANG-Push Publisher - Subscription</vt:lpstr>
      <vt:lpstr>YANG-Push Publisher - Notifications</vt:lpstr>
      <vt:lpstr>PowerPoint Presentation</vt:lpstr>
      <vt:lpstr>PowerPoint Presentation</vt:lpstr>
      <vt:lpstr>YANG-Push Receiver - NetGauze™</vt:lpstr>
      <vt:lpstr>YANG Schema Registry</vt:lpstr>
      <vt:lpstr>Message Broker Producer - NetGauze™</vt:lpstr>
      <vt:lpstr>Message Broker Consumer – NetGauze™ (1)</vt:lpstr>
      <vt:lpstr>Message Broker Consumer – NetGauze™ (2)</vt:lpstr>
      <vt:lpstr>Message Broker Consumer – Cisco Crosswork (1)</vt:lpstr>
      <vt:lpstr>Message Broker Consumer – Cisco Crosswork (2)</vt:lpstr>
      <vt:lpstr>Message Broker Consumer – Cisco Crosswork (3)</vt:lpstr>
      <vt:lpstr>PowerPoint Presentation</vt:lpstr>
      <vt:lpstr>Next Steps from IETF 125 Hackathon…</vt:lpstr>
      <vt:lpstr>Next Steps for IETF 127 Hackathon…</vt:lpstr>
      <vt:lpstr>Thanks 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263</cp:revision>
  <dcterms:created xsi:type="dcterms:W3CDTF">2019-11-29T14:22:02Z</dcterms:created>
  <dcterms:modified xsi:type="dcterms:W3CDTF">2026-07-14T17:07:07Z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