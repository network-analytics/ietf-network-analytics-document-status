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145706285" r:id="rId5"/>
    <p:sldId id="2145706270" r:id="rId6"/>
    <p:sldId id="2145706271" r:id="rId7"/>
    <p:sldId id="2145706282" r:id="rId8"/>
    <p:sldId id="2145706283" r:id="rId9"/>
    <p:sldId id="275" r:id="rId10"/>
    <p:sldId id="276" r:id="rId11"/>
    <p:sldId id="277" r:id="rId12"/>
    <p:sldId id="2145706277" r:id="rId13"/>
    <p:sldId id="2145706268" r:id="rId14"/>
    <p:sldId id="2145706284" r:id="rId15"/>
    <p:sldId id="27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EA96E-12FA-4BFB-B7CD-5C0A29B0728E}" v="24" dt="2026-07-20T05:03:56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102" autoAdjust="0"/>
    <p:restoredTop sz="91695" autoAdjust="0"/>
  </p:normalViewPr>
  <p:slideViewPr>
    <p:cSldViewPr snapToGrid="0">
      <p:cViewPr varScale="1">
        <p:scale>
          <a:sx n="74" d="100"/>
          <a:sy n="74" d="100"/>
        </p:scale>
        <p:origin x="72" y="36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addSld delSld modSld">
      <pc:chgData name="Graf Thomas, SCS-INI-NET-VNC-E2E" userId="487bc3e3-9ce7-4cdd-b7b4-8899ea88d289" providerId="ADAL" clId="{ADEEF08A-D719-4B50-A383-4105EDA2C206}" dt="2026-07-20T05:03:58.248" v="297" actId="47"/>
      <pc:docMkLst>
        <pc:docMk/>
      </pc:docMkLst>
      <pc:sldChg chg="addSp modSp mod">
        <pc:chgData name="Graf Thomas, SCS-INI-NET-VNC-E2E" userId="487bc3e3-9ce7-4cdd-b7b4-8899ea88d289" providerId="ADAL" clId="{ADEEF08A-D719-4B50-A383-4105EDA2C206}" dt="2026-07-19T10:19:46.928" v="292" actId="1076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7-19T08:45:54.580" v="249" actId="255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7-19T10:19:46.928" v="292" actId="1076"/>
          <ac:picMkLst>
            <pc:docMk/>
            <pc:sldMk cId="0" sldId="272"/>
            <ac:picMk id="1026" creationId="{F44D3FD7-425F-A768-C1F5-B087C3CA36A1}"/>
          </ac:picMkLst>
        </pc:picChg>
      </pc:sldChg>
      <pc:sldChg chg="del">
        <pc:chgData name="Graf Thomas, SCS-INI-NET-VNC-E2E" userId="487bc3e3-9ce7-4cdd-b7b4-8899ea88d289" providerId="ADAL" clId="{ADEEF08A-D719-4B50-A383-4105EDA2C206}" dt="2026-07-20T05:03:58.248" v="297" actId="47"/>
        <pc:sldMkLst>
          <pc:docMk/>
          <pc:sldMk cId="3616314567" sldId="274"/>
        </pc:sldMkLst>
      </pc:sldChg>
      <pc:sldChg chg="modSp mod">
        <pc:chgData name="Graf Thomas, SCS-INI-NET-VNC-E2E" userId="487bc3e3-9ce7-4cdd-b7b4-8899ea88d289" providerId="ADAL" clId="{ADEEF08A-D719-4B50-A383-4105EDA2C206}" dt="2026-07-19T11:40:18.652" v="293" actId="20577"/>
        <pc:sldMkLst>
          <pc:docMk/>
          <pc:sldMk cId="984283064" sldId="275"/>
        </pc:sldMkLst>
        <pc:spChg chg="mod">
          <ac:chgData name="Graf Thomas, SCS-INI-NET-VNC-E2E" userId="487bc3e3-9ce7-4cdd-b7b4-8899ea88d289" providerId="ADAL" clId="{ADEEF08A-D719-4B50-A383-4105EDA2C206}" dt="2026-07-19T11:40:18.652" v="293" actId="20577"/>
          <ac:spMkLst>
            <pc:docMk/>
            <pc:sldMk cId="984283064" sldId="275"/>
            <ac:spMk id="18" creationId="{A350FCEA-6E80-6AEA-E88A-9B2A5E449AD1}"/>
          </ac:spMkLst>
        </pc:spChg>
        <pc:graphicFrameChg chg="mod modGraphic">
          <ac:chgData name="Graf Thomas, SCS-INI-NET-VNC-E2E" userId="487bc3e3-9ce7-4cdd-b7b4-8899ea88d289" providerId="ADAL" clId="{ADEEF08A-D719-4B50-A383-4105EDA2C206}" dt="2026-07-19T09:07:02.267" v="251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578665336" sldId="1041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750719351" sldId="2145706243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739912885" sldId="2145706245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881421618" sldId="2145706246"/>
        </pc:sldMkLst>
      </pc:sldChg>
      <pc:sldChg chg="del">
        <pc:chgData name="Graf Thomas, SCS-INI-NET-VNC-E2E" userId="487bc3e3-9ce7-4cdd-b7b4-8899ea88d289" providerId="ADAL" clId="{ADEEF08A-D719-4B50-A383-4105EDA2C206}" dt="2026-07-20T05:03:26.976" v="295" actId="47"/>
        <pc:sldMkLst>
          <pc:docMk/>
          <pc:sldMk cId="2993795036" sldId="2145706269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1488938283" sldId="2145706280"/>
        </pc:sldMkLst>
      </pc:sldChg>
      <pc:sldChg chg="del">
        <pc:chgData name="Graf Thomas, SCS-INI-NET-VNC-E2E" userId="487bc3e3-9ce7-4cdd-b7b4-8899ea88d289" providerId="ADAL" clId="{ADEEF08A-D719-4B50-A383-4105EDA2C206}" dt="2026-07-19T08:40:52.717" v="247" actId="47"/>
        <pc:sldMkLst>
          <pc:docMk/>
          <pc:sldMk cId="978591108" sldId="2145706281"/>
        </pc:sldMkLst>
      </pc:sldChg>
      <pc:sldChg chg="addSp delSp modSp add mod">
        <pc:chgData name="Graf Thomas, SCS-INI-NET-VNC-E2E" userId="487bc3e3-9ce7-4cdd-b7b4-8899ea88d289" providerId="ADAL" clId="{ADEEF08A-D719-4B50-A383-4105EDA2C206}" dt="2026-07-19T09:07:50.334" v="277" actId="20577"/>
        <pc:sldMkLst>
          <pc:docMk/>
          <pc:sldMk cId="1975838871" sldId="2145706282"/>
        </pc:sldMkLst>
        <pc:spChg chg="add del mod">
          <ac:chgData name="Graf Thomas, SCS-INI-NET-VNC-E2E" userId="487bc3e3-9ce7-4cdd-b7b4-8899ea88d289" providerId="ADAL" clId="{ADEEF08A-D719-4B50-A383-4105EDA2C206}" dt="2026-07-19T08:34:04.781" v="3" actId="478"/>
          <ac:spMkLst>
            <pc:docMk/>
            <pc:sldMk cId="1975838871" sldId="2145706282"/>
            <ac:spMk id="6" creationId="{645B7473-AC18-8B92-4966-3F569C3B0D64}"/>
          </ac:spMkLst>
        </pc:spChg>
        <pc:spChg chg="del">
          <ac:chgData name="Graf Thomas, SCS-INI-NET-VNC-E2E" userId="487bc3e3-9ce7-4cdd-b7b4-8899ea88d289" providerId="ADAL" clId="{ADEEF08A-D719-4B50-A383-4105EDA2C206}" dt="2026-07-19T08:34:03.284" v="2" actId="478"/>
          <ac:spMkLst>
            <pc:docMk/>
            <pc:sldMk cId="1975838871" sldId="2145706282"/>
            <ac:spMk id="11" creationId="{44FD3834-D355-EB3E-172C-4A752E6AE7D7}"/>
          </ac:spMkLst>
        </pc:spChg>
        <pc:spChg chg="add mod">
          <ac:chgData name="Graf Thomas, SCS-INI-NET-VNC-E2E" userId="487bc3e3-9ce7-4cdd-b7b4-8899ea88d289" providerId="ADAL" clId="{ADEEF08A-D719-4B50-A383-4105EDA2C206}" dt="2026-07-19T09:07:50.334" v="277" actId="20577"/>
          <ac:spMkLst>
            <pc:docMk/>
            <pc:sldMk cId="1975838871" sldId="2145706282"/>
            <ac:spMk id="13" creationId="{294199AF-DE49-CEF5-3B42-4C0ED64CB7E4}"/>
          </ac:spMkLst>
        </pc:spChg>
        <pc:spChg chg="mod">
          <ac:chgData name="Graf Thomas, SCS-INI-NET-VNC-E2E" userId="487bc3e3-9ce7-4cdd-b7b4-8899ea88d289" providerId="ADAL" clId="{ADEEF08A-D719-4B50-A383-4105EDA2C206}" dt="2026-07-19T08:35:37.290" v="45" actId="20577"/>
          <ac:spMkLst>
            <pc:docMk/>
            <pc:sldMk cId="1975838871" sldId="2145706282"/>
            <ac:spMk id="1521" creationId="{F8866217-59C3-9562-4230-3580E12F9BE8}"/>
          </ac:spMkLst>
        </pc:spChg>
        <pc:picChg chg="del">
          <ac:chgData name="Graf Thomas, SCS-INI-NET-VNC-E2E" userId="487bc3e3-9ce7-4cdd-b7b4-8899ea88d289" providerId="ADAL" clId="{ADEEF08A-D719-4B50-A383-4105EDA2C206}" dt="2026-07-19T08:34:05.501" v="4" actId="478"/>
          <ac:picMkLst>
            <pc:docMk/>
            <pc:sldMk cId="1975838871" sldId="2145706282"/>
            <ac:picMk id="5" creationId="{6A15CEC7-F093-A6CA-8D9E-24715B4F1F43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9" creationId="{75605D30-1CC0-030C-82E1-9C055A7BB88A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12" creationId="{7FBF8E69-25C2-F773-DBE5-1317A3E69E4D}"/>
          </ac:picMkLst>
        </pc:picChg>
      </pc:sldChg>
      <pc:sldChg chg="add">
        <pc:chgData name="Graf Thomas, SCS-INI-NET-VNC-E2E" userId="487bc3e3-9ce7-4cdd-b7b4-8899ea88d289" providerId="ADAL" clId="{ADEEF08A-D719-4B50-A383-4105EDA2C206}" dt="2026-07-19T08:40:50.810" v="246"/>
        <pc:sldMkLst>
          <pc:docMk/>
          <pc:sldMk cId="3660315973" sldId="2145706283"/>
        </pc:sldMkLst>
      </pc:sldChg>
      <pc:sldChg chg="add">
        <pc:chgData name="Graf Thomas, SCS-INI-NET-VNC-E2E" userId="487bc3e3-9ce7-4cdd-b7b4-8899ea88d289" providerId="ADAL" clId="{ADEEF08A-D719-4B50-A383-4105EDA2C206}" dt="2026-07-20T05:03:25.180" v="294"/>
        <pc:sldMkLst>
          <pc:docMk/>
          <pc:sldMk cId="4020447506" sldId="2145706284"/>
        </pc:sldMkLst>
      </pc:sldChg>
      <pc:sldChg chg="add">
        <pc:chgData name="Graf Thomas, SCS-INI-NET-VNC-E2E" userId="487bc3e3-9ce7-4cdd-b7b4-8899ea88d289" providerId="ADAL" clId="{ADEEF08A-D719-4B50-A383-4105EDA2C206}" dt="2026-07-20T05:03:56.566" v="296"/>
        <pc:sldMkLst>
          <pc:docMk/>
          <pc:sldMk cId="1774859522" sldId="2145706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B2F03925-E165-3AA5-14EB-68EE34EF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20B4B339-73E1-DD83-F9E0-16B0D0FD1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A9EE5C6-195B-75AE-6167-337BD9F35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7358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934EEF7E-55C3-E20A-E4DD-EDE9FD75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B3D807D-1832-14E8-7206-CE6CF5590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C9BB9CD-B3DC-4B60-CE95-CAF404C2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05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19.07.2026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releases/tag/v5.4.9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twork-analytics/ietf-network-analytics-document-status/tree/main/126/Hackatho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udp-notif#section-6" TargetMode="External"/><Relationship Id="rId5" Type="http://schemas.openxmlformats.org/officeDocument/2006/relationships/hyperlink" Target="https://datatracker.ietf.org/doc/html/rfc9254#section-3.3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9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hyperlink" Target="https://datatracker.ietf.org/doc/html/draft-ietf-netconf-yang-library-augmentedby" TargetMode="External"/><Relationship Id="rId4" Type="http://schemas.openxmlformats.org/officeDocument/2006/relationships/hyperlink" Target="https://datatracker.ietf.org/doc/html/rfc85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yang_tests/blob/master/report_v2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hassany/yang-push-key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6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57" TargetMode="External"/><Relationship Id="rId5" Type="http://schemas.openxmlformats.org/officeDocument/2006/relationships/hyperlink" Target="https://github.com/NetGauze/NetGauze/issues/449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netana-nmop-yang-anydata-validation" TargetMode="External"/><Relationship Id="rId2" Type="http://schemas.openxmlformats.org/officeDocument/2006/relationships/hyperlink" Target="https://github.com/network-analytics/yang-kafka-integration/pull/11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datatracker.ietf.org/doc/html/draft-ietf-nmop-yang-message-broker-message-key#section-3.2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126 Hackathon, July 18/19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1</a:t>
            </a:fld>
            <a:endParaRPr dirty="0"/>
          </a:p>
        </p:txBody>
      </p:sp>
      <p:pic>
        <p:nvPicPr>
          <p:cNvPr id="3" name="Picture 2" descr="IETF | Suggested IETF 126 Sessions for Getting Familiar with New Topics">
            <a:extLst>
              <a:ext uri="{FF2B5EF4-FFF2-40B4-BE49-F238E27FC236}">
                <a16:creationId xmlns:a16="http://schemas.microsoft.com/office/drawing/2014/main" id="{5F561052-D90B-7443-52F5-24F846E0E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831" y="2356855"/>
            <a:ext cx="5579872" cy="402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662924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(Router),MA (OLT), </a:t>
            </a:r>
            <a:r>
              <a:rPr lang="en-US" sz="1600" dirty="0" err="1"/>
              <a:t>Arrcus</a:t>
            </a:r>
            <a:r>
              <a:rPr lang="en-US" sz="1600" dirty="0"/>
              <a:t> Arcos and Ductus DMAP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/>
              <a:t>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/>
              <a:t>, Ciena Blue Planet UAA Workflow Engine, Cisco </a:t>
            </a:r>
            <a:r>
              <a:rPr lang="en-US" sz="1600" dirty="0" err="1"/>
              <a:t>Crosswork</a:t>
            </a:r>
            <a:r>
              <a:rPr lang="en-US" sz="1600" dirty="0"/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Libyang - </a:t>
            </a:r>
            <a:r>
              <a:rPr lang="en-US" sz="1600" dirty="0">
                <a:hlinkClick r:id="rId6"/>
              </a:rPr>
              <a:t>https://github.com/CESNET/libyang/releases/tag/v5.4.9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 err="1"/>
              <a:t>Yangkit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https://github.com/yang-central/yangkit/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and CBOR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3"/>
              </a:rPr>
              <a:t>https://github.com/network-analytics/ietf-network-analytics-document-status/tree/main/126/Hackathon/</a:t>
            </a:r>
            <a:endParaRPr lang="de-CH" sz="1600" dirty="0">
              <a:solidFill>
                <a:srgbClr val="00B0F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97AD8-22B5-E27A-E2F6-9342B03BB2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7" y="1891145"/>
            <a:ext cx="5793421" cy="2767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Validating </a:t>
            </a:r>
            <a:r>
              <a:rPr lang="en-US" sz="1333" dirty="0" err="1"/>
              <a:t>anydata</a:t>
            </a:r>
            <a:r>
              <a:rPr lang="en-US" sz="1333" dirty="0"/>
              <a:t> in YANG Library context</a:t>
            </a:r>
            <a:br>
              <a:rPr lang="en-US" sz="1333" dirty="0"/>
            </a:br>
            <a:r>
              <a:rPr lang="en-US" sz="1333" dirty="0">
                <a:hlinkClick r:id="rId13"/>
              </a:rPr>
              <a:t>draft-</a:t>
            </a:r>
            <a:r>
              <a:rPr lang="en-US" sz="1333" dirty="0" err="1">
                <a:hlinkClick r:id="rId13"/>
              </a:rPr>
              <a:t>netana</a:t>
            </a:r>
            <a:r>
              <a:rPr lang="en-US" sz="1333" dirty="0">
                <a:hlinkClick r:id="rId13"/>
              </a:rPr>
              <a:t>-</a:t>
            </a:r>
            <a:r>
              <a:rPr lang="en-US" sz="1333" dirty="0" err="1">
                <a:hlinkClick r:id="rId13"/>
              </a:rPr>
              <a:t>nmop</a:t>
            </a:r>
            <a:r>
              <a:rPr lang="en-US" sz="1333" dirty="0">
                <a:hlinkClick r:id="rId13"/>
              </a:rPr>
              <a:t>-yang-</a:t>
            </a:r>
            <a:r>
              <a:rPr lang="en-US" sz="1333" dirty="0" err="1">
                <a:hlinkClick r:id="rId13"/>
              </a:rPr>
              <a:t>anydata</a:t>
            </a:r>
            <a:r>
              <a:rPr lang="en-US" sz="1333" dirty="0">
                <a:hlinkClick r:id="rId13"/>
              </a:rPr>
              <a:t>-validation</a:t>
            </a:r>
            <a:endParaRPr lang="en-US" sz="1333" dirty="0"/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4859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48BD2AB-ED3A-E464-175F-E88670C9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F8866217-59C3-9562-4230-3580E12F9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UDP-Notif – DTLS and CBOR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FAF7-57B2-7987-99D5-B5484D625EA8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B97EA-30FD-F962-1487-48021726A3E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64C87A1-6890-5958-929C-2F26234DE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05D30-1CC0-030C-82E1-9C055A7B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0" y="2440420"/>
            <a:ext cx="5071015" cy="3719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BF8E69-25C2-F773-DBE5-1317A3E6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132" y="2440420"/>
            <a:ext cx="5781378" cy="3719015"/>
          </a:xfrm>
          <a:prstGeom prst="rect">
            <a:avLst/>
          </a:prstGeom>
        </p:spPr>
      </p:pic>
      <p:sp>
        <p:nvSpPr>
          <p:cNvPr id="13" name="Google Shape;1522;p45">
            <a:extLst>
              <a:ext uri="{FF2B5EF4-FFF2-40B4-BE49-F238E27FC236}">
                <a16:creationId xmlns:a16="http://schemas.microsoft.com/office/drawing/2014/main" id="{294199AF-DE49-CEF5-3B42-4C0ED64CB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7381" y="1417639"/>
            <a:ext cx="10418937" cy="8493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Cisco IOS XR, 6Wind VSR and Arrcus Arcos we have now three implementations support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CBOR Name Identifiers 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With Cisco IOS XR we have the first implementation support </a:t>
            </a:r>
            <a:r>
              <a:rPr lang="en" sz="1600" dirty="0">
                <a:ea typeface="Calibri"/>
                <a:cs typeface="Calibri"/>
                <a:sym typeface="Calibri"/>
                <a:hlinkClick r:id="rId6"/>
              </a:rPr>
              <a:t>DTLS 1.2 in UDP-Notif</a:t>
            </a:r>
            <a:r>
              <a:rPr lang="en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838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BBCD6CB7-1F92-3E93-79DF-00615991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3D996E3F-3C50-B6F1-48E1-B0BA03B6F4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Capabilities &amp; YANG Lib</a:t>
            </a:r>
            <a:r>
              <a:rPr lang="de-CH" sz="4533" dirty="0"/>
              <a:t>r</a:t>
            </a:r>
            <a:r>
              <a:rPr lang="en" sz="4533" dirty="0"/>
              <a:t>ary - RPC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289D24-3570-B0F2-DD7C-21179905022C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F75B5C-3C14-DCE6-34D6-2E3C6875A05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5DD11AD-51A0-3455-0F61-CBDE2353B0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EA234121-DE88-D68E-0FD9-976CDBB2D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8396446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RFC 9196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capabilities.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4"/>
              </a:rPr>
              <a:t>RFC 8525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-netconf-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library-augmentedby</a:t>
            </a:r>
            <a:r>
              <a:rPr lang="de-CH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18685-B89C-880C-44A0-31CBD603A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63" y="3188888"/>
            <a:ext cx="926911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3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126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314294"/>
              </p:ext>
            </p:extLst>
          </p:nvPr>
        </p:nvGraphicFramePr>
        <p:xfrm>
          <a:off x="815424" y="1370031"/>
          <a:ext cx="9648220" cy="49668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17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52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10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3525373323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4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dirty="0"/>
                        <a:t>Ductus DMAP</a:t>
                      </a:r>
                      <a:endParaRPr sz="1400" b="1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DTLS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043927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accent6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accent6"/>
                        </a:solidFill>
                        <a:latin typeface="+mn-lt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4" y="6352981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0173676"/>
              </p:ext>
            </p:extLst>
          </p:nvPr>
        </p:nvGraphicFramePr>
        <p:xfrm>
          <a:off x="818716" y="1575375"/>
          <a:ext cx="8666205" cy="38627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7092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3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604" y="136820"/>
            <a:ext cx="1721717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2399"/>
              </p:ext>
            </p:extLst>
          </p:nvPr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NetGauze™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Library Feature Comparison 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An extensive YANG feature comparison between the different YANG library open-source implementations.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Focuses on YANG features needed to validate YANG instance data against YANG schema and performing YANG to YANG transformations.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75D2F-D3C6-1E3E-7B32-A3EF56A0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121" y="1551389"/>
            <a:ext cx="6224183" cy="358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3BE3A-39F6-0022-F166-599CCA1463B8}"/>
              </a:ext>
            </a:extLst>
          </p:cNvPr>
          <p:cNvSpPr txBox="1"/>
          <p:nvPr/>
        </p:nvSpPr>
        <p:spPr>
          <a:xfrm>
            <a:off x="3470564" y="5706650"/>
            <a:ext cx="7652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hlinkClick r:id="rId4"/>
              </a:rPr>
              <a:t>https://github.com/network-analytics/yang_tests/blob/master/report_v2.pdf</a:t>
            </a:r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125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 err="1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 err="1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 err="1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5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6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 err="1"/>
              <a:t>libyang</a:t>
            </a:r>
            <a:r>
              <a:rPr lang="en-US" sz="2267" dirty="0"/>
              <a:t> 5.4.9 in YANG-Push Receiver and Message Broker Consumer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Message Key and Topic Name proof of concept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  <p:pic>
        <p:nvPicPr>
          <p:cNvPr id="13" name="Picture 1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5FDC4080-7DA9-34E9-74B9-93D13734B4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4" y="4915835"/>
            <a:ext cx="548203" cy="548203"/>
          </a:xfrm>
          <a:prstGeom prst="rect">
            <a:avLst/>
          </a:prstGeom>
        </p:spPr>
      </p:pic>
      <p:pic>
        <p:nvPicPr>
          <p:cNvPr id="14" name="Picture 13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6AEFD3DE-2F2A-33DA-E787-B482BC94EC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3" y="536594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building </a:t>
            </a:r>
            <a:r>
              <a:rPr lang="en-US" sz="2267" dirty="0">
                <a:hlinkClick r:id="rId2"/>
              </a:rPr>
              <a:t>RFC 8525 YANG Library in Java Message Broker Consumer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netana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nmop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and RFC 8525 YANG </a:t>
            </a:r>
            <a:r>
              <a:rPr lang="de-CH" sz="2400" dirty="0" err="1">
                <a:solidFill>
                  <a:schemeClr val="dk1"/>
                </a:solidFill>
              </a:rPr>
              <a:t>library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4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5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447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Jiaxin PAN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 err="1"/>
              <a:t>Zhengliang</a:t>
            </a:r>
            <a:r>
              <a:rPr lang="de-CH" sz="1800" dirty="0"/>
              <a:t> Li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Xiao Chen - Huawei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Muthumayan Madhayyan </a:t>
            </a:r>
            <a:r>
              <a:rPr lang="en-US" sz="1800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Jérémie Leska – 6Wind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Per Anderson - Ductus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Deepya Mandadi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IJsbrand Wijnands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Irfan Mohammad – </a:t>
            </a:r>
            <a:r>
              <a:rPr lang="de-CH" sz="1800" dirty="0" err="1"/>
              <a:t>Arrcus</a:t>
            </a:r>
            <a:endParaRPr lang="de-CH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Paolo Lucente – </a:t>
            </a:r>
            <a:r>
              <a:rPr lang="en-US" sz="1800" dirty="0" err="1"/>
              <a:t>Pmacct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Vivekananda Boudia – INSA Lyon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Alex Huang Feng – INSA Lyon/T-Systems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Maxence Younsi – INSA Lyon/Swisscom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800" dirty="0"/>
              <a:t>Ashvanth Kumar Selvakumaran - Telus</a:t>
            </a:r>
            <a:endParaRPr lang="en-US" sz="18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8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247760" y="4707082"/>
            <a:ext cx="5789512" cy="18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Monday 09:00 – 11:00</a:t>
            </a:r>
            <a:r>
              <a:rPr lang="en-US" sz="1733" dirty="0"/>
              <a:t> at the Grand Klimt Hall 2 for Message Broker, Message Key, BMP Telemetry Message document updates and hackathon related details.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NETMOD on </a:t>
            </a:r>
            <a:r>
              <a:rPr lang="en-US" sz="1733" b="1" dirty="0"/>
              <a:t>Thursday 09:00 – 11:00</a:t>
            </a:r>
            <a:r>
              <a:rPr lang="en-US" sz="1733" dirty="0"/>
              <a:t> at the Grand Klimt Hall 1 for YANG Library feature comparison related details.</a:t>
            </a:r>
          </a:p>
        </p:txBody>
      </p:sp>
      <p:pic>
        <p:nvPicPr>
          <p:cNvPr id="1026" name="4CD1093B-8C30-41C2-B696-A1EDA3707D17" descr="IMG_6121.JPG">
            <a:extLst>
              <a:ext uri="{FF2B5EF4-FFF2-40B4-BE49-F238E27FC236}">
                <a16:creationId xmlns:a16="http://schemas.microsoft.com/office/drawing/2014/main" id="{F44D3FD7-425F-A768-C1F5-B087C3CA36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35" t="25786" r="9350" b="23175"/>
          <a:stretch>
            <a:fillRect/>
          </a:stretch>
        </p:blipFill>
        <p:spPr bwMode="auto">
          <a:xfrm>
            <a:off x="4666150" y="1417639"/>
            <a:ext cx="6249464" cy="2871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1561</Words>
  <Application>Microsoft Office PowerPoint</Application>
  <PresentationFormat>Widescreen</PresentationFormat>
  <Paragraphs>310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Noto Sans Symbols</vt:lpstr>
      <vt:lpstr>Office Theme</vt:lpstr>
      <vt:lpstr>Validate YANG-Push to Message Broker End-To-End Data Processing Chain IETF 126 Hackathon, July 18/19th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YANG-Push UDP-Notif – DTLS and CBOR</vt:lpstr>
      <vt:lpstr>YANG-Push Capabilities &amp; YANG Library - RPC</vt:lpstr>
      <vt:lpstr>PowerPoint Presentation</vt:lpstr>
      <vt:lpstr>PowerPoint Presentation</vt:lpstr>
      <vt:lpstr>PowerPoint Presentation</vt:lpstr>
      <vt:lpstr>YANG Library Feature Comparison </vt:lpstr>
      <vt:lpstr>Next Steps from IETF 125 Hackathon…</vt:lpstr>
      <vt:lpstr>Next Steps for IETF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264</cp:revision>
  <dcterms:created xsi:type="dcterms:W3CDTF">2019-11-29T14:22:02Z</dcterms:created>
  <dcterms:modified xsi:type="dcterms:W3CDTF">2026-07-20T05:04:03Z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