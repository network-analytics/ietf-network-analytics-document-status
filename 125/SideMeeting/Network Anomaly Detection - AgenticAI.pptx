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6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7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6" r:id="rId5"/>
    <p:sldMasterId id="2147483693" r:id="rId6"/>
    <p:sldMasterId id="2147483703" r:id="rId7"/>
    <p:sldMasterId id="2147483715" r:id="rId8"/>
    <p:sldMasterId id="2147483746" r:id="rId9"/>
    <p:sldMasterId id="2147483762" r:id="rId10"/>
    <p:sldMasterId id="2147483796" r:id="rId11"/>
  </p:sldMasterIdLst>
  <p:notesMasterIdLst>
    <p:notesMasterId r:id="rId25"/>
  </p:notesMasterIdLst>
  <p:sldIdLst>
    <p:sldId id="26421" r:id="rId12"/>
    <p:sldId id="2147482978" r:id="rId13"/>
    <p:sldId id="1043" r:id="rId14"/>
    <p:sldId id="2145706385" r:id="rId15"/>
    <p:sldId id="2145706399" r:id="rId16"/>
    <p:sldId id="2147482972" r:id="rId17"/>
    <p:sldId id="2147482973" r:id="rId18"/>
    <p:sldId id="2145706389" r:id="rId19"/>
    <p:sldId id="2145706404" r:id="rId20"/>
    <p:sldId id="2145706321" r:id="rId21"/>
    <p:sldId id="2145706375" r:id="rId22"/>
    <p:sldId id="2147482976" r:id="rId23"/>
    <p:sldId id="2147482977" r:id="rId2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raf Thomas, INI-DOS-DPS-TCL" initials="GTI" lastIdx="10" clrIdx="0">
    <p:extLst>
      <p:ext uri="{19B8F6BF-5375-455C-9EA6-DF929625EA0E}">
        <p15:presenceInfo xmlns:p15="http://schemas.microsoft.com/office/powerpoint/2012/main" userId="S-1-5-21-796845957-1547161642-839522115-556206" providerId="AD"/>
      </p:ext>
    </p:extLst>
  </p:cmAuthor>
  <p:cmAuthor id="2" name="Author" initials="A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3198"/>
    <a:srgbClr val="1781E3"/>
    <a:srgbClr val="E61E64"/>
    <a:srgbClr val="11AAFF"/>
    <a:srgbClr val="5944C6"/>
    <a:srgbClr val="A63297"/>
    <a:srgbClr val="0011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E023D8-80F1-480C-B213-1AF80BEE9D69}" v="2" dt="2026-03-15T06:49:18.2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95" autoAdjust="0"/>
    <p:restoredTop sz="85311" autoAdjust="0"/>
  </p:normalViewPr>
  <p:slideViewPr>
    <p:cSldViewPr snapToGrid="0">
      <p:cViewPr varScale="1">
        <p:scale>
          <a:sx n="81" d="100"/>
          <a:sy n="81" d="100"/>
        </p:scale>
        <p:origin x="326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3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f Thomas, SCS-INI-NET-VNC-E2E" userId="487bc3e3-9ce7-4cdd-b7b4-8899ea88d289" providerId="ADAL" clId="{ADEEF08A-D719-4B50-A383-4105EDA2C206}"/>
    <pc:docChg chg="undo redo custSel addSld delSld modSld sldOrd delMainMaster">
      <pc:chgData name="Graf Thomas, SCS-INI-NET-VNC-E2E" userId="487bc3e3-9ce7-4cdd-b7b4-8899ea88d289" providerId="ADAL" clId="{ADEEF08A-D719-4B50-A383-4105EDA2C206}" dt="2026-03-15T07:05:14.989" v="2784" actId="20577"/>
      <pc:docMkLst>
        <pc:docMk/>
      </pc:docMkLst>
      <pc:sldChg chg="del">
        <pc:chgData name="Graf Thomas, SCS-INI-NET-VNC-E2E" userId="487bc3e3-9ce7-4cdd-b7b4-8899ea88d289" providerId="ADAL" clId="{ADEEF08A-D719-4B50-A383-4105EDA2C206}" dt="2026-03-15T06:23:56.480" v="2024" actId="47"/>
        <pc:sldMkLst>
          <pc:docMk/>
          <pc:sldMk cId="0" sldId="256"/>
        </pc:sldMkLst>
      </pc:sldChg>
      <pc:sldChg chg="addSp delSp modSp del mod or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3280121901" sldId="877"/>
        </pc:sldMkLst>
      </pc:sldChg>
      <pc:sldChg chg="modSp mod">
        <pc:chgData name="Graf Thomas, SCS-INI-NET-VNC-E2E" userId="487bc3e3-9ce7-4cdd-b7b4-8899ea88d289" providerId="ADAL" clId="{ADEEF08A-D719-4B50-A383-4105EDA2C206}" dt="2026-03-15T07:05:14.989" v="2784" actId="20577"/>
        <pc:sldMkLst>
          <pc:docMk/>
          <pc:sldMk cId="4186626961" sldId="1043"/>
        </pc:sldMkLst>
        <pc:spChg chg="mod">
          <ac:chgData name="Graf Thomas, SCS-INI-NET-VNC-E2E" userId="487bc3e3-9ce7-4cdd-b7b4-8899ea88d289" providerId="ADAL" clId="{ADEEF08A-D719-4B50-A383-4105EDA2C206}" dt="2026-03-15T07:05:14.989" v="2784" actId="20577"/>
          <ac:spMkLst>
            <pc:docMk/>
            <pc:sldMk cId="4186626961" sldId="1043"/>
            <ac:spMk id="5" creationId="{1655E853-B7DC-4ECA-B288-B34C8B491CAD}"/>
          </ac:spMkLst>
        </pc:spChg>
      </pc:sldChg>
      <pc:sldChg chg="del">
        <pc:chgData name="Graf Thomas, SCS-INI-NET-VNC-E2E" userId="487bc3e3-9ce7-4cdd-b7b4-8899ea88d289" providerId="ADAL" clId="{ADEEF08A-D719-4B50-A383-4105EDA2C206}" dt="2026-03-07T09:34:53.170" v="739" actId="47"/>
        <pc:sldMkLst>
          <pc:docMk/>
          <pc:sldMk cId="578294043" sldId="2707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3487199678" sldId="26340"/>
        </pc:sldMkLst>
      </pc:sldChg>
      <pc:sldChg chg="addSp modSp mod modNotesTx">
        <pc:chgData name="Graf Thomas, SCS-INI-NET-VNC-E2E" userId="487bc3e3-9ce7-4cdd-b7b4-8899ea88d289" providerId="ADAL" clId="{ADEEF08A-D719-4B50-A383-4105EDA2C206}" dt="2026-03-15T06:42:20.656" v="2221" actId="20577"/>
        <pc:sldMkLst>
          <pc:docMk/>
          <pc:sldMk cId="83413648" sldId="26421"/>
        </pc:sldMkLst>
        <pc:spChg chg="mod">
          <ac:chgData name="Graf Thomas, SCS-INI-NET-VNC-E2E" userId="487bc3e3-9ce7-4cdd-b7b4-8899ea88d289" providerId="ADAL" clId="{ADEEF08A-D719-4B50-A383-4105EDA2C206}" dt="2026-03-07T08:45:05.204" v="71" actId="14100"/>
          <ac:spMkLst>
            <pc:docMk/>
            <pc:sldMk cId="83413648" sldId="26421"/>
            <ac:spMk id="2" creationId="{00000000-0000-0000-0000-000000000000}"/>
          </ac:spMkLst>
        </pc:spChg>
        <pc:spChg chg="add mod">
          <ac:chgData name="Graf Thomas, SCS-INI-NET-VNC-E2E" userId="487bc3e3-9ce7-4cdd-b7b4-8899ea88d289" providerId="ADAL" clId="{ADEEF08A-D719-4B50-A383-4105EDA2C206}" dt="2026-03-15T06:31:45.793" v="2036" actId="20577"/>
          <ac:spMkLst>
            <pc:docMk/>
            <pc:sldMk cId="83413648" sldId="26421"/>
            <ac:spMk id="3" creationId="{08FD75C9-9A30-6DF1-64D5-AF23FE107720}"/>
          </ac:spMkLst>
        </pc:spChg>
        <pc:spChg chg="mod">
          <ac:chgData name="Graf Thomas, SCS-INI-NET-VNC-E2E" userId="487bc3e3-9ce7-4cdd-b7b4-8899ea88d289" providerId="ADAL" clId="{ADEEF08A-D719-4B50-A383-4105EDA2C206}" dt="2026-03-07T08:47:48.640" v="117" actId="948"/>
          <ac:spMkLst>
            <pc:docMk/>
            <pc:sldMk cId="83413648" sldId="26421"/>
            <ac:spMk id="5" creationId="{322ED2BF-7B71-4061-81BF-3C0686B7D4D5}"/>
          </ac:spMkLst>
        </pc:spChg>
        <pc:picChg chg="mod">
          <ac:chgData name="Graf Thomas, SCS-INI-NET-VNC-E2E" userId="487bc3e3-9ce7-4cdd-b7b4-8899ea88d289" providerId="ADAL" clId="{ADEEF08A-D719-4B50-A383-4105EDA2C206}" dt="2026-03-07T08:45:24.010" v="75" actId="1076"/>
          <ac:picMkLst>
            <pc:docMk/>
            <pc:sldMk cId="83413648" sldId="26421"/>
            <ac:picMk id="17" creationId="{DA647578-0E97-4ED1-B135-13AFE1031032}"/>
          </ac:picMkLst>
        </pc:picChg>
      </pc:sldChg>
      <pc:sldChg chg="addSp delSp modSp del mo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345214459" sldId="2145706207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670772560" sldId="2145706220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4289221130" sldId="2145706251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1112473141" sldId="2145706252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3286814439" sldId="2145706254"/>
        </pc:sldMkLst>
      </pc:sldChg>
      <pc:sldChg chg="add del">
        <pc:chgData name="Graf Thomas, SCS-INI-NET-VNC-E2E" userId="487bc3e3-9ce7-4cdd-b7b4-8899ea88d289" providerId="ADAL" clId="{ADEEF08A-D719-4B50-A383-4105EDA2C206}" dt="2026-03-08T15:42:43.756" v="1887" actId="47"/>
        <pc:sldMkLst>
          <pc:docMk/>
          <pc:sldMk cId="1223015980" sldId="2145706255"/>
        </pc:sldMkLst>
      </pc:sldChg>
      <pc:sldChg chg="modSp add del mo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442376467" sldId="2145706256"/>
        </pc:sldMkLst>
      </pc:sldChg>
      <pc:sldChg chg="add del ord">
        <pc:chgData name="Graf Thomas, SCS-INI-NET-VNC-E2E" userId="487bc3e3-9ce7-4cdd-b7b4-8899ea88d289" providerId="ADAL" clId="{ADEEF08A-D719-4B50-A383-4105EDA2C206}" dt="2026-03-08T15:42:43.756" v="1887" actId="47"/>
        <pc:sldMkLst>
          <pc:docMk/>
          <pc:sldMk cId="140056609" sldId="2145706257"/>
        </pc:sldMkLst>
      </pc:sldChg>
      <pc:sldChg chg="addSp modSp del mo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3606642413" sldId="2145706261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2764131050" sldId="2145706278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2735911706" sldId="2145706288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875674124" sldId="2145706289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3760298676" sldId="2145706299"/>
        </pc:sldMkLst>
      </pc:sldChg>
      <pc:sldChg chg="del or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636203143" sldId="2145706315"/>
        </pc:sldMkLst>
      </pc:sldChg>
      <pc:sldChg chg="add del">
        <pc:chgData name="Graf Thomas, SCS-INI-NET-VNC-E2E" userId="487bc3e3-9ce7-4cdd-b7b4-8899ea88d289" providerId="ADAL" clId="{ADEEF08A-D719-4B50-A383-4105EDA2C206}" dt="2026-03-15T06:33:07.236" v="2037"/>
        <pc:sldMkLst>
          <pc:docMk/>
          <pc:sldMk cId="428523796" sldId="2145706321"/>
        </pc:sldMkLst>
      </pc:sldChg>
      <pc:sldChg chg="del">
        <pc:chgData name="Graf Thomas, SCS-INI-NET-VNC-E2E" userId="487bc3e3-9ce7-4cdd-b7b4-8899ea88d289" providerId="ADAL" clId="{ADEEF08A-D719-4B50-A383-4105EDA2C206}" dt="2026-03-15T06:23:56.480" v="2024" actId="47"/>
        <pc:sldMkLst>
          <pc:docMk/>
          <pc:sldMk cId="3771165461" sldId="2145706322"/>
        </pc:sldMkLst>
      </pc:sldChg>
      <pc:sldChg chg="ord">
        <pc:chgData name="Graf Thomas, SCS-INI-NET-VNC-E2E" userId="487bc3e3-9ce7-4cdd-b7b4-8899ea88d289" providerId="ADAL" clId="{ADEEF08A-D719-4B50-A383-4105EDA2C206}" dt="2026-03-15T06:26:32.542" v="2027"/>
        <pc:sldMkLst>
          <pc:docMk/>
          <pc:sldMk cId="3966645194" sldId="2145706375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680137643" sldId="2145706382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4022687214" sldId="2145706383"/>
        </pc:sldMkLst>
      </pc:sldChg>
      <pc:sldChg chg="addSp modSp del mo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365505520" sldId="2145706384"/>
        </pc:sldMkLst>
      </pc:sldChg>
      <pc:sldChg chg="ord modNotesTx">
        <pc:chgData name="Graf Thomas, SCS-INI-NET-VNC-E2E" userId="487bc3e3-9ce7-4cdd-b7b4-8899ea88d289" providerId="ADAL" clId="{ADEEF08A-D719-4B50-A383-4105EDA2C206}" dt="2026-03-15T06:42:07.877" v="2217" actId="20577"/>
        <pc:sldMkLst>
          <pc:docMk/>
          <pc:sldMk cId="1826289291" sldId="2145706385"/>
        </pc:sldMkLst>
      </pc:sldChg>
      <pc:sldChg chg="addSp modSp del mo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343735406" sldId="2145706386"/>
        </pc:sldMkLst>
      </pc:sldChg>
      <pc:sldChg chg="addSp delSp modSp del mo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1450796430" sldId="2145706387"/>
        </pc:sldMkLst>
      </pc:sldChg>
      <pc:sldChg chg="ord">
        <pc:chgData name="Graf Thomas, SCS-INI-NET-VNC-E2E" userId="487bc3e3-9ce7-4cdd-b7b4-8899ea88d289" providerId="ADAL" clId="{ADEEF08A-D719-4B50-A383-4105EDA2C206}" dt="2026-03-15T06:26:52.198" v="2029"/>
        <pc:sldMkLst>
          <pc:docMk/>
          <pc:sldMk cId="2205152440" sldId="2145706389"/>
        </pc:sldMkLst>
      </pc:sldChg>
      <pc:sldChg chg="del or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2284482077" sldId="2145706390"/>
        </pc:sldMkLst>
      </pc:sldChg>
      <pc:sldChg chg="del">
        <pc:chgData name="Graf Thomas, SCS-INI-NET-VNC-E2E" userId="487bc3e3-9ce7-4cdd-b7b4-8899ea88d289" providerId="ADAL" clId="{ADEEF08A-D719-4B50-A383-4105EDA2C206}" dt="2026-03-15T06:22:42.717" v="2022" actId="47"/>
        <pc:sldMkLst>
          <pc:docMk/>
          <pc:sldMk cId="2839905002" sldId="2145706391"/>
        </pc:sldMkLst>
      </pc:sldChg>
      <pc:sldChg chg="addSp delSp modSp del mo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2948190088" sldId="2145706393"/>
        </pc:sldMkLst>
      </pc:sldChg>
      <pc:sldChg chg="addSp delSp modSp del mo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1409726424" sldId="2145706394"/>
        </pc:sldMkLst>
      </pc:sldChg>
      <pc:sldChg chg="addSp delSp modSp del mo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1014424318" sldId="2145706395"/>
        </pc:sldMkLst>
      </pc:sldChg>
      <pc:sldChg chg="addSp delSp modSp del mo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2261495533" sldId="2145706396"/>
        </pc:sldMkLst>
      </pc:sldChg>
      <pc:sldChg chg="del or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3815596983" sldId="2145706398"/>
        </pc:sldMkLst>
      </pc:sldChg>
      <pc:sldChg chg="del">
        <pc:chgData name="Graf Thomas, SCS-INI-NET-VNC-E2E" userId="487bc3e3-9ce7-4cdd-b7b4-8899ea88d289" providerId="ADAL" clId="{ADEEF08A-D719-4B50-A383-4105EDA2C206}" dt="2026-03-15T06:22:26.555" v="2019" actId="47"/>
        <pc:sldMkLst>
          <pc:docMk/>
          <pc:sldMk cId="2739831558" sldId="2145706400"/>
        </pc:sldMkLst>
      </pc:sldChg>
      <pc:sldChg chg="del">
        <pc:chgData name="Graf Thomas, SCS-INI-NET-VNC-E2E" userId="487bc3e3-9ce7-4cdd-b7b4-8899ea88d289" providerId="ADAL" clId="{ADEEF08A-D719-4B50-A383-4105EDA2C206}" dt="2026-03-15T06:22:28.370" v="2020" actId="47"/>
        <pc:sldMkLst>
          <pc:docMk/>
          <pc:sldMk cId="1230925124" sldId="2145706401"/>
        </pc:sldMkLst>
      </pc:sldChg>
      <pc:sldChg chg="del">
        <pc:chgData name="Graf Thomas, SCS-INI-NET-VNC-E2E" userId="487bc3e3-9ce7-4cdd-b7b4-8899ea88d289" providerId="ADAL" clId="{ADEEF08A-D719-4B50-A383-4105EDA2C206}" dt="2026-03-15T06:24:28.615" v="2025" actId="47"/>
        <pc:sldMkLst>
          <pc:docMk/>
          <pc:sldMk cId="133750206" sldId="2145706402"/>
        </pc:sldMkLst>
      </pc:sldChg>
      <pc:sldChg chg="del">
        <pc:chgData name="Graf Thomas, SCS-INI-NET-VNC-E2E" userId="487bc3e3-9ce7-4cdd-b7b4-8899ea88d289" providerId="ADAL" clId="{ADEEF08A-D719-4B50-A383-4105EDA2C206}" dt="2026-03-15T06:22:36.105" v="2021" actId="47"/>
        <pc:sldMkLst>
          <pc:docMk/>
          <pc:sldMk cId="1815981573" sldId="2145706403"/>
        </pc:sldMkLst>
      </pc:sldChg>
      <pc:sldChg chg="ord">
        <pc:chgData name="Graf Thomas, SCS-INI-NET-VNC-E2E" userId="487bc3e3-9ce7-4cdd-b7b4-8899ea88d289" providerId="ADAL" clId="{ADEEF08A-D719-4B50-A383-4105EDA2C206}" dt="2026-03-15T06:26:52.198" v="2029"/>
        <pc:sldMkLst>
          <pc:docMk/>
          <pc:sldMk cId="1066572097" sldId="2145706404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3586765327" sldId="2145706405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4133222730" sldId="2145706406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733477465" sldId="2145706407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484138237" sldId="2145706408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1321744788" sldId="2145706409"/>
        </pc:sldMkLst>
      </pc:sldChg>
      <pc:sldChg chg="modSp del mo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2327359748" sldId="2145706410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1857915511" sldId="2145706413"/>
        </pc:sldMkLst>
      </pc:sldChg>
      <pc:sldChg chg="modSp 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2932151934" sldId="2145706414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3515573910" sldId="2147482825"/>
        </pc:sldMkLst>
      </pc:sldChg>
      <pc:sldChg chg="addSp delSp modSp add del mod or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1216185590" sldId="2147482893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2387210010" sldId="2147482928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4204659956" sldId="2147482929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2728593946" sldId="2147482933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752075303" sldId="2147482934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1270576870" sldId="2147482935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458433535" sldId="2147482936"/>
        </pc:sldMkLst>
      </pc:sldChg>
      <pc:sldChg chg="del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4251362371" sldId="2147482969"/>
        </pc:sldMkLst>
      </pc:sldChg>
      <pc:sldChg chg="del or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598781198" sldId="2147482970"/>
        </pc:sldMkLst>
      </pc:sldChg>
      <pc:sldChg chg="del modNotesTx">
        <pc:chgData name="Graf Thomas, SCS-INI-NET-VNC-E2E" userId="487bc3e3-9ce7-4cdd-b7b4-8899ea88d289" providerId="ADAL" clId="{ADEEF08A-D719-4B50-A383-4105EDA2C206}" dt="2026-03-15T06:59:26.622" v="2453" actId="47"/>
        <pc:sldMkLst>
          <pc:docMk/>
          <pc:sldMk cId="1002719251" sldId="2147482971"/>
        </pc:sldMkLst>
      </pc:sldChg>
      <pc:sldChg chg="modNotesTx">
        <pc:chgData name="Graf Thomas, SCS-INI-NET-VNC-E2E" userId="487bc3e3-9ce7-4cdd-b7b4-8899ea88d289" providerId="ADAL" clId="{ADEEF08A-D719-4B50-A383-4105EDA2C206}" dt="2026-03-15T06:43:16.008" v="2349" actId="20577"/>
        <pc:sldMkLst>
          <pc:docMk/>
          <pc:sldMk cId="1998799784" sldId="2147482972"/>
        </pc:sldMkLst>
      </pc:sldChg>
      <pc:sldChg chg="del">
        <pc:chgData name="Graf Thomas, SCS-INI-NET-VNC-E2E" userId="487bc3e3-9ce7-4cdd-b7b4-8899ea88d289" providerId="ADAL" clId="{ADEEF08A-D719-4B50-A383-4105EDA2C206}" dt="2026-03-15T06:23:45.418" v="2023" actId="47"/>
        <pc:sldMkLst>
          <pc:docMk/>
          <pc:sldMk cId="3925798545" sldId="2147482974"/>
        </pc:sldMkLst>
      </pc:sldChg>
      <pc:sldChg chg="del">
        <pc:chgData name="Graf Thomas, SCS-INI-NET-VNC-E2E" userId="487bc3e3-9ce7-4cdd-b7b4-8899ea88d289" providerId="ADAL" clId="{ADEEF08A-D719-4B50-A383-4105EDA2C206}" dt="2026-03-15T06:28:03.366" v="2032" actId="47"/>
        <pc:sldMkLst>
          <pc:docMk/>
          <pc:sldMk cId="3319872352" sldId="2147482975"/>
        </pc:sldMkLst>
      </pc:sldChg>
      <pc:sldChg chg="modNotesTx">
        <pc:chgData name="Graf Thomas, SCS-INI-NET-VNC-E2E" userId="487bc3e3-9ce7-4cdd-b7b4-8899ea88d289" providerId="ADAL" clId="{ADEEF08A-D719-4B50-A383-4105EDA2C206}" dt="2026-03-15T06:40:13.314" v="2074" actId="20577"/>
        <pc:sldMkLst>
          <pc:docMk/>
          <pc:sldMk cId="999996487" sldId="2147482976"/>
        </pc:sldMkLst>
      </pc:sldChg>
      <pc:sldChg chg="modNotesTx">
        <pc:chgData name="Graf Thomas, SCS-INI-NET-VNC-E2E" userId="487bc3e3-9ce7-4cdd-b7b4-8899ea88d289" providerId="ADAL" clId="{ADEEF08A-D719-4B50-A383-4105EDA2C206}" dt="2026-03-15T06:44:49.016" v="2448" actId="20577"/>
        <pc:sldMkLst>
          <pc:docMk/>
          <pc:sldMk cId="3507672984" sldId="2147482977"/>
        </pc:sldMkLst>
      </pc:sldChg>
      <pc:sldChg chg="addSp delSp modSp add del mo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122569748" sldId="2147482978"/>
        </pc:sldMkLst>
      </pc:sldChg>
      <pc:sldChg chg="modSp add mod">
        <pc:chgData name="Graf Thomas, SCS-INI-NET-VNC-E2E" userId="487bc3e3-9ce7-4cdd-b7b4-8899ea88d289" providerId="ADAL" clId="{ADEEF08A-D719-4B50-A383-4105EDA2C206}" dt="2026-03-15T06:49:53.885" v="2452" actId="20577"/>
        <pc:sldMkLst>
          <pc:docMk/>
          <pc:sldMk cId="2923340613" sldId="2147482978"/>
        </pc:sldMkLst>
        <pc:spChg chg="mod">
          <ac:chgData name="Graf Thomas, SCS-INI-NET-VNC-E2E" userId="487bc3e3-9ce7-4cdd-b7b4-8899ea88d289" providerId="ADAL" clId="{ADEEF08A-D719-4B50-A383-4105EDA2C206}" dt="2026-03-15T06:49:53.885" v="2452" actId="20577"/>
          <ac:spMkLst>
            <pc:docMk/>
            <pc:sldMk cId="2923340613" sldId="2147482978"/>
            <ac:spMk id="2" creationId="{55FCAB01-72E9-E357-ED07-CC71E12C41EA}"/>
          </ac:spMkLst>
        </pc:spChg>
      </pc:sldChg>
      <pc:sldChg chg="addSp delSp modSp add del mo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3606912387" sldId="2147482979"/>
        </pc:sldMkLst>
      </pc:sldChg>
      <pc:sldChg chg="addSp delSp modSp add del mo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2856282570" sldId="2147482980"/>
        </pc:sldMkLst>
      </pc:sldChg>
      <pc:sldChg chg="addSp delSp modSp add del mo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410246362" sldId="2147482981"/>
        </pc:sldMkLst>
      </pc:sldChg>
      <pc:sldChg chg="addSp delSp modSp add del mod or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528543789" sldId="2147482982"/>
        </pc:sldMkLst>
      </pc:sldChg>
      <pc:sldChg chg="addSp delSp modSp add del mod ord">
        <pc:chgData name="Graf Thomas, SCS-INI-NET-VNC-E2E" userId="487bc3e3-9ce7-4cdd-b7b4-8899ea88d289" providerId="ADAL" clId="{ADEEF08A-D719-4B50-A383-4105EDA2C206}" dt="2026-03-15T06:22:17.186" v="2018" actId="47"/>
        <pc:sldMkLst>
          <pc:docMk/>
          <pc:sldMk cId="2738948195" sldId="2147482983"/>
        </pc:sldMkLst>
      </pc:sldChg>
      <pc:sldMasterChg chg="del delSldLayout">
        <pc:chgData name="Graf Thomas, SCS-INI-NET-VNC-E2E" userId="487bc3e3-9ce7-4cdd-b7b4-8899ea88d289" providerId="ADAL" clId="{ADEEF08A-D719-4B50-A383-4105EDA2C206}" dt="2026-03-15T06:22:17.186" v="2018" actId="47"/>
        <pc:sldMasterMkLst>
          <pc:docMk/>
          <pc:sldMasterMk cId="1712305269" sldId="2147483818"/>
        </pc:sldMasterMkLst>
        <pc:sldLayoutChg chg="del">
          <pc:chgData name="Graf Thomas, SCS-INI-NET-VNC-E2E" userId="487bc3e3-9ce7-4cdd-b7b4-8899ea88d289" providerId="ADAL" clId="{ADEEF08A-D719-4B50-A383-4105EDA2C206}" dt="2026-03-15T06:22:17.186" v="2018" actId="47"/>
          <pc:sldLayoutMkLst>
            <pc:docMk/>
            <pc:sldMasterMk cId="1712305269" sldId="2147483818"/>
            <pc:sldLayoutMk cId="1501398387" sldId="2147483819"/>
          </pc:sldLayoutMkLst>
        </pc:sldLayoutChg>
        <pc:sldLayoutChg chg="del">
          <pc:chgData name="Graf Thomas, SCS-INI-NET-VNC-E2E" userId="487bc3e3-9ce7-4cdd-b7b4-8899ea88d289" providerId="ADAL" clId="{ADEEF08A-D719-4B50-A383-4105EDA2C206}" dt="2026-03-15T06:22:17.186" v="2018" actId="47"/>
          <pc:sldLayoutMkLst>
            <pc:docMk/>
            <pc:sldMasterMk cId="1712305269" sldId="2147483818"/>
            <pc:sldLayoutMk cId="1908102128" sldId="2147483820"/>
          </pc:sldLayoutMkLst>
        </pc:sldLayoutChg>
        <pc:sldLayoutChg chg="del">
          <pc:chgData name="Graf Thomas, SCS-INI-NET-VNC-E2E" userId="487bc3e3-9ce7-4cdd-b7b4-8899ea88d289" providerId="ADAL" clId="{ADEEF08A-D719-4B50-A383-4105EDA2C206}" dt="2026-03-15T06:22:17.186" v="2018" actId="47"/>
          <pc:sldLayoutMkLst>
            <pc:docMk/>
            <pc:sldMasterMk cId="1712305269" sldId="2147483818"/>
            <pc:sldLayoutMk cId="3811648086" sldId="2147483821"/>
          </pc:sldLayoutMkLst>
        </pc:sldLayoutChg>
        <pc:sldLayoutChg chg="del">
          <pc:chgData name="Graf Thomas, SCS-INI-NET-VNC-E2E" userId="487bc3e3-9ce7-4cdd-b7b4-8899ea88d289" providerId="ADAL" clId="{ADEEF08A-D719-4B50-A383-4105EDA2C206}" dt="2026-03-15T06:22:17.186" v="2018" actId="47"/>
          <pc:sldLayoutMkLst>
            <pc:docMk/>
            <pc:sldMasterMk cId="1712305269" sldId="2147483818"/>
            <pc:sldLayoutMk cId="31450244" sldId="2147483822"/>
          </pc:sldLayoutMkLst>
        </pc:sldLayoutChg>
        <pc:sldLayoutChg chg="del">
          <pc:chgData name="Graf Thomas, SCS-INI-NET-VNC-E2E" userId="487bc3e3-9ce7-4cdd-b7b4-8899ea88d289" providerId="ADAL" clId="{ADEEF08A-D719-4B50-A383-4105EDA2C206}" dt="2026-03-15T06:22:17.186" v="2018" actId="47"/>
          <pc:sldLayoutMkLst>
            <pc:docMk/>
            <pc:sldMasterMk cId="1712305269" sldId="2147483818"/>
            <pc:sldLayoutMk cId="2776051661" sldId="2147483823"/>
          </pc:sldLayoutMkLst>
        </pc:sldLayoutChg>
        <pc:sldLayoutChg chg="del">
          <pc:chgData name="Graf Thomas, SCS-INI-NET-VNC-E2E" userId="487bc3e3-9ce7-4cdd-b7b4-8899ea88d289" providerId="ADAL" clId="{ADEEF08A-D719-4B50-A383-4105EDA2C206}" dt="2026-03-15T06:22:17.186" v="2018" actId="47"/>
          <pc:sldLayoutMkLst>
            <pc:docMk/>
            <pc:sldMasterMk cId="1712305269" sldId="2147483818"/>
            <pc:sldLayoutMk cId="2170834271" sldId="2147483824"/>
          </pc:sldLayoutMkLst>
        </pc:sldLayoutChg>
        <pc:sldLayoutChg chg="del">
          <pc:chgData name="Graf Thomas, SCS-INI-NET-VNC-E2E" userId="487bc3e3-9ce7-4cdd-b7b4-8899ea88d289" providerId="ADAL" clId="{ADEEF08A-D719-4B50-A383-4105EDA2C206}" dt="2026-03-15T06:22:17.186" v="2018" actId="47"/>
          <pc:sldLayoutMkLst>
            <pc:docMk/>
            <pc:sldMasterMk cId="1712305269" sldId="2147483818"/>
            <pc:sldLayoutMk cId="492099570" sldId="2147483825"/>
          </pc:sldLayoutMkLst>
        </pc:sldLayoutChg>
        <pc:sldLayoutChg chg="del">
          <pc:chgData name="Graf Thomas, SCS-INI-NET-VNC-E2E" userId="487bc3e3-9ce7-4cdd-b7b4-8899ea88d289" providerId="ADAL" clId="{ADEEF08A-D719-4B50-A383-4105EDA2C206}" dt="2026-03-15T06:22:17.186" v="2018" actId="47"/>
          <pc:sldLayoutMkLst>
            <pc:docMk/>
            <pc:sldMasterMk cId="1712305269" sldId="2147483818"/>
            <pc:sldLayoutMk cId="1703847578" sldId="2147483826"/>
          </pc:sldLayoutMkLst>
        </pc:sldLayoutChg>
        <pc:sldLayoutChg chg="del">
          <pc:chgData name="Graf Thomas, SCS-INI-NET-VNC-E2E" userId="487bc3e3-9ce7-4cdd-b7b4-8899ea88d289" providerId="ADAL" clId="{ADEEF08A-D719-4B50-A383-4105EDA2C206}" dt="2026-03-15T06:22:17.186" v="2018" actId="47"/>
          <pc:sldLayoutMkLst>
            <pc:docMk/>
            <pc:sldMasterMk cId="1712305269" sldId="2147483818"/>
            <pc:sldLayoutMk cId="1737714633" sldId="2147483827"/>
          </pc:sldLayoutMkLst>
        </pc:sldLayoutChg>
        <pc:sldLayoutChg chg="del">
          <pc:chgData name="Graf Thomas, SCS-INI-NET-VNC-E2E" userId="487bc3e3-9ce7-4cdd-b7b4-8899ea88d289" providerId="ADAL" clId="{ADEEF08A-D719-4B50-A383-4105EDA2C206}" dt="2026-03-15T06:22:17.186" v="2018" actId="47"/>
          <pc:sldLayoutMkLst>
            <pc:docMk/>
            <pc:sldMasterMk cId="1712305269" sldId="2147483818"/>
            <pc:sldLayoutMk cId="1796874104" sldId="2147483828"/>
          </pc:sldLayoutMkLst>
        </pc:sldLayoutChg>
        <pc:sldLayoutChg chg="del">
          <pc:chgData name="Graf Thomas, SCS-INI-NET-VNC-E2E" userId="487bc3e3-9ce7-4cdd-b7b4-8899ea88d289" providerId="ADAL" clId="{ADEEF08A-D719-4B50-A383-4105EDA2C206}" dt="2026-03-15T06:22:17.186" v="2018" actId="47"/>
          <pc:sldLayoutMkLst>
            <pc:docMk/>
            <pc:sldMasterMk cId="1712305269" sldId="2147483818"/>
            <pc:sldLayoutMk cId="638677354" sldId="2147483829"/>
          </pc:sldLayoutMkLst>
        </pc:sldLayoutChg>
        <pc:sldLayoutChg chg="del">
          <pc:chgData name="Graf Thomas, SCS-INI-NET-VNC-E2E" userId="487bc3e3-9ce7-4cdd-b7b4-8899ea88d289" providerId="ADAL" clId="{ADEEF08A-D719-4B50-A383-4105EDA2C206}" dt="2026-03-15T06:22:17.186" v="2018" actId="47"/>
          <pc:sldLayoutMkLst>
            <pc:docMk/>
            <pc:sldMasterMk cId="1712305269" sldId="2147483818"/>
            <pc:sldLayoutMk cId="707634597" sldId="214748383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DD433-4E40-433E-B175-009AB0739125}" type="datetimeFigureOut">
              <a:rPr lang="de-CH" smtClean="0"/>
              <a:t>15.03.2026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B1C083-703C-451B-9F49-71D74F7A8AD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62431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Missing agentic ai in the title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000" smtClean="0"/>
              <a:t>1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349738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655BE-0AA7-8FD0-3DE7-950D87FEE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C97989B-13EA-CD48-6D46-E75557B9A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F1409A9-39A6-E331-D010-993378EAE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5305DCE-662F-2B6A-78B0-019FE603AE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BBCCF6-F8A8-4C49-BF3D-CA1AA74CA97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5195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000" smtClean="0"/>
              <a:t>3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2262899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ABF4A-703A-F349-CE9F-C8ED57F57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68F0359-4885-7F75-1EB5-A9746F012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B5BAE45-1AF2-436C-86E4-CE04F9E46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What's the relationship with ai and the following incident example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89A2D64-11FB-D965-A7FD-DB072B3DDB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000" smtClean="0"/>
              <a:t>4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429244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42B76-5D86-3B69-0B89-F70B6E2A0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D2AF741-D876-3AF4-E37B-A1EAE736E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093DBFA-B181-3395-CB3C-AE2D12545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7D4636-7445-C8C5-C0CF-672E677FC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BBCCF6-F8A8-4C49-BF3D-CA1AA74CA97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1217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15EA6-756C-E2A0-E1BE-E9A0566CA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9DF041E-D265-C55C-80B1-C87ED67B6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84703AF-C974-FE79-8671-E2603B782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Sentences to key points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6A26AD-0335-E7DC-0B0B-957C6E09F6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BBCCF6-F8A8-4C49-BF3D-CA1AA74CA97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0474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A1DD3-D012-1092-FEEC-333235990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62769DD-C525-BBCF-C99E-F8036EE2A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5E9A2C3-5438-B4F4-8AE8-F8A7AFDB9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18DFCFB-1B85-F966-A713-717981251F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BBCCF6-F8A8-4C49-BF3D-CA1AA74CA97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1289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E56D3-8B20-B92D-9C5A-6A051A24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E826F98-30BE-805C-74E6-356899F11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CF6F8B4-86E3-36CE-EEC3-0F4423FD9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29014D-077B-A737-301F-5869F052B0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BBCCF6-F8A8-4C49-BF3D-CA1AA74CA97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0914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3C316-DD7E-FEFA-DF1D-786BD883E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9225028-6265-C38E-4985-CA84F9E9C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A215377-C3B3-2B23-0390-96E0BD7B4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214F17C-A3CA-BCEF-AE98-70ED85B7F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BBCCF6-F8A8-4C49-BF3D-CA1AA74CA97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1343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000" smtClean="0"/>
              <a:t>11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12572911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455A4-5315-5135-7AA1-3CDC46AD4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0A04D4B-5853-DB3F-E4B1-AFFB248EA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ACD6E11-69C9-76F6-9853-435D82B68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Remove (1)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3CD149-31CB-AAAE-BF27-4E5F01C66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BBCCF6-F8A8-4C49-BF3D-CA1AA74CA97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07866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5B216-1111-2ADF-75DC-98281CDC9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70BD9A9-6F1A-13DF-022C-4DA223A0B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E985E79-CB92-25BB-A924-A49FA4447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Maybe better to move to the beginning to keep people focus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5BD5DE-5099-6825-6D74-A3A3363BFF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BBCCF6-F8A8-4C49-BF3D-CA1AA74CA97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8826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.xml"/><Relationship Id="rId4" Type="http://schemas.openxmlformats.org/officeDocument/2006/relationships/image" Target="../media/image1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.xml"/><Relationship Id="rId4" Type="http://schemas.openxmlformats.org/officeDocument/2006/relationships/image" Target="../media/image1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9.xml"/><Relationship Id="rId4" Type="http://schemas.openxmlformats.org/officeDocument/2006/relationships/image" Target="../media/image1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0.xml"/><Relationship Id="rId4" Type="http://schemas.openxmlformats.org/officeDocument/2006/relationships/image" Target="../media/image1.png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1"/>
          <p:cNvSpPr>
            <a:spLocks noChangeShapeType="1"/>
          </p:cNvSpPr>
          <p:nvPr/>
        </p:nvSpPr>
        <p:spPr bwMode="auto">
          <a:xfrm>
            <a:off x="1221319" y="3357563"/>
            <a:ext cx="478578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11AAFF"/>
              </a:buClr>
              <a:defRPr/>
            </a:pPr>
            <a:endParaRPr lang="en-GB" sz="1800">
              <a:solidFill>
                <a:srgbClr val="001155"/>
              </a:solidFill>
              <a:cs typeface="ＭＳ Ｐゴシック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21319" y="1770065"/>
            <a:ext cx="9766300" cy="1570037"/>
          </a:xfrm>
        </p:spPr>
        <p:txBody>
          <a:bodyPr tIns="46800" rIns="90000" bIns="46800"/>
          <a:lstStyle>
            <a:lvl1pPr marL="0" indent="0">
              <a:defRPr/>
            </a:lvl1pPr>
          </a:lstStyle>
          <a:p>
            <a:pPr lvl="0"/>
            <a:r>
              <a:rPr lang="en-GB" noProof="0" err="1"/>
              <a:t>Titelmasterformat</a:t>
            </a:r>
            <a:r>
              <a:rPr lang="en-GB" noProof="0"/>
              <a:t> </a:t>
            </a:r>
            <a:r>
              <a:rPr lang="en-GB" noProof="0" err="1"/>
              <a:t>durch</a:t>
            </a:r>
            <a:r>
              <a:rPr lang="en-GB" noProof="0"/>
              <a:t> </a:t>
            </a:r>
            <a:r>
              <a:rPr lang="en-GB" noProof="0" err="1"/>
              <a:t>Klicken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21319" y="3590935"/>
            <a:ext cx="4785783" cy="1062039"/>
          </a:xfrm>
        </p:spPr>
        <p:txBody>
          <a:bodyPr tIns="45720" rIns="91440" bIns="45720"/>
          <a:lstStyle>
            <a:lvl1pPr marL="0" indent="0">
              <a:buFontTx/>
              <a:buNone/>
              <a:defRPr sz="1200"/>
            </a:lvl1pPr>
          </a:lstStyle>
          <a:p>
            <a:pPr lvl="0"/>
            <a:r>
              <a:rPr lang="en-GB" noProof="0" err="1"/>
              <a:t>Formatvorlage</a:t>
            </a:r>
            <a:r>
              <a:rPr lang="en-GB" noProof="0"/>
              <a:t> des </a:t>
            </a:r>
            <a:r>
              <a:rPr lang="en-GB" noProof="0" err="1"/>
              <a:t>Untertitelmasters</a:t>
            </a:r>
            <a:r>
              <a:rPr lang="en-GB" noProof="0"/>
              <a:t> </a:t>
            </a:r>
            <a:r>
              <a:rPr lang="en-GB" noProof="0" err="1"/>
              <a:t>durch</a:t>
            </a:r>
            <a:r>
              <a:rPr lang="en-GB" noProof="0"/>
              <a:t> </a:t>
            </a:r>
            <a:r>
              <a:rPr lang="en-GB" noProof="0" err="1"/>
              <a:t>Klicken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6751513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</a:t>
            </a:r>
            <a:r>
              <a:rPr lang="en-GB" err="1"/>
              <a:t>Ebene</a:t>
            </a:r>
            <a:endParaRPr lang="en-GB"/>
          </a:p>
          <a:p>
            <a:pPr lvl="2"/>
            <a:r>
              <a:rPr lang="en-GB" err="1"/>
              <a:t>Dritte</a:t>
            </a:r>
            <a:r>
              <a:rPr lang="en-GB"/>
              <a:t> </a:t>
            </a:r>
            <a:r>
              <a:rPr lang="en-GB" err="1"/>
              <a:t>Ebene</a:t>
            </a:r>
            <a:endParaRPr lang="en-GB"/>
          </a:p>
          <a:p>
            <a:pPr lvl="3"/>
            <a:r>
              <a:rPr lang="en-GB" err="1"/>
              <a:t>Vierte</a:t>
            </a:r>
            <a:r>
              <a:rPr lang="en-GB"/>
              <a:t> </a:t>
            </a:r>
            <a:r>
              <a:rPr lang="en-GB" err="1"/>
              <a:t>Ebene</a:t>
            </a:r>
            <a:endParaRPr lang="en-GB"/>
          </a:p>
          <a:p>
            <a:pPr lvl="4"/>
            <a:r>
              <a:rPr lang="en-GB" err="1"/>
              <a:t>Fünfte</a:t>
            </a:r>
            <a:r>
              <a:rPr lang="en-GB"/>
              <a:t> </a:t>
            </a:r>
            <a:r>
              <a:rPr lang="en-GB" err="1"/>
              <a:t>Ebene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TheSans Swisscom Light" pitchFamily="34" charset="0"/>
                <a:cs typeface="+mn-cs"/>
              </a:defRPr>
            </a:lvl1pPr>
          </a:lstStyle>
          <a:p>
            <a:pPr>
              <a:defRPr/>
            </a:pPr>
            <a:fld id="{900360E6-E0D1-4DE3-B7EF-572E88BF987B}" type="datetime1">
              <a:rPr lang="de-CH"/>
              <a:pPr>
                <a:defRPr/>
              </a:pPr>
              <a:t>15.03.2026</a:t>
            </a:fld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TheSans Swisscom Light" panose="020B0300040303060204" pitchFamily="34" charset="0"/>
              </a:defRPr>
            </a:lvl1pPr>
          </a:lstStyle>
          <a:p>
            <a:fld id="{0034A0F2-D3A6-41CD-94FA-346F3252FA64}" type="slidenum">
              <a:rPr lang="en-GB" altLang="de-DE"/>
              <a:pPr/>
              <a:t>‹#›</a:t>
            </a:fld>
            <a:endParaRPr lang="en-GB" altLang="de-DE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TheSans Swisscom Light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GB"/>
              <a:t>Swisscom Cloud </a:t>
            </a:r>
          </a:p>
        </p:txBody>
      </p:sp>
    </p:spTree>
    <p:extLst>
      <p:ext uri="{BB962C8B-B14F-4D97-AF65-F5344CB8AC3E}">
        <p14:creationId xmlns:p14="http://schemas.microsoft.com/office/powerpoint/2010/main" val="1214628970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TheSans Swisscom Light" pitchFamily="34" charset="0"/>
                <a:cs typeface="+mn-cs"/>
              </a:defRPr>
            </a:lvl1pPr>
          </a:lstStyle>
          <a:p>
            <a:pPr>
              <a:defRPr/>
            </a:pPr>
            <a:fld id="{72CDD404-C64A-4714-B349-0177F9317ABB}" type="datetime1">
              <a:rPr lang="de-CH"/>
              <a:pPr>
                <a:defRPr/>
              </a:pPr>
              <a:t>15.03.2026</a:t>
            </a:fld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TheSans Swisscom Light" panose="020B0300040303060204" pitchFamily="34" charset="0"/>
              </a:defRPr>
            </a:lvl1pPr>
          </a:lstStyle>
          <a:p>
            <a:fld id="{F158ED98-28E3-4B75-BBE0-1823A54BB00E}" type="slidenum">
              <a:rPr lang="en-GB" altLang="de-DE"/>
              <a:pPr/>
              <a:t>‹#›</a:t>
            </a:fld>
            <a:endParaRPr lang="en-GB" altLang="de-DE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TheSans Swisscom Light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GB"/>
              <a:t>Swisscom Cloud </a:t>
            </a:r>
          </a:p>
        </p:txBody>
      </p:sp>
    </p:spTree>
    <p:extLst>
      <p:ext uri="{BB962C8B-B14F-4D97-AF65-F5344CB8AC3E}">
        <p14:creationId xmlns:p14="http://schemas.microsoft.com/office/powerpoint/2010/main" val="26760439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TheSans Swisscom Light" pitchFamily="34" charset="0"/>
                <a:cs typeface="+mn-cs"/>
              </a:defRPr>
            </a:lvl1pPr>
          </a:lstStyle>
          <a:p>
            <a:pPr>
              <a:defRPr/>
            </a:pPr>
            <a:fld id="{8B03BE22-0403-424A-9D5A-EB0429EDEE27}" type="datetime1">
              <a:rPr lang="de-CH"/>
              <a:pPr>
                <a:defRPr/>
              </a:pPr>
              <a:t>15.03.2026</a:t>
            </a:fld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TheSans Swisscom Light" panose="020B0300040303060204" pitchFamily="34" charset="0"/>
              </a:defRPr>
            </a:lvl1pPr>
          </a:lstStyle>
          <a:p>
            <a:fld id="{37278AF2-1EA1-497D-9BF6-DE9CF01DB9CA}" type="slidenum">
              <a:rPr lang="en-GB" altLang="de-DE"/>
              <a:pPr/>
              <a:t>‹#›</a:t>
            </a:fld>
            <a:endParaRPr lang="en-GB" altLang="de-DE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TheSans Swisscom Light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GB"/>
              <a:t>Swisscom Cloud </a:t>
            </a:r>
          </a:p>
        </p:txBody>
      </p:sp>
    </p:spTree>
    <p:extLst>
      <p:ext uri="{BB962C8B-B14F-4D97-AF65-F5344CB8AC3E}">
        <p14:creationId xmlns:p14="http://schemas.microsoft.com/office/powerpoint/2010/main" val="1350938835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TheSans Swisscom Light" pitchFamily="34" charset="0"/>
                <a:cs typeface="+mn-cs"/>
              </a:defRPr>
            </a:lvl1pPr>
          </a:lstStyle>
          <a:p>
            <a:pPr>
              <a:defRPr/>
            </a:pPr>
            <a:fld id="{1FA1DF22-6CC5-493D-80A5-9F39113199D3}" type="datetime1">
              <a:rPr lang="de-CH"/>
              <a:pPr>
                <a:defRPr/>
              </a:pPr>
              <a:t>15.03.2026</a:t>
            </a:fld>
            <a:endParaRPr lang="en-GB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TheSans Swisscom Light" panose="020B0300040303060204" pitchFamily="34" charset="0"/>
              </a:defRPr>
            </a:lvl1pPr>
          </a:lstStyle>
          <a:p>
            <a:fld id="{6C8A606E-DB8A-49FE-BEFB-15194447AE71}" type="slidenum">
              <a:rPr lang="en-GB" altLang="de-DE"/>
              <a:pPr/>
              <a:t>‹#›</a:t>
            </a:fld>
            <a:endParaRPr lang="en-GB" altLang="de-DE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TheSans Swisscom Light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GB"/>
              <a:t>Swisscom Cloud </a:t>
            </a:r>
          </a:p>
        </p:txBody>
      </p:sp>
    </p:spTree>
    <p:extLst>
      <p:ext uri="{BB962C8B-B14F-4D97-AF65-F5344CB8AC3E}">
        <p14:creationId xmlns:p14="http://schemas.microsoft.com/office/powerpoint/2010/main" val="3410240351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0"/>
          <p:cNvGrpSpPr>
            <a:grpSpLocks/>
          </p:cNvGrpSpPr>
          <p:nvPr userDrawn="1"/>
        </p:nvGrpSpPr>
        <p:grpSpPr bwMode="auto">
          <a:xfrm>
            <a:off x="0" y="5"/>
            <a:ext cx="12192000" cy="6864351"/>
            <a:chOff x="0" y="0"/>
            <a:chExt cx="9144000" cy="6864640"/>
          </a:xfrm>
        </p:grpSpPr>
        <p:sp>
          <p:nvSpPr>
            <p:cNvPr id="3" name="Rechteck 2"/>
            <p:cNvSpPr/>
            <p:nvPr>
              <p:custDataLst>
                <p:tags r:id="rId1"/>
              </p:custDataLst>
            </p:nvPr>
          </p:nvSpPr>
          <p:spPr bwMode="auto">
            <a:xfrm rot="10800000">
              <a:off x="0" y="0"/>
              <a:ext cx="9144000" cy="6858000"/>
            </a:xfrm>
            <a:prstGeom prst="rect">
              <a:avLst/>
            </a:prstGeom>
            <a:gradFill flip="none" rotWithShape="1">
              <a:gsLst>
                <a:gs pos="100000">
                  <a:srgbClr val="001E63"/>
                </a:gs>
                <a:gs pos="0">
                  <a:srgbClr val="2E8CD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81641" tIns="40820" rIns="81641" bIns="40820" anchor="ctr"/>
            <a:lstStyle/>
            <a:p>
              <a:pPr indent="158746" defTabSz="816409" fontAlgn="base">
                <a:spcBef>
                  <a:spcPct val="50000"/>
                </a:spcBef>
                <a:spcAft>
                  <a:spcPct val="0"/>
                </a:spcAft>
                <a:buClr>
                  <a:srgbClr val="11AAFF"/>
                </a:buClr>
                <a:defRPr/>
              </a:pPr>
              <a:endParaRPr lang="de-CH" sz="1600">
                <a:solidFill>
                  <a:srgbClr val="001155"/>
                </a:solidFill>
              </a:endParaRPr>
            </a:p>
          </p:txBody>
        </p:sp>
        <p:sp>
          <p:nvSpPr>
            <p:cNvPr id="4" name="Rechteck 3"/>
            <p:cNvSpPr/>
            <p:nvPr/>
          </p:nvSpPr>
          <p:spPr bwMode="auto">
            <a:xfrm>
              <a:off x="0" y="6579215"/>
              <a:ext cx="8269287" cy="285425"/>
            </a:xfrm>
            <a:prstGeom prst="rect">
              <a:avLst/>
            </a:prstGeom>
            <a:gradFill flip="none" rotWithShape="1">
              <a:gsLst>
                <a:gs pos="0">
                  <a:srgbClr val="001E63">
                    <a:alpha val="0"/>
                  </a:srgbClr>
                </a:gs>
                <a:gs pos="44000">
                  <a:srgbClr val="2A83C8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indent="177800" fontAlgn="base">
                <a:spcBef>
                  <a:spcPct val="50000"/>
                </a:spcBef>
                <a:spcAft>
                  <a:spcPct val="0"/>
                </a:spcAft>
                <a:buClr>
                  <a:srgbClr val="11AAFF"/>
                </a:buClr>
                <a:defRPr/>
              </a:pPr>
              <a:endParaRPr lang="de-DE" sz="1800">
                <a:solidFill>
                  <a:srgbClr val="001155"/>
                </a:solidFill>
              </a:endParaRPr>
            </a:p>
          </p:txBody>
        </p:sp>
      </p:grpSp>
      <p:sp>
        <p:nvSpPr>
          <p:cNvPr id="5" name="Freeform 6"/>
          <p:cNvSpPr>
            <a:spLocks/>
          </p:cNvSpPr>
          <p:nvPr userDrawn="1"/>
        </p:nvSpPr>
        <p:spPr bwMode="auto">
          <a:xfrm flipH="1">
            <a:off x="2" y="5243514"/>
            <a:ext cx="11004551" cy="1336675"/>
          </a:xfrm>
          <a:custGeom>
            <a:avLst/>
            <a:gdLst>
              <a:gd name="T0" fmla="*/ 2147483647 w 744"/>
              <a:gd name="T1" fmla="*/ 2147483647 h 134"/>
              <a:gd name="T2" fmla="*/ 2147483647 w 744"/>
              <a:gd name="T3" fmla="*/ 2147483647 h 134"/>
              <a:gd name="T4" fmla="*/ 2147483647 w 744"/>
              <a:gd name="T5" fmla="*/ 2147483647 h 134"/>
              <a:gd name="T6" fmla="*/ 2147483647 w 744"/>
              <a:gd name="T7" fmla="*/ 2147483647 h 134"/>
              <a:gd name="T8" fmla="*/ 2147483647 w 744"/>
              <a:gd name="T9" fmla="*/ 2147483647 h 134"/>
              <a:gd name="T10" fmla="*/ 2147483647 w 744"/>
              <a:gd name="T11" fmla="*/ 2147483647 h 134"/>
              <a:gd name="T12" fmla="*/ 2147483647 w 744"/>
              <a:gd name="T13" fmla="*/ 2147483647 h 134"/>
              <a:gd name="T14" fmla="*/ 2147483647 w 744"/>
              <a:gd name="T15" fmla="*/ 2147483647 h 134"/>
              <a:gd name="T16" fmla="*/ 2147483647 w 744"/>
              <a:gd name="T17" fmla="*/ 2147483647 h 134"/>
              <a:gd name="T18" fmla="*/ 2147483647 w 744"/>
              <a:gd name="T19" fmla="*/ 2147483647 h 134"/>
              <a:gd name="T20" fmla="*/ 2147483647 w 744"/>
              <a:gd name="T21" fmla="*/ 2147483647 h 134"/>
              <a:gd name="T22" fmla="*/ 2147483647 w 744"/>
              <a:gd name="T23" fmla="*/ 2147483647 h 134"/>
              <a:gd name="T24" fmla="*/ 2147483647 w 744"/>
              <a:gd name="T25" fmla="*/ 2147483647 h 134"/>
              <a:gd name="T26" fmla="*/ 2147483647 w 744"/>
              <a:gd name="T27" fmla="*/ 2147483647 h 134"/>
              <a:gd name="T28" fmla="*/ 2147483647 w 744"/>
              <a:gd name="T29" fmla="*/ 2147483647 h 134"/>
              <a:gd name="T30" fmla="*/ 2147483647 w 744"/>
              <a:gd name="T31" fmla="*/ 2147483647 h 134"/>
              <a:gd name="T32" fmla="*/ 2147483647 w 744"/>
              <a:gd name="T33" fmla="*/ 2147483647 h 134"/>
              <a:gd name="T34" fmla="*/ 2147483647 w 744"/>
              <a:gd name="T35" fmla="*/ 2147483647 h 134"/>
              <a:gd name="T36" fmla="*/ 2147483647 w 744"/>
              <a:gd name="T37" fmla="*/ 2147483647 h 134"/>
              <a:gd name="T38" fmla="*/ 2147483647 w 744"/>
              <a:gd name="T39" fmla="*/ 2147483647 h 134"/>
              <a:gd name="T40" fmla="*/ 2147483647 w 744"/>
              <a:gd name="T41" fmla="*/ 2147483647 h 134"/>
              <a:gd name="T42" fmla="*/ 2147483647 w 744"/>
              <a:gd name="T43" fmla="*/ 2147483647 h 134"/>
              <a:gd name="T44" fmla="*/ 2147483647 w 744"/>
              <a:gd name="T45" fmla="*/ 2147483647 h 134"/>
              <a:gd name="T46" fmla="*/ 2147483647 w 744"/>
              <a:gd name="T47" fmla="*/ 2147483647 h 134"/>
              <a:gd name="T48" fmla="*/ 2147483647 w 744"/>
              <a:gd name="T49" fmla="*/ 2147483647 h 134"/>
              <a:gd name="T50" fmla="*/ 2147483647 w 744"/>
              <a:gd name="T51" fmla="*/ 2147483647 h 134"/>
              <a:gd name="T52" fmla="*/ 2147483647 w 744"/>
              <a:gd name="T53" fmla="*/ 2147483647 h 134"/>
              <a:gd name="T54" fmla="*/ 2147483647 w 744"/>
              <a:gd name="T55" fmla="*/ 2147483647 h 134"/>
              <a:gd name="T56" fmla="*/ 2147483647 w 744"/>
              <a:gd name="T57" fmla="*/ 2147483647 h 134"/>
              <a:gd name="T58" fmla="*/ 2147483647 w 744"/>
              <a:gd name="T59" fmla="*/ 2147483647 h 134"/>
              <a:gd name="T60" fmla="*/ 2147483647 w 744"/>
              <a:gd name="T61" fmla="*/ 2147483647 h 134"/>
              <a:gd name="T62" fmla="*/ 2147483647 w 744"/>
              <a:gd name="T63" fmla="*/ 0 h 134"/>
              <a:gd name="T64" fmla="*/ 2147483647 w 744"/>
              <a:gd name="T65" fmla="*/ 2147483647 h 134"/>
              <a:gd name="T66" fmla="*/ 2147483647 w 744"/>
              <a:gd name="T67" fmla="*/ 2147483647 h 134"/>
              <a:gd name="T68" fmla="*/ 2147483647 w 744"/>
              <a:gd name="T69" fmla="*/ 0 h 134"/>
              <a:gd name="T70" fmla="*/ 2147483647 w 744"/>
              <a:gd name="T71" fmla="*/ 2147483647 h 134"/>
              <a:gd name="T72" fmla="*/ 2147483647 w 744"/>
              <a:gd name="T73" fmla="*/ 2147483647 h 134"/>
              <a:gd name="T74" fmla="*/ 2147483647 w 744"/>
              <a:gd name="T75" fmla="*/ 2147483647 h 134"/>
              <a:gd name="T76" fmla="*/ 2147483647 w 744"/>
              <a:gd name="T77" fmla="*/ 2147483647 h 134"/>
              <a:gd name="T78" fmla="*/ 2147483647 w 744"/>
              <a:gd name="T79" fmla="*/ 2147483647 h 134"/>
              <a:gd name="T80" fmla="*/ 2147483647 w 744"/>
              <a:gd name="T81" fmla="*/ 2147483647 h 134"/>
              <a:gd name="T82" fmla="*/ 0 w 744"/>
              <a:gd name="T83" fmla="*/ 2147483647 h 134"/>
              <a:gd name="T84" fmla="*/ 2147483647 w 744"/>
              <a:gd name="T85" fmla="*/ 2147483647 h 13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744" h="134">
                <a:moveTo>
                  <a:pt x="9" y="81"/>
                </a:moveTo>
                <a:lnTo>
                  <a:pt x="9" y="73"/>
                </a:lnTo>
                <a:lnTo>
                  <a:pt x="20" y="73"/>
                </a:lnTo>
                <a:lnTo>
                  <a:pt x="20" y="67"/>
                </a:lnTo>
                <a:lnTo>
                  <a:pt x="28" y="67"/>
                </a:lnTo>
                <a:lnTo>
                  <a:pt x="28" y="74"/>
                </a:lnTo>
                <a:lnTo>
                  <a:pt x="35" y="74"/>
                </a:lnTo>
                <a:lnTo>
                  <a:pt x="35" y="83"/>
                </a:lnTo>
                <a:lnTo>
                  <a:pt x="53" y="83"/>
                </a:lnTo>
                <a:lnTo>
                  <a:pt x="53" y="69"/>
                </a:lnTo>
                <a:lnTo>
                  <a:pt x="71" y="59"/>
                </a:lnTo>
                <a:lnTo>
                  <a:pt x="71" y="21"/>
                </a:lnTo>
                <a:lnTo>
                  <a:pt x="98" y="21"/>
                </a:lnTo>
                <a:lnTo>
                  <a:pt x="98" y="134"/>
                </a:lnTo>
                <a:lnTo>
                  <a:pt x="106" y="134"/>
                </a:lnTo>
                <a:lnTo>
                  <a:pt x="106" y="113"/>
                </a:lnTo>
                <a:lnTo>
                  <a:pt x="98" y="113"/>
                </a:lnTo>
                <a:lnTo>
                  <a:pt x="98" y="105"/>
                </a:lnTo>
                <a:lnTo>
                  <a:pt x="105" y="105"/>
                </a:lnTo>
                <a:lnTo>
                  <a:pt x="105" y="87"/>
                </a:lnTo>
                <a:lnTo>
                  <a:pt x="98" y="87"/>
                </a:lnTo>
                <a:lnTo>
                  <a:pt x="98" y="79"/>
                </a:lnTo>
                <a:lnTo>
                  <a:pt x="105" y="79"/>
                </a:lnTo>
                <a:lnTo>
                  <a:pt x="105" y="59"/>
                </a:lnTo>
                <a:lnTo>
                  <a:pt x="98" y="59"/>
                </a:lnTo>
                <a:lnTo>
                  <a:pt x="98" y="51"/>
                </a:lnTo>
                <a:lnTo>
                  <a:pt x="105" y="51"/>
                </a:lnTo>
                <a:lnTo>
                  <a:pt x="105" y="25"/>
                </a:lnTo>
                <a:lnTo>
                  <a:pt x="116" y="44"/>
                </a:lnTo>
                <a:lnTo>
                  <a:pt x="116" y="73"/>
                </a:lnTo>
                <a:lnTo>
                  <a:pt x="146" y="73"/>
                </a:lnTo>
                <a:lnTo>
                  <a:pt x="146" y="39"/>
                </a:lnTo>
                <a:lnTo>
                  <a:pt x="192" y="26"/>
                </a:lnTo>
                <a:lnTo>
                  <a:pt x="192" y="89"/>
                </a:lnTo>
                <a:lnTo>
                  <a:pt x="206" y="89"/>
                </a:lnTo>
                <a:lnTo>
                  <a:pt x="206" y="64"/>
                </a:lnTo>
                <a:lnTo>
                  <a:pt x="229" y="64"/>
                </a:lnTo>
                <a:lnTo>
                  <a:pt x="229" y="89"/>
                </a:lnTo>
                <a:lnTo>
                  <a:pt x="236" y="89"/>
                </a:lnTo>
                <a:lnTo>
                  <a:pt x="236" y="56"/>
                </a:lnTo>
                <a:lnTo>
                  <a:pt x="285" y="69"/>
                </a:lnTo>
                <a:lnTo>
                  <a:pt x="285" y="88"/>
                </a:lnTo>
                <a:lnTo>
                  <a:pt x="291" y="88"/>
                </a:lnTo>
                <a:lnTo>
                  <a:pt x="291" y="41"/>
                </a:lnTo>
                <a:lnTo>
                  <a:pt x="326" y="33"/>
                </a:lnTo>
                <a:lnTo>
                  <a:pt x="326" y="79"/>
                </a:lnTo>
                <a:lnTo>
                  <a:pt x="344" y="79"/>
                </a:lnTo>
                <a:lnTo>
                  <a:pt x="344" y="49"/>
                </a:lnTo>
                <a:lnTo>
                  <a:pt x="354" y="49"/>
                </a:lnTo>
                <a:lnTo>
                  <a:pt x="354" y="22"/>
                </a:lnTo>
                <a:lnTo>
                  <a:pt x="374" y="22"/>
                </a:lnTo>
                <a:lnTo>
                  <a:pt x="374" y="48"/>
                </a:lnTo>
                <a:lnTo>
                  <a:pt x="383" y="48"/>
                </a:lnTo>
                <a:lnTo>
                  <a:pt x="383" y="81"/>
                </a:lnTo>
                <a:lnTo>
                  <a:pt x="415" y="81"/>
                </a:lnTo>
                <a:lnTo>
                  <a:pt x="415" y="40"/>
                </a:lnTo>
                <a:lnTo>
                  <a:pt x="470" y="26"/>
                </a:lnTo>
                <a:lnTo>
                  <a:pt x="470" y="101"/>
                </a:lnTo>
                <a:lnTo>
                  <a:pt x="521" y="101"/>
                </a:lnTo>
                <a:lnTo>
                  <a:pt x="521" y="79"/>
                </a:lnTo>
                <a:lnTo>
                  <a:pt x="554" y="79"/>
                </a:lnTo>
                <a:lnTo>
                  <a:pt x="554" y="6"/>
                </a:lnTo>
                <a:lnTo>
                  <a:pt x="559" y="6"/>
                </a:lnTo>
                <a:lnTo>
                  <a:pt x="561" y="0"/>
                </a:lnTo>
                <a:lnTo>
                  <a:pt x="569" y="0"/>
                </a:lnTo>
                <a:lnTo>
                  <a:pt x="571" y="6"/>
                </a:lnTo>
                <a:lnTo>
                  <a:pt x="578" y="6"/>
                </a:lnTo>
                <a:lnTo>
                  <a:pt x="595" y="6"/>
                </a:lnTo>
                <a:lnTo>
                  <a:pt x="598" y="0"/>
                </a:lnTo>
                <a:lnTo>
                  <a:pt x="606" y="0"/>
                </a:lnTo>
                <a:lnTo>
                  <a:pt x="609" y="6"/>
                </a:lnTo>
                <a:lnTo>
                  <a:pt x="612" y="6"/>
                </a:lnTo>
                <a:lnTo>
                  <a:pt x="612" y="92"/>
                </a:lnTo>
                <a:lnTo>
                  <a:pt x="649" y="92"/>
                </a:lnTo>
                <a:lnTo>
                  <a:pt x="649" y="62"/>
                </a:lnTo>
                <a:lnTo>
                  <a:pt x="705" y="77"/>
                </a:lnTo>
                <a:lnTo>
                  <a:pt x="705" y="92"/>
                </a:lnTo>
                <a:lnTo>
                  <a:pt x="731" y="92"/>
                </a:lnTo>
                <a:lnTo>
                  <a:pt x="731" y="37"/>
                </a:lnTo>
                <a:lnTo>
                  <a:pt x="737" y="31"/>
                </a:lnTo>
                <a:lnTo>
                  <a:pt x="737" y="16"/>
                </a:lnTo>
                <a:lnTo>
                  <a:pt x="744" y="16"/>
                </a:lnTo>
                <a:lnTo>
                  <a:pt x="744" y="134"/>
                </a:lnTo>
                <a:lnTo>
                  <a:pt x="0" y="134"/>
                </a:lnTo>
                <a:lnTo>
                  <a:pt x="0" y="81"/>
                </a:lnTo>
                <a:lnTo>
                  <a:pt x="9" y="81"/>
                </a:lnTo>
                <a:close/>
              </a:path>
            </a:pathLst>
          </a:custGeom>
          <a:solidFill>
            <a:schemeClr val="tx1">
              <a:alpha val="2392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e-CH" sz="1800">
              <a:solidFill>
                <a:srgbClr val="001155"/>
              </a:solidFill>
            </a:endParaRPr>
          </a:p>
        </p:txBody>
      </p:sp>
      <p:pic>
        <p:nvPicPr>
          <p:cNvPr id="6" name="Picture 17" descr="Swisscom_Stacked_Primary_RGB_PPT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9584" y="6081723"/>
            <a:ext cx="1056216" cy="60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7" descr="Swisscom_Stacked_Primary_RGB_PPT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66"/>
          <a:stretch>
            <a:fillRect/>
          </a:stretch>
        </p:blipFill>
        <p:spPr bwMode="auto">
          <a:xfrm>
            <a:off x="11059584" y="6084890"/>
            <a:ext cx="1056216" cy="374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1749760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0"/>
          <p:cNvGrpSpPr>
            <a:grpSpLocks/>
          </p:cNvGrpSpPr>
          <p:nvPr userDrawn="1"/>
        </p:nvGrpSpPr>
        <p:grpSpPr bwMode="auto">
          <a:xfrm>
            <a:off x="0" y="5"/>
            <a:ext cx="12192000" cy="6864351"/>
            <a:chOff x="0" y="0"/>
            <a:chExt cx="9144000" cy="6864640"/>
          </a:xfrm>
        </p:grpSpPr>
        <p:sp>
          <p:nvSpPr>
            <p:cNvPr id="3" name="Rechteck 2"/>
            <p:cNvSpPr/>
            <p:nvPr>
              <p:custDataLst>
                <p:tags r:id="rId1"/>
              </p:custDataLst>
            </p:nvPr>
          </p:nvSpPr>
          <p:spPr bwMode="auto">
            <a:xfrm rot="10800000">
              <a:off x="0" y="0"/>
              <a:ext cx="9144000" cy="6858000"/>
            </a:xfrm>
            <a:prstGeom prst="rect">
              <a:avLst/>
            </a:prstGeom>
            <a:gradFill flip="none" rotWithShape="1">
              <a:gsLst>
                <a:gs pos="100000">
                  <a:srgbClr val="001E63"/>
                </a:gs>
                <a:gs pos="0">
                  <a:srgbClr val="2E8CD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81641" tIns="40820" rIns="81641" bIns="40820" anchor="ctr"/>
            <a:lstStyle/>
            <a:p>
              <a:pPr indent="158746" defTabSz="816409" fontAlgn="base">
                <a:spcBef>
                  <a:spcPct val="50000"/>
                </a:spcBef>
                <a:spcAft>
                  <a:spcPct val="0"/>
                </a:spcAft>
                <a:buClr>
                  <a:srgbClr val="11AAFF"/>
                </a:buClr>
                <a:defRPr/>
              </a:pPr>
              <a:endParaRPr lang="de-CH" sz="1600">
                <a:solidFill>
                  <a:srgbClr val="001155"/>
                </a:solidFill>
              </a:endParaRPr>
            </a:p>
          </p:txBody>
        </p:sp>
        <p:sp>
          <p:nvSpPr>
            <p:cNvPr id="4" name="Rechteck 3"/>
            <p:cNvSpPr/>
            <p:nvPr/>
          </p:nvSpPr>
          <p:spPr bwMode="auto">
            <a:xfrm>
              <a:off x="0" y="6579215"/>
              <a:ext cx="8269287" cy="285425"/>
            </a:xfrm>
            <a:prstGeom prst="rect">
              <a:avLst/>
            </a:prstGeom>
            <a:gradFill flip="none" rotWithShape="1">
              <a:gsLst>
                <a:gs pos="0">
                  <a:srgbClr val="001E63">
                    <a:alpha val="0"/>
                  </a:srgbClr>
                </a:gs>
                <a:gs pos="44000">
                  <a:srgbClr val="2A83C8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indent="177800" fontAlgn="base">
                <a:spcBef>
                  <a:spcPct val="50000"/>
                </a:spcBef>
                <a:spcAft>
                  <a:spcPct val="0"/>
                </a:spcAft>
                <a:buClr>
                  <a:srgbClr val="11AAFF"/>
                </a:buClr>
                <a:defRPr/>
              </a:pPr>
              <a:endParaRPr lang="de-DE" sz="1800">
                <a:solidFill>
                  <a:srgbClr val="001155"/>
                </a:solidFill>
              </a:endParaRPr>
            </a:p>
          </p:txBody>
        </p:sp>
      </p:grpSp>
      <p:pic>
        <p:nvPicPr>
          <p:cNvPr id="5" name="Picture 17" descr="Swisscom_Stacked_Primary_RGB_PPT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9584" y="6081723"/>
            <a:ext cx="1056216" cy="60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7" descr="Swisscom_Stacked_Primary_RGB_PPT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66"/>
          <a:stretch>
            <a:fillRect/>
          </a:stretch>
        </p:blipFill>
        <p:spPr bwMode="auto">
          <a:xfrm>
            <a:off x="11059584" y="6084890"/>
            <a:ext cx="1056216" cy="374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10"/>
          <p:cNvGrpSpPr>
            <a:grpSpLocks noChangeAspect="1"/>
          </p:cNvGrpSpPr>
          <p:nvPr userDrawn="1"/>
        </p:nvGrpSpPr>
        <p:grpSpPr bwMode="auto">
          <a:xfrm>
            <a:off x="-9950" y="4677851"/>
            <a:ext cx="11014499" cy="1901375"/>
            <a:chOff x="-18109" y="-2668"/>
            <a:chExt cx="41974" cy="9661"/>
          </a:xfrm>
          <a:solidFill>
            <a:schemeClr val="tx1">
              <a:alpha val="29000"/>
            </a:schemeClr>
          </a:solidFill>
        </p:grpSpPr>
        <p:sp>
          <p:nvSpPr>
            <p:cNvPr id="8" name="Freeform 11"/>
            <p:cNvSpPr>
              <a:spLocks/>
            </p:cNvSpPr>
            <p:nvPr/>
          </p:nvSpPr>
          <p:spPr bwMode="auto">
            <a:xfrm>
              <a:off x="-3747" y="4936"/>
              <a:ext cx="626" cy="1383"/>
            </a:xfrm>
            <a:custGeom>
              <a:avLst/>
              <a:gdLst>
                <a:gd name="T0" fmla="*/ 149 w 626"/>
                <a:gd name="T1" fmla="*/ 1383 h 1383"/>
                <a:gd name="T2" fmla="*/ 149 w 626"/>
                <a:gd name="T3" fmla="*/ 1052 h 1383"/>
                <a:gd name="T4" fmla="*/ 229 w 626"/>
                <a:gd name="T5" fmla="*/ 1052 h 1383"/>
                <a:gd name="T6" fmla="*/ 229 w 626"/>
                <a:gd name="T7" fmla="*/ 664 h 1383"/>
                <a:gd name="T8" fmla="*/ 123 w 626"/>
                <a:gd name="T9" fmla="*/ 664 h 1383"/>
                <a:gd name="T10" fmla="*/ 123 w 626"/>
                <a:gd name="T11" fmla="*/ 371 h 1383"/>
                <a:gd name="T12" fmla="*/ 0 w 626"/>
                <a:gd name="T13" fmla="*/ 371 h 1383"/>
                <a:gd name="T14" fmla="*/ 229 w 626"/>
                <a:gd name="T15" fmla="*/ 160 h 1383"/>
                <a:gd name="T16" fmla="*/ 229 w 626"/>
                <a:gd name="T17" fmla="*/ 0 h 1383"/>
                <a:gd name="T18" fmla="*/ 385 w 626"/>
                <a:gd name="T19" fmla="*/ 0 h 1383"/>
                <a:gd name="T20" fmla="*/ 385 w 626"/>
                <a:gd name="T21" fmla="*/ 203 h 1383"/>
                <a:gd name="T22" fmla="*/ 465 w 626"/>
                <a:gd name="T23" fmla="*/ 274 h 1383"/>
                <a:gd name="T24" fmla="*/ 465 w 626"/>
                <a:gd name="T25" fmla="*/ 482 h 1383"/>
                <a:gd name="T26" fmla="*/ 626 w 626"/>
                <a:gd name="T27" fmla="*/ 503 h 1383"/>
                <a:gd name="T28" fmla="*/ 595 w 626"/>
                <a:gd name="T29" fmla="*/ 617 h 1383"/>
                <a:gd name="T30" fmla="*/ 465 w 626"/>
                <a:gd name="T31" fmla="*/ 692 h 1383"/>
                <a:gd name="T32" fmla="*/ 465 w 626"/>
                <a:gd name="T33" fmla="*/ 1056 h 1383"/>
                <a:gd name="T34" fmla="*/ 574 w 626"/>
                <a:gd name="T35" fmla="*/ 1052 h 1383"/>
                <a:gd name="T36" fmla="*/ 574 w 626"/>
                <a:gd name="T37" fmla="*/ 1383 h 1383"/>
                <a:gd name="T38" fmla="*/ 149 w 626"/>
                <a:gd name="T39" fmla="*/ 1383 h 1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26" h="1383">
                  <a:moveTo>
                    <a:pt x="149" y="1383"/>
                  </a:moveTo>
                  <a:lnTo>
                    <a:pt x="149" y="1052"/>
                  </a:lnTo>
                  <a:lnTo>
                    <a:pt x="229" y="1052"/>
                  </a:lnTo>
                  <a:lnTo>
                    <a:pt x="229" y="664"/>
                  </a:lnTo>
                  <a:lnTo>
                    <a:pt x="123" y="664"/>
                  </a:lnTo>
                  <a:lnTo>
                    <a:pt x="123" y="371"/>
                  </a:lnTo>
                  <a:lnTo>
                    <a:pt x="0" y="371"/>
                  </a:lnTo>
                  <a:lnTo>
                    <a:pt x="229" y="160"/>
                  </a:lnTo>
                  <a:lnTo>
                    <a:pt x="229" y="0"/>
                  </a:lnTo>
                  <a:lnTo>
                    <a:pt x="385" y="0"/>
                  </a:lnTo>
                  <a:lnTo>
                    <a:pt x="385" y="203"/>
                  </a:lnTo>
                  <a:lnTo>
                    <a:pt x="465" y="274"/>
                  </a:lnTo>
                  <a:lnTo>
                    <a:pt x="465" y="482"/>
                  </a:lnTo>
                  <a:lnTo>
                    <a:pt x="626" y="503"/>
                  </a:lnTo>
                  <a:lnTo>
                    <a:pt x="595" y="617"/>
                  </a:lnTo>
                  <a:lnTo>
                    <a:pt x="465" y="692"/>
                  </a:lnTo>
                  <a:lnTo>
                    <a:pt x="465" y="1056"/>
                  </a:lnTo>
                  <a:lnTo>
                    <a:pt x="574" y="1052"/>
                  </a:lnTo>
                  <a:lnTo>
                    <a:pt x="574" y="1383"/>
                  </a:lnTo>
                  <a:lnTo>
                    <a:pt x="149" y="13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de-DE" sz="1800">
                <a:solidFill>
                  <a:srgbClr val="001155"/>
                </a:solidFill>
              </a:endParaRPr>
            </a:p>
          </p:txBody>
        </p:sp>
        <p:sp>
          <p:nvSpPr>
            <p:cNvPr id="9" name="Rectangle 12"/>
            <p:cNvSpPr>
              <a:spLocks noChangeArrowheads="1"/>
            </p:cNvSpPr>
            <p:nvPr/>
          </p:nvSpPr>
          <p:spPr bwMode="auto">
            <a:xfrm>
              <a:off x="-628" y="-2668"/>
              <a:ext cx="85" cy="76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de-DE" sz="1800">
                <a:solidFill>
                  <a:srgbClr val="001155"/>
                </a:solidFill>
              </a:endParaRPr>
            </a:p>
          </p:txBody>
        </p:sp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2067" y="-2663"/>
              <a:ext cx="85" cy="76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de-DE" sz="1800">
                <a:solidFill>
                  <a:srgbClr val="001155"/>
                </a:solidFill>
              </a:endParaRPr>
            </a:p>
          </p:txBody>
        </p:sp>
        <p:sp>
          <p:nvSpPr>
            <p:cNvPr id="11" name="Freeform 14"/>
            <p:cNvSpPr>
              <a:spLocks noEditPoints="1"/>
            </p:cNvSpPr>
            <p:nvPr/>
          </p:nvSpPr>
          <p:spPr bwMode="auto">
            <a:xfrm>
              <a:off x="-18109" y="-2065"/>
              <a:ext cx="41974" cy="9058"/>
            </a:xfrm>
            <a:custGeom>
              <a:avLst/>
              <a:gdLst>
                <a:gd name="T0" fmla="*/ 17047 w 17766"/>
                <a:gd name="T1" fmla="*/ 2902 h 3831"/>
                <a:gd name="T2" fmla="*/ 16779 w 17766"/>
                <a:gd name="T3" fmla="*/ 2752 h 3831"/>
                <a:gd name="T4" fmla="*/ 15890 w 17766"/>
                <a:gd name="T5" fmla="*/ 3227 h 3831"/>
                <a:gd name="T6" fmla="*/ 15733 w 17766"/>
                <a:gd name="T7" fmla="*/ 2939 h 3831"/>
                <a:gd name="T8" fmla="*/ 15029 w 17766"/>
                <a:gd name="T9" fmla="*/ 2963 h 3831"/>
                <a:gd name="T10" fmla="*/ 14436 w 17766"/>
                <a:gd name="T11" fmla="*/ 1243 h 3831"/>
                <a:gd name="T12" fmla="*/ 13194 w 17766"/>
                <a:gd name="T13" fmla="*/ 2613 h 3831"/>
                <a:gd name="T14" fmla="*/ 12928 w 17766"/>
                <a:gd name="T15" fmla="*/ 243 h 3831"/>
                <a:gd name="T16" fmla="*/ 12426 w 17766"/>
                <a:gd name="T17" fmla="*/ 2273 h 3831"/>
                <a:gd name="T18" fmla="*/ 11923 w 17766"/>
                <a:gd name="T19" fmla="*/ 3499 h 3831"/>
                <a:gd name="T20" fmla="*/ 11779 w 17766"/>
                <a:gd name="T21" fmla="*/ 2787 h 3831"/>
                <a:gd name="T22" fmla="*/ 11733 w 17766"/>
                <a:gd name="T23" fmla="*/ 2587 h 3831"/>
                <a:gd name="T24" fmla="*/ 11620 w 17766"/>
                <a:gd name="T25" fmla="*/ 2661 h 3831"/>
                <a:gd name="T26" fmla="*/ 11671 w 17766"/>
                <a:gd name="T27" fmla="*/ 3499 h 3831"/>
                <a:gd name="T28" fmla="*/ 11366 w 17766"/>
                <a:gd name="T29" fmla="*/ 2787 h 3831"/>
                <a:gd name="T30" fmla="*/ 11322 w 17766"/>
                <a:gd name="T31" fmla="*/ 2584 h 3831"/>
                <a:gd name="T32" fmla="*/ 11213 w 17766"/>
                <a:gd name="T33" fmla="*/ 2661 h 3831"/>
                <a:gd name="T34" fmla="*/ 11256 w 17766"/>
                <a:gd name="T35" fmla="*/ 3499 h 3831"/>
                <a:gd name="T36" fmla="*/ 10789 w 17766"/>
                <a:gd name="T37" fmla="*/ 2072 h 3831"/>
                <a:gd name="T38" fmla="*/ 10354 w 17766"/>
                <a:gd name="T39" fmla="*/ 2072 h 3831"/>
                <a:gd name="T40" fmla="*/ 9178 w 17766"/>
                <a:gd name="T41" fmla="*/ 675 h 3831"/>
                <a:gd name="T42" fmla="*/ 8856 w 17766"/>
                <a:gd name="T43" fmla="*/ 2085 h 3831"/>
                <a:gd name="T44" fmla="*/ 8756 w 17766"/>
                <a:gd name="T45" fmla="*/ 531 h 3831"/>
                <a:gd name="T46" fmla="*/ 8344 w 17766"/>
                <a:gd name="T47" fmla="*/ 1077 h 3831"/>
                <a:gd name="T48" fmla="*/ 7722 w 17766"/>
                <a:gd name="T49" fmla="*/ 2273 h 3831"/>
                <a:gd name="T50" fmla="*/ 7620 w 17766"/>
                <a:gd name="T51" fmla="*/ 560 h 3831"/>
                <a:gd name="T52" fmla="*/ 7218 w 17766"/>
                <a:gd name="T53" fmla="*/ 1077 h 3831"/>
                <a:gd name="T54" fmla="*/ 6997 w 17766"/>
                <a:gd name="T55" fmla="*/ 2725 h 3831"/>
                <a:gd name="T56" fmla="*/ 6715 w 17766"/>
                <a:gd name="T57" fmla="*/ 2193 h 3831"/>
                <a:gd name="T58" fmla="*/ 6503 w 17766"/>
                <a:gd name="T59" fmla="*/ 2297 h 3831"/>
                <a:gd name="T60" fmla="*/ 6376 w 17766"/>
                <a:gd name="T61" fmla="*/ 2101 h 3831"/>
                <a:gd name="T62" fmla="*/ 6165 w 17766"/>
                <a:gd name="T63" fmla="*/ 2101 h 3831"/>
                <a:gd name="T64" fmla="*/ 5898 w 17766"/>
                <a:gd name="T65" fmla="*/ 2192 h 3831"/>
                <a:gd name="T66" fmla="*/ 5816 w 17766"/>
                <a:gd name="T67" fmla="*/ 2190 h 3831"/>
                <a:gd name="T68" fmla="*/ 5720 w 17766"/>
                <a:gd name="T69" fmla="*/ 2549 h 3831"/>
                <a:gd name="T70" fmla="*/ 5380 w 17766"/>
                <a:gd name="T71" fmla="*/ 1389 h 3831"/>
                <a:gd name="T72" fmla="*/ 5046 w 17766"/>
                <a:gd name="T73" fmla="*/ 1630 h 3831"/>
                <a:gd name="T74" fmla="*/ 4272 w 17766"/>
                <a:gd name="T75" fmla="*/ 2273 h 3831"/>
                <a:gd name="T76" fmla="*/ 3438 w 17766"/>
                <a:gd name="T77" fmla="*/ 2725 h 3831"/>
                <a:gd name="T78" fmla="*/ 3347 w 17766"/>
                <a:gd name="T79" fmla="*/ 3082 h 3831"/>
                <a:gd name="T80" fmla="*/ 2895 w 17766"/>
                <a:gd name="T81" fmla="*/ 2725 h 3831"/>
                <a:gd name="T82" fmla="*/ 2895 w 17766"/>
                <a:gd name="T83" fmla="*/ 1832 h 3831"/>
                <a:gd name="T84" fmla="*/ 2382 w 17766"/>
                <a:gd name="T85" fmla="*/ 1630 h 3831"/>
                <a:gd name="T86" fmla="*/ 2382 w 17766"/>
                <a:gd name="T87" fmla="*/ 2273 h 3831"/>
                <a:gd name="T88" fmla="*/ 1936 w 17766"/>
                <a:gd name="T89" fmla="*/ 2273 h 3831"/>
                <a:gd name="T90" fmla="*/ 661 w 17766"/>
                <a:gd name="T91" fmla="*/ 3073 h 3831"/>
                <a:gd name="T92" fmla="*/ 523 w 17766"/>
                <a:gd name="T93" fmla="*/ 3174 h 3831"/>
                <a:gd name="T94" fmla="*/ 0 w 17766"/>
                <a:gd name="T95" fmla="*/ 3831 h 3831"/>
                <a:gd name="T96" fmla="*/ 17305 w 17766"/>
                <a:gd name="T97" fmla="*/ 3626 h 3831"/>
                <a:gd name="T98" fmla="*/ 5954 w 17766"/>
                <a:gd name="T99" fmla="*/ 2990 h 3831"/>
                <a:gd name="T100" fmla="*/ 6477 w 17766"/>
                <a:gd name="T101" fmla="*/ 3499 h 3831"/>
                <a:gd name="T102" fmla="*/ 12932 w 17766"/>
                <a:gd name="T103" fmla="*/ 1554 h 3831"/>
                <a:gd name="T104" fmla="*/ 14731 w 17766"/>
                <a:gd name="T105" fmla="*/ 1722 h 3831"/>
                <a:gd name="T106" fmla="*/ 14946 w 17766"/>
                <a:gd name="T107" fmla="*/ 1507 h 3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66" h="3831">
                  <a:moveTo>
                    <a:pt x="17305" y="3626"/>
                  </a:moveTo>
                  <a:cubicBezTo>
                    <a:pt x="17305" y="2902"/>
                    <a:pt x="17305" y="2902"/>
                    <a:pt x="17305" y="2902"/>
                  </a:cubicBezTo>
                  <a:cubicBezTo>
                    <a:pt x="17047" y="2902"/>
                    <a:pt x="17047" y="2902"/>
                    <a:pt x="17047" y="2902"/>
                  </a:cubicBezTo>
                  <a:cubicBezTo>
                    <a:pt x="17047" y="3029"/>
                    <a:pt x="17047" y="3029"/>
                    <a:pt x="17047" y="3029"/>
                  </a:cubicBezTo>
                  <a:cubicBezTo>
                    <a:pt x="16779" y="3029"/>
                    <a:pt x="16779" y="3029"/>
                    <a:pt x="16779" y="3029"/>
                  </a:cubicBezTo>
                  <a:cubicBezTo>
                    <a:pt x="16779" y="2752"/>
                    <a:pt x="16779" y="2752"/>
                    <a:pt x="16779" y="2752"/>
                  </a:cubicBezTo>
                  <a:cubicBezTo>
                    <a:pt x="16290" y="2752"/>
                    <a:pt x="16290" y="2752"/>
                    <a:pt x="16290" y="2752"/>
                  </a:cubicBezTo>
                  <a:cubicBezTo>
                    <a:pt x="16290" y="3227"/>
                    <a:pt x="16290" y="3227"/>
                    <a:pt x="16290" y="3227"/>
                  </a:cubicBezTo>
                  <a:cubicBezTo>
                    <a:pt x="15890" y="3227"/>
                    <a:pt x="15890" y="3227"/>
                    <a:pt x="15890" y="3227"/>
                  </a:cubicBezTo>
                  <a:cubicBezTo>
                    <a:pt x="15890" y="3499"/>
                    <a:pt x="15890" y="3499"/>
                    <a:pt x="15890" y="3499"/>
                  </a:cubicBezTo>
                  <a:cubicBezTo>
                    <a:pt x="15733" y="3499"/>
                    <a:pt x="15733" y="3499"/>
                    <a:pt x="15733" y="3499"/>
                  </a:cubicBezTo>
                  <a:cubicBezTo>
                    <a:pt x="15733" y="2939"/>
                    <a:pt x="15733" y="2939"/>
                    <a:pt x="15733" y="2939"/>
                  </a:cubicBezTo>
                  <a:cubicBezTo>
                    <a:pt x="15572" y="2787"/>
                    <a:pt x="15572" y="2787"/>
                    <a:pt x="15572" y="2787"/>
                  </a:cubicBezTo>
                  <a:cubicBezTo>
                    <a:pt x="15165" y="2963"/>
                    <a:pt x="15165" y="2963"/>
                    <a:pt x="15165" y="2963"/>
                  </a:cubicBezTo>
                  <a:cubicBezTo>
                    <a:pt x="15029" y="2963"/>
                    <a:pt x="15029" y="2963"/>
                    <a:pt x="15029" y="2963"/>
                  </a:cubicBezTo>
                  <a:cubicBezTo>
                    <a:pt x="15029" y="1229"/>
                    <a:pt x="15029" y="1229"/>
                    <a:pt x="15029" y="1229"/>
                  </a:cubicBezTo>
                  <a:cubicBezTo>
                    <a:pt x="14944" y="857"/>
                    <a:pt x="14731" y="0"/>
                    <a:pt x="14731" y="0"/>
                  </a:cubicBezTo>
                  <a:cubicBezTo>
                    <a:pt x="14436" y="1243"/>
                    <a:pt x="14436" y="1243"/>
                    <a:pt x="14436" y="1243"/>
                  </a:cubicBezTo>
                  <a:cubicBezTo>
                    <a:pt x="14436" y="2273"/>
                    <a:pt x="14436" y="2273"/>
                    <a:pt x="14436" y="2273"/>
                  </a:cubicBezTo>
                  <a:cubicBezTo>
                    <a:pt x="13240" y="2273"/>
                    <a:pt x="13240" y="2273"/>
                    <a:pt x="13240" y="2273"/>
                  </a:cubicBezTo>
                  <a:cubicBezTo>
                    <a:pt x="13194" y="2613"/>
                    <a:pt x="13194" y="2613"/>
                    <a:pt x="13194" y="2613"/>
                  </a:cubicBezTo>
                  <a:cubicBezTo>
                    <a:pt x="13119" y="2613"/>
                    <a:pt x="13119" y="2613"/>
                    <a:pt x="13119" y="2613"/>
                  </a:cubicBezTo>
                  <a:cubicBezTo>
                    <a:pt x="13119" y="1363"/>
                    <a:pt x="13119" y="1363"/>
                    <a:pt x="13119" y="1363"/>
                  </a:cubicBezTo>
                  <a:cubicBezTo>
                    <a:pt x="13090" y="1200"/>
                    <a:pt x="12928" y="243"/>
                    <a:pt x="12928" y="243"/>
                  </a:cubicBezTo>
                  <a:cubicBezTo>
                    <a:pt x="12739" y="1367"/>
                    <a:pt x="12739" y="1367"/>
                    <a:pt x="12739" y="1367"/>
                  </a:cubicBezTo>
                  <a:cubicBezTo>
                    <a:pt x="12739" y="2273"/>
                    <a:pt x="12739" y="2273"/>
                    <a:pt x="12739" y="2273"/>
                  </a:cubicBezTo>
                  <a:cubicBezTo>
                    <a:pt x="12426" y="2273"/>
                    <a:pt x="12426" y="2273"/>
                    <a:pt x="12426" y="2273"/>
                  </a:cubicBezTo>
                  <a:cubicBezTo>
                    <a:pt x="12315" y="2156"/>
                    <a:pt x="12315" y="2156"/>
                    <a:pt x="12315" y="2156"/>
                  </a:cubicBezTo>
                  <a:cubicBezTo>
                    <a:pt x="11923" y="2575"/>
                    <a:pt x="11923" y="2575"/>
                    <a:pt x="11923" y="2575"/>
                  </a:cubicBezTo>
                  <a:cubicBezTo>
                    <a:pt x="11923" y="3499"/>
                    <a:pt x="11923" y="3499"/>
                    <a:pt x="11923" y="3499"/>
                  </a:cubicBezTo>
                  <a:cubicBezTo>
                    <a:pt x="11724" y="3499"/>
                    <a:pt x="11724" y="3499"/>
                    <a:pt x="11724" y="3499"/>
                  </a:cubicBezTo>
                  <a:cubicBezTo>
                    <a:pt x="11724" y="2787"/>
                    <a:pt x="11724" y="2787"/>
                    <a:pt x="11724" y="2787"/>
                  </a:cubicBezTo>
                  <a:cubicBezTo>
                    <a:pt x="11779" y="2787"/>
                    <a:pt x="11779" y="2787"/>
                    <a:pt x="11779" y="2787"/>
                  </a:cubicBezTo>
                  <a:cubicBezTo>
                    <a:pt x="11779" y="2661"/>
                    <a:pt x="11779" y="2661"/>
                    <a:pt x="11779" y="2661"/>
                  </a:cubicBezTo>
                  <a:cubicBezTo>
                    <a:pt x="11733" y="2661"/>
                    <a:pt x="11733" y="2661"/>
                    <a:pt x="11733" y="2661"/>
                  </a:cubicBezTo>
                  <a:cubicBezTo>
                    <a:pt x="11733" y="2587"/>
                    <a:pt x="11733" y="2587"/>
                    <a:pt x="11733" y="2587"/>
                  </a:cubicBezTo>
                  <a:cubicBezTo>
                    <a:pt x="11671" y="2587"/>
                    <a:pt x="11671" y="2587"/>
                    <a:pt x="11671" y="2587"/>
                  </a:cubicBezTo>
                  <a:cubicBezTo>
                    <a:pt x="11671" y="2661"/>
                    <a:pt x="11671" y="2661"/>
                    <a:pt x="11671" y="2661"/>
                  </a:cubicBezTo>
                  <a:cubicBezTo>
                    <a:pt x="11620" y="2661"/>
                    <a:pt x="11620" y="2661"/>
                    <a:pt x="11620" y="2661"/>
                  </a:cubicBezTo>
                  <a:cubicBezTo>
                    <a:pt x="11620" y="2787"/>
                    <a:pt x="11620" y="2787"/>
                    <a:pt x="11620" y="2787"/>
                  </a:cubicBezTo>
                  <a:cubicBezTo>
                    <a:pt x="11671" y="2787"/>
                    <a:pt x="11671" y="2787"/>
                    <a:pt x="11671" y="2787"/>
                  </a:cubicBezTo>
                  <a:cubicBezTo>
                    <a:pt x="11671" y="3499"/>
                    <a:pt x="11671" y="3499"/>
                    <a:pt x="11671" y="3499"/>
                  </a:cubicBezTo>
                  <a:cubicBezTo>
                    <a:pt x="11319" y="3499"/>
                    <a:pt x="11319" y="3499"/>
                    <a:pt x="11319" y="3499"/>
                  </a:cubicBezTo>
                  <a:cubicBezTo>
                    <a:pt x="11319" y="2787"/>
                    <a:pt x="11319" y="2787"/>
                    <a:pt x="11319" y="2787"/>
                  </a:cubicBezTo>
                  <a:cubicBezTo>
                    <a:pt x="11366" y="2787"/>
                    <a:pt x="11366" y="2787"/>
                    <a:pt x="11366" y="2787"/>
                  </a:cubicBezTo>
                  <a:cubicBezTo>
                    <a:pt x="11366" y="2661"/>
                    <a:pt x="11366" y="2661"/>
                    <a:pt x="11366" y="2661"/>
                  </a:cubicBezTo>
                  <a:cubicBezTo>
                    <a:pt x="11322" y="2661"/>
                    <a:pt x="11322" y="2661"/>
                    <a:pt x="11322" y="2661"/>
                  </a:cubicBezTo>
                  <a:cubicBezTo>
                    <a:pt x="11322" y="2584"/>
                    <a:pt x="11322" y="2584"/>
                    <a:pt x="11322" y="2584"/>
                  </a:cubicBezTo>
                  <a:cubicBezTo>
                    <a:pt x="11269" y="2584"/>
                    <a:pt x="11269" y="2584"/>
                    <a:pt x="11269" y="2584"/>
                  </a:cubicBezTo>
                  <a:cubicBezTo>
                    <a:pt x="11269" y="2661"/>
                    <a:pt x="11269" y="2661"/>
                    <a:pt x="11269" y="2661"/>
                  </a:cubicBezTo>
                  <a:cubicBezTo>
                    <a:pt x="11213" y="2661"/>
                    <a:pt x="11213" y="2661"/>
                    <a:pt x="11213" y="2661"/>
                  </a:cubicBezTo>
                  <a:cubicBezTo>
                    <a:pt x="11213" y="2789"/>
                    <a:pt x="11213" y="2789"/>
                    <a:pt x="11213" y="2789"/>
                  </a:cubicBezTo>
                  <a:cubicBezTo>
                    <a:pt x="11256" y="2789"/>
                    <a:pt x="11256" y="2789"/>
                    <a:pt x="11256" y="2789"/>
                  </a:cubicBezTo>
                  <a:cubicBezTo>
                    <a:pt x="11256" y="3499"/>
                    <a:pt x="11256" y="3499"/>
                    <a:pt x="11256" y="3499"/>
                  </a:cubicBezTo>
                  <a:cubicBezTo>
                    <a:pt x="11088" y="3499"/>
                    <a:pt x="11088" y="3499"/>
                    <a:pt x="11088" y="3499"/>
                  </a:cubicBezTo>
                  <a:cubicBezTo>
                    <a:pt x="11088" y="2480"/>
                    <a:pt x="11088" y="2480"/>
                    <a:pt x="11088" y="2480"/>
                  </a:cubicBezTo>
                  <a:cubicBezTo>
                    <a:pt x="10789" y="2072"/>
                    <a:pt x="10789" y="2072"/>
                    <a:pt x="10789" y="2072"/>
                  </a:cubicBezTo>
                  <a:cubicBezTo>
                    <a:pt x="10426" y="2072"/>
                    <a:pt x="10426" y="2072"/>
                    <a:pt x="10426" y="2072"/>
                  </a:cubicBezTo>
                  <a:cubicBezTo>
                    <a:pt x="10384" y="1429"/>
                    <a:pt x="10384" y="1429"/>
                    <a:pt x="10384" y="1429"/>
                  </a:cubicBezTo>
                  <a:cubicBezTo>
                    <a:pt x="10354" y="2072"/>
                    <a:pt x="10354" y="2072"/>
                    <a:pt x="10354" y="2072"/>
                  </a:cubicBezTo>
                  <a:cubicBezTo>
                    <a:pt x="9250" y="2072"/>
                    <a:pt x="9250" y="2072"/>
                    <a:pt x="9250" y="2072"/>
                  </a:cubicBezTo>
                  <a:cubicBezTo>
                    <a:pt x="9250" y="1832"/>
                    <a:pt x="9250" y="1832"/>
                    <a:pt x="9250" y="1832"/>
                  </a:cubicBezTo>
                  <a:cubicBezTo>
                    <a:pt x="9178" y="675"/>
                    <a:pt x="9178" y="675"/>
                    <a:pt x="9178" y="675"/>
                  </a:cubicBezTo>
                  <a:cubicBezTo>
                    <a:pt x="9104" y="1832"/>
                    <a:pt x="9104" y="1832"/>
                    <a:pt x="9104" y="1832"/>
                  </a:cubicBezTo>
                  <a:cubicBezTo>
                    <a:pt x="9104" y="2085"/>
                    <a:pt x="9104" y="2085"/>
                    <a:pt x="9104" y="2085"/>
                  </a:cubicBezTo>
                  <a:cubicBezTo>
                    <a:pt x="8856" y="2085"/>
                    <a:pt x="8856" y="2085"/>
                    <a:pt x="8856" y="2085"/>
                  </a:cubicBezTo>
                  <a:cubicBezTo>
                    <a:pt x="8856" y="1077"/>
                    <a:pt x="8856" y="1077"/>
                    <a:pt x="8856" y="1077"/>
                  </a:cubicBezTo>
                  <a:cubicBezTo>
                    <a:pt x="8756" y="1077"/>
                    <a:pt x="8756" y="1077"/>
                    <a:pt x="8756" y="1077"/>
                  </a:cubicBezTo>
                  <a:cubicBezTo>
                    <a:pt x="8756" y="531"/>
                    <a:pt x="8756" y="531"/>
                    <a:pt x="8756" y="531"/>
                  </a:cubicBezTo>
                  <a:cubicBezTo>
                    <a:pt x="8756" y="531"/>
                    <a:pt x="8756" y="123"/>
                    <a:pt x="8560" y="123"/>
                  </a:cubicBezTo>
                  <a:cubicBezTo>
                    <a:pt x="8364" y="123"/>
                    <a:pt x="8344" y="541"/>
                    <a:pt x="8344" y="541"/>
                  </a:cubicBezTo>
                  <a:cubicBezTo>
                    <a:pt x="8344" y="1077"/>
                    <a:pt x="8344" y="1077"/>
                    <a:pt x="8344" y="1077"/>
                  </a:cubicBezTo>
                  <a:cubicBezTo>
                    <a:pt x="8243" y="1077"/>
                    <a:pt x="8243" y="1077"/>
                    <a:pt x="8243" y="1077"/>
                  </a:cubicBezTo>
                  <a:cubicBezTo>
                    <a:pt x="8243" y="2273"/>
                    <a:pt x="8243" y="2273"/>
                    <a:pt x="8243" y="2273"/>
                  </a:cubicBezTo>
                  <a:cubicBezTo>
                    <a:pt x="7722" y="2273"/>
                    <a:pt x="7722" y="2273"/>
                    <a:pt x="7722" y="2273"/>
                  </a:cubicBezTo>
                  <a:cubicBezTo>
                    <a:pt x="7722" y="1077"/>
                    <a:pt x="7722" y="1077"/>
                    <a:pt x="7722" y="1077"/>
                  </a:cubicBezTo>
                  <a:cubicBezTo>
                    <a:pt x="7620" y="1077"/>
                    <a:pt x="7620" y="1077"/>
                    <a:pt x="7620" y="1077"/>
                  </a:cubicBezTo>
                  <a:cubicBezTo>
                    <a:pt x="7620" y="560"/>
                    <a:pt x="7620" y="560"/>
                    <a:pt x="7620" y="560"/>
                  </a:cubicBezTo>
                  <a:cubicBezTo>
                    <a:pt x="7620" y="560"/>
                    <a:pt x="7620" y="123"/>
                    <a:pt x="7419" y="123"/>
                  </a:cubicBezTo>
                  <a:cubicBezTo>
                    <a:pt x="7218" y="123"/>
                    <a:pt x="7218" y="557"/>
                    <a:pt x="7218" y="557"/>
                  </a:cubicBezTo>
                  <a:cubicBezTo>
                    <a:pt x="7218" y="1077"/>
                    <a:pt x="7218" y="1077"/>
                    <a:pt x="7218" y="1077"/>
                  </a:cubicBezTo>
                  <a:cubicBezTo>
                    <a:pt x="7107" y="1077"/>
                    <a:pt x="7107" y="1077"/>
                    <a:pt x="7107" y="1077"/>
                  </a:cubicBezTo>
                  <a:cubicBezTo>
                    <a:pt x="7107" y="2725"/>
                    <a:pt x="7107" y="2725"/>
                    <a:pt x="7107" y="2725"/>
                  </a:cubicBezTo>
                  <a:cubicBezTo>
                    <a:pt x="6997" y="2725"/>
                    <a:pt x="6997" y="2725"/>
                    <a:pt x="6997" y="2725"/>
                  </a:cubicBezTo>
                  <a:cubicBezTo>
                    <a:pt x="6997" y="2533"/>
                    <a:pt x="6997" y="2533"/>
                    <a:pt x="6997" y="2533"/>
                  </a:cubicBezTo>
                  <a:cubicBezTo>
                    <a:pt x="6715" y="2533"/>
                    <a:pt x="6715" y="2533"/>
                    <a:pt x="6715" y="2533"/>
                  </a:cubicBezTo>
                  <a:cubicBezTo>
                    <a:pt x="6715" y="2193"/>
                    <a:pt x="6715" y="2193"/>
                    <a:pt x="6715" y="2193"/>
                  </a:cubicBezTo>
                  <a:cubicBezTo>
                    <a:pt x="6592" y="2193"/>
                    <a:pt x="6592" y="2193"/>
                    <a:pt x="6592" y="2193"/>
                  </a:cubicBezTo>
                  <a:cubicBezTo>
                    <a:pt x="6592" y="2297"/>
                    <a:pt x="6592" y="2297"/>
                    <a:pt x="6592" y="2297"/>
                  </a:cubicBezTo>
                  <a:cubicBezTo>
                    <a:pt x="6503" y="2297"/>
                    <a:pt x="6503" y="2297"/>
                    <a:pt x="6503" y="2297"/>
                  </a:cubicBezTo>
                  <a:cubicBezTo>
                    <a:pt x="6503" y="2196"/>
                    <a:pt x="6503" y="2196"/>
                    <a:pt x="6503" y="2196"/>
                  </a:cubicBezTo>
                  <a:cubicBezTo>
                    <a:pt x="6376" y="2196"/>
                    <a:pt x="6376" y="2196"/>
                    <a:pt x="6376" y="2196"/>
                  </a:cubicBezTo>
                  <a:cubicBezTo>
                    <a:pt x="6376" y="2101"/>
                    <a:pt x="6376" y="2101"/>
                    <a:pt x="6376" y="2101"/>
                  </a:cubicBezTo>
                  <a:cubicBezTo>
                    <a:pt x="6270" y="2101"/>
                    <a:pt x="6270" y="2101"/>
                    <a:pt x="6270" y="2101"/>
                  </a:cubicBezTo>
                  <a:cubicBezTo>
                    <a:pt x="6213" y="1983"/>
                    <a:pt x="6213" y="1983"/>
                    <a:pt x="6213" y="1983"/>
                  </a:cubicBezTo>
                  <a:cubicBezTo>
                    <a:pt x="6165" y="2101"/>
                    <a:pt x="6165" y="2101"/>
                    <a:pt x="6165" y="2101"/>
                  </a:cubicBezTo>
                  <a:cubicBezTo>
                    <a:pt x="6063" y="2101"/>
                    <a:pt x="6063" y="2101"/>
                    <a:pt x="6063" y="2101"/>
                  </a:cubicBezTo>
                  <a:cubicBezTo>
                    <a:pt x="6063" y="2192"/>
                    <a:pt x="6063" y="2192"/>
                    <a:pt x="6063" y="2192"/>
                  </a:cubicBezTo>
                  <a:cubicBezTo>
                    <a:pt x="5898" y="2192"/>
                    <a:pt x="5898" y="2192"/>
                    <a:pt x="5898" y="2192"/>
                  </a:cubicBezTo>
                  <a:cubicBezTo>
                    <a:pt x="5898" y="2293"/>
                    <a:pt x="5898" y="2293"/>
                    <a:pt x="5898" y="2293"/>
                  </a:cubicBezTo>
                  <a:cubicBezTo>
                    <a:pt x="5816" y="2293"/>
                    <a:pt x="5816" y="2293"/>
                    <a:pt x="5816" y="2293"/>
                  </a:cubicBezTo>
                  <a:cubicBezTo>
                    <a:pt x="5816" y="2190"/>
                    <a:pt x="5816" y="2190"/>
                    <a:pt x="5816" y="2190"/>
                  </a:cubicBezTo>
                  <a:cubicBezTo>
                    <a:pt x="5720" y="2190"/>
                    <a:pt x="5720" y="2190"/>
                    <a:pt x="5720" y="2190"/>
                  </a:cubicBezTo>
                  <a:cubicBezTo>
                    <a:pt x="5720" y="2273"/>
                    <a:pt x="5720" y="2273"/>
                    <a:pt x="5720" y="2273"/>
                  </a:cubicBezTo>
                  <a:cubicBezTo>
                    <a:pt x="5720" y="2549"/>
                    <a:pt x="5720" y="2549"/>
                    <a:pt x="5720" y="2549"/>
                  </a:cubicBezTo>
                  <a:cubicBezTo>
                    <a:pt x="5599" y="2549"/>
                    <a:pt x="5599" y="2549"/>
                    <a:pt x="5599" y="2549"/>
                  </a:cubicBezTo>
                  <a:cubicBezTo>
                    <a:pt x="5599" y="1630"/>
                    <a:pt x="5599" y="1630"/>
                    <a:pt x="5599" y="1630"/>
                  </a:cubicBezTo>
                  <a:cubicBezTo>
                    <a:pt x="5380" y="1389"/>
                    <a:pt x="5380" y="1389"/>
                    <a:pt x="5380" y="1389"/>
                  </a:cubicBezTo>
                  <a:cubicBezTo>
                    <a:pt x="5333" y="850"/>
                    <a:pt x="5333" y="850"/>
                    <a:pt x="5333" y="850"/>
                  </a:cubicBezTo>
                  <a:cubicBezTo>
                    <a:pt x="5296" y="1383"/>
                    <a:pt x="5296" y="1383"/>
                    <a:pt x="5296" y="1383"/>
                  </a:cubicBezTo>
                  <a:cubicBezTo>
                    <a:pt x="5046" y="1630"/>
                    <a:pt x="5046" y="1630"/>
                    <a:pt x="5046" y="1630"/>
                  </a:cubicBezTo>
                  <a:cubicBezTo>
                    <a:pt x="5046" y="2273"/>
                    <a:pt x="5046" y="2273"/>
                    <a:pt x="5046" y="2273"/>
                  </a:cubicBezTo>
                  <a:cubicBezTo>
                    <a:pt x="5046" y="2273"/>
                    <a:pt x="5046" y="2725"/>
                    <a:pt x="4659" y="2725"/>
                  </a:cubicBezTo>
                  <a:cubicBezTo>
                    <a:pt x="4272" y="2725"/>
                    <a:pt x="4272" y="2273"/>
                    <a:pt x="4272" y="2273"/>
                  </a:cubicBezTo>
                  <a:cubicBezTo>
                    <a:pt x="3589" y="2273"/>
                    <a:pt x="3589" y="2273"/>
                    <a:pt x="3589" y="2273"/>
                  </a:cubicBezTo>
                  <a:cubicBezTo>
                    <a:pt x="3589" y="2725"/>
                    <a:pt x="3589" y="2725"/>
                    <a:pt x="3589" y="2725"/>
                  </a:cubicBezTo>
                  <a:cubicBezTo>
                    <a:pt x="3438" y="2725"/>
                    <a:pt x="3438" y="2725"/>
                    <a:pt x="3438" y="2725"/>
                  </a:cubicBezTo>
                  <a:cubicBezTo>
                    <a:pt x="3438" y="3499"/>
                    <a:pt x="3438" y="3499"/>
                    <a:pt x="3438" y="3499"/>
                  </a:cubicBezTo>
                  <a:cubicBezTo>
                    <a:pt x="3347" y="3499"/>
                    <a:pt x="3347" y="3499"/>
                    <a:pt x="3347" y="3499"/>
                  </a:cubicBezTo>
                  <a:cubicBezTo>
                    <a:pt x="3347" y="3082"/>
                    <a:pt x="3347" y="3082"/>
                    <a:pt x="3347" y="3082"/>
                  </a:cubicBezTo>
                  <a:cubicBezTo>
                    <a:pt x="3156" y="3082"/>
                    <a:pt x="3156" y="3082"/>
                    <a:pt x="3156" y="3082"/>
                  </a:cubicBezTo>
                  <a:cubicBezTo>
                    <a:pt x="3156" y="2894"/>
                    <a:pt x="3156" y="2894"/>
                    <a:pt x="3156" y="2894"/>
                  </a:cubicBezTo>
                  <a:cubicBezTo>
                    <a:pt x="2895" y="2725"/>
                    <a:pt x="2895" y="2725"/>
                    <a:pt x="2895" y="2725"/>
                  </a:cubicBezTo>
                  <a:cubicBezTo>
                    <a:pt x="2895" y="2273"/>
                    <a:pt x="2895" y="2273"/>
                    <a:pt x="2895" y="2273"/>
                  </a:cubicBezTo>
                  <a:cubicBezTo>
                    <a:pt x="2895" y="2273"/>
                    <a:pt x="2960" y="2229"/>
                    <a:pt x="2960" y="2072"/>
                  </a:cubicBezTo>
                  <a:cubicBezTo>
                    <a:pt x="2960" y="1915"/>
                    <a:pt x="2895" y="1832"/>
                    <a:pt x="2895" y="1832"/>
                  </a:cubicBezTo>
                  <a:cubicBezTo>
                    <a:pt x="2895" y="1630"/>
                    <a:pt x="2895" y="1630"/>
                    <a:pt x="2895" y="1630"/>
                  </a:cubicBezTo>
                  <a:cubicBezTo>
                    <a:pt x="2895" y="1630"/>
                    <a:pt x="2828" y="1481"/>
                    <a:pt x="2634" y="1481"/>
                  </a:cubicBezTo>
                  <a:cubicBezTo>
                    <a:pt x="2440" y="1481"/>
                    <a:pt x="2382" y="1630"/>
                    <a:pt x="2382" y="1630"/>
                  </a:cubicBezTo>
                  <a:cubicBezTo>
                    <a:pt x="2382" y="1832"/>
                    <a:pt x="2382" y="1832"/>
                    <a:pt x="2382" y="1832"/>
                  </a:cubicBezTo>
                  <a:cubicBezTo>
                    <a:pt x="2382" y="1832"/>
                    <a:pt x="2320" y="1931"/>
                    <a:pt x="2320" y="2072"/>
                  </a:cubicBezTo>
                  <a:cubicBezTo>
                    <a:pt x="2320" y="2213"/>
                    <a:pt x="2382" y="2273"/>
                    <a:pt x="2382" y="2273"/>
                  </a:cubicBezTo>
                  <a:cubicBezTo>
                    <a:pt x="2382" y="2725"/>
                    <a:pt x="2382" y="2725"/>
                    <a:pt x="2382" y="2725"/>
                  </a:cubicBezTo>
                  <a:cubicBezTo>
                    <a:pt x="2219" y="2725"/>
                    <a:pt x="2219" y="2725"/>
                    <a:pt x="2219" y="2725"/>
                  </a:cubicBezTo>
                  <a:cubicBezTo>
                    <a:pt x="2219" y="2725"/>
                    <a:pt x="2194" y="2273"/>
                    <a:pt x="1936" y="2273"/>
                  </a:cubicBezTo>
                  <a:cubicBezTo>
                    <a:pt x="1677" y="2273"/>
                    <a:pt x="1635" y="2725"/>
                    <a:pt x="1635" y="2725"/>
                  </a:cubicBezTo>
                  <a:cubicBezTo>
                    <a:pt x="955" y="2725"/>
                    <a:pt x="955" y="2725"/>
                    <a:pt x="955" y="2725"/>
                  </a:cubicBezTo>
                  <a:cubicBezTo>
                    <a:pt x="661" y="3073"/>
                    <a:pt x="661" y="3073"/>
                    <a:pt x="661" y="3073"/>
                  </a:cubicBezTo>
                  <a:cubicBezTo>
                    <a:pt x="618" y="2273"/>
                    <a:pt x="618" y="2273"/>
                    <a:pt x="618" y="2273"/>
                  </a:cubicBezTo>
                  <a:cubicBezTo>
                    <a:pt x="578" y="3073"/>
                    <a:pt x="578" y="3073"/>
                    <a:pt x="578" y="3073"/>
                  </a:cubicBezTo>
                  <a:cubicBezTo>
                    <a:pt x="523" y="3174"/>
                    <a:pt x="523" y="3174"/>
                    <a:pt x="523" y="3174"/>
                  </a:cubicBezTo>
                  <a:cubicBezTo>
                    <a:pt x="523" y="3499"/>
                    <a:pt x="523" y="3499"/>
                    <a:pt x="523" y="3499"/>
                  </a:cubicBezTo>
                  <a:cubicBezTo>
                    <a:pt x="0" y="3499"/>
                    <a:pt x="0" y="3499"/>
                    <a:pt x="0" y="3499"/>
                  </a:cubicBezTo>
                  <a:cubicBezTo>
                    <a:pt x="0" y="3831"/>
                    <a:pt x="0" y="3831"/>
                    <a:pt x="0" y="3831"/>
                  </a:cubicBezTo>
                  <a:cubicBezTo>
                    <a:pt x="17766" y="3831"/>
                    <a:pt x="17766" y="3831"/>
                    <a:pt x="17766" y="3831"/>
                  </a:cubicBezTo>
                  <a:cubicBezTo>
                    <a:pt x="17766" y="3626"/>
                    <a:pt x="17766" y="3626"/>
                    <a:pt x="17766" y="3626"/>
                  </a:cubicBezTo>
                  <a:lnTo>
                    <a:pt x="17305" y="3626"/>
                  </a:lnTo>
                  <a:close/>
                  <a:moveTo>
                    <a:pt x="6477" y="3499"/>
                  </a:moveTo>
                  <a:cubicBezTo>
                    <a:pt x="5954" y="3499"/>
                    <a:pt x="5954" y="3499"/>
                    <a:pt x="5954" y="3499"/>
                  </a:cubicBezTo>
                  <a:cubicBezTo>
                    <a:pt x="5954" y="2990"/>
                    <a:pt x="5954" y="2990"/>
                    <a:pt x="5954" y="2990"/>
                  </a:cubicBezTo>
                  <a:cubicBezTo>
                    <a:pt x="5954" y="2990"/>
                    <a:pt x="5958" y="2787"/>
                    <a:pt x="6213" y="2787"/>
                  </a:cubicBezTo>
                  <a:cubicBezTo>
                    <a:pt x="6467" y="2787"/>
                    <a:pt x="6477" y="2993"/>
                    <a:pt x="6477" y="2993"/>
                  </a:cubicBezTo>
                  <a:lnTo>
                    <a:pt x="6477" y="3499"/>
                  </a:lnTo>
                  <a:close/>
                  <a:moveTo>
                    <a:pt x="12932" y="1831"/>
                  </a:moveTo>
                  <a:cubicBezTo>
                    <a:pt x="12855" y="1831"/>
                    <a:pt x="12793" y="1769"/>
                    <a:pt x="12793" y="1693"/>
                  </a:cubicBezTo>
                  <a:cubicBezTo>
                    <a:pt x="12793" y="1616"/>
                    <a:pt x="12855" y="1554"/>
                    <a:pt x="12932" y="1554"/>
                  </a:cubicBezTo>
                  <a:cubicBezTo>
                    <a:pt x="13008" y="1554"/>
                    <a:pt x="13070" y="1616"/>
                    <a:pt x="13070" y="1693"/>
                  </a:cubicBezTo>
                  <a:cubicBezTo>
                    <a:pt x="13070" y="1769"/>
                    <a:pt x="13008" y="1831"/>
                    <a:pt x="12932" y="1831"/>
                  </a:cubicBezTo>
                  <a:close/>
                  <a:moveTo>
                    <a:pt x="14731" y="1722"/>
                  </a:moveTo>
                  <a:cubicBezTo>
                    <a:pt x="14613" y="1722"/>
                    <a:pt x="14517" y="1626"/>
                    <a:pt x="14517" y="1507"/>
                  </a:cubicBezTo>
                  <a:cubicBezTo>
                    <a:pt x="14517" y="1389"/>
                    <a:pt x="14613" y="1293"/>
                    <a:pt x="14731" y="1293"/>
                  </a:cubicBezTo>
                  <a:cubicBezTo>
                    <a:pt x="14850" y="1293"/>
                    <a:pt x="14946" y="1389"/>
                    <a:pt x="14946" y="1507"/>
                  </a:cubicBezTo>
                  <a:cubicBezTo>
                    <a:pt x="14946" y="1626"/>
                    <a:pt x="14850" y="1722"/>
                    <a:pt x="14731" y="17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de-DE" sz="1800">
                <a:solidFill>
                  <a:srgbClr val="001155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2291519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0"/>
          <p:cNvGrpSpPr>
            <a:grpSpLocks/>
          </p:cNvGrpSpPr>
          <p:nvPr userDrawn="1"/>
        </p:nvGrpSpPr>
        <p:grpSpPr bwMode="auto">
          <a:xfrm>
            <a:off x="0" y="5"/>
            <a:ext cx="12192000" cy="6864351"/>
            <a:chOff x="0" y="0"/>
            <a:chExt cx="9144000" cy="6864640"/>
          </a:xfrm>
        </p:grpSpPr>
        <p:sp>
          <p:nvSpPr>
            <p:cNvPr id="3" name="Rechteck 2"/>
            <p:cNvSpPr/>
            <p:nvPr>
              <p:custDataLst>
                <p:tags r:id="rId1"/>
              </p:custDataLst>
            </p:nvPr>
          </p:nvSpPr>
          <p:spPr bwMode="auto">
            <a:xfrm rot="10800000">
              <a:off x="0" y="0"/>
              <a:ext cx="9144000" cy="6858000"/>
            </a:xfrm>
            <a:prstGeom prst="rect">
              <a:avLst/>
            </a:prstGeom>
            <a:gradFill flip="none" rotWithShape="1">
              <a:gsLst>
                <a:gs pos="100000">
                  <a:srgbClr val="001E63"/>
                </a:gs>
                <a:gs pos="0">
                  <a:srgbClr val="2E8CD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81641" tIns="40820" rIns="81641" bIns="40820" anchor="ctr"/>
            <a:lstStyle/>
            <a:p>
              <a:pPr indent="158746" defTabSz="816409" fontAlgn="base">
                <a:spcBef>
                  <a:spcPct val="50000"/>
                </a:spcBef>
                <a:spcAft>
                  <a:spcPct val="0"/>
                </a:spcAft>
                <a:buClr>
                  <a:srgbClr val="11AAFF"/>
                </a:buClr>
                <a:defRPr/>
              </a:pPr>
              <a:endParaRPr lang="de-CH" sz="1600">
                <a:solidFill>
                  <a:srgbClr val="001155"/>
                </a:solidFill>
              </a:endParaRPr>
            </a:p>
          </p:txBody>
        </p:sp>
        <p:sp>
          <p:nvSpPr>
            <p:cNvPr id="4" name="Rechteck 3"/>
            <p:cNvSpPr/>
            <p:nvPr/>
          </p:nvSpPr>
          <p:spPr bwMode="auto">
            <a:xfrm>
              <a:off x="0" y="6579215"/>
              <a:ext cx="8269287" cy="285425"/>
            </a:xfrm>
            <a:prstGeom prst="rect">
              <a:avLst/>
            </a:prstGeom>
            <a:gradFill flip="none" rotWithShape="1">
              <a:gsLst>
                <a:gs pos="0">
                  <a:srgbClr val="001E63">
                    <a:alpha val="0"/>
                  </a:srgbClr>
                </a:gs>
                <a:gs pos="44000">
                  <a:srgbClr val="2A83C8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indent="177800" fontAlgn="base">
                <a:spcBef>
                  <a:spcPct val="50000"/>
                </a:spcBef>
                <a:spcAft>
                  <a:spcPct val="0"/>
                </a:spcAft>
                <a:buClr>
                  <a:srgbClr val="11AAFF"/>
                </a:buClr>
                <a:defRPr/>
              </a:pPr>
              <a:endParaRPr lang="de-DE" sz="1800">
                <a:solidFill>
                  <a:srgbClr val="001155"/>
                </a:solidFill>
              </a:endParaRPr>
            </a:p>
          </p:txBody>
        </p:sp>
      </p:grpSp>
      <p:pic>
        <p:nvPicPr>
          <p:cNvPr id="5" name="Picture 17" descr="Swisscom_Stacked_Primary_RGB_PPT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9584" y="6081723"/>
            <a:ext cx="1056216" cy="60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7" descr="Swisscom_Stacked_Primary_RGB_PPT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66"/>
          <a:stretch>
            <a:fillRect/>
          </a:stretch>
        </p:blipFill>
        <p:spPr bwMode="auto">
          <a:xfrm>
            <a:off x="11059584" y="6084890"/>
            <a:ext cx="1056216" cy="374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eform 17"/>
          <p:cNvSpPr>
            <a:spLocks/>
          </p:cNvSpPr>
          <p:nvPr userDrawn="1"/>
        </p:nvSpPr>
        <p:spPr bwMode="auto">
          <a:xfrm>
            <a:off x="0" y="5002214"/>
            <a:ext cx="11059584" cy="1576387"/>
          </a:xfrm>
          <a:custGeom>
            <a:avLst/>
            <a:gdLst>
              <a:gd name="T0" fmla="*/ 2147483647 w 2880"/>
              <a:gd name="T1" fmla="*/ 2147483647 h 545"/>
              <a:gd name="T2" fmla="*/ 2147483647 w 2880"/>
              <a:gd name="T3" fmla="*/ 2147483647 h 545"/>
              <a:gd name="T4" fmla="*/ 2147483647 w 2880"/>
              <a:gd name="T5" fmla="*/ 2147483647 h 545"/>
              <a:gd name="T6" fmla="*/ 2147483647 w 2880"/>
              <a:gd name="T7" fmla="*/ 2147483647 h 545"/>
              <a:gd name="T8" fmla="*/ 0 w 2880"/>
              <a:gd name="T9" fmla="*/ 2147483647 h 545"/>
              <a:gd name="T10" fmla="*/ 2147483647 w 2880"/>
              <a:gd name="T11" fmla="*/ 2147483647 h 545"/>
              <a:gd name="T12" fmla="*/ 2147483647 w 2880"/>
              <a:gd name="T13" fmla="*/ 2147483647 h 545"/>
              <a:gd name="T14" fmla="*/ 2147483647 w 2880"/>
              <a:gd name="T15" fmla="*/ 2147483647 h 545"/>
              <a:gd name="T16" fmla="*/ 2147483647 w 2880"/>
              <a:gd name="T17" fmla="*/ 2147483647 h 545"/>
              <a:gd name="T18" fmla="*/ 2147483647 w 2880"/>
              <a:gd name="T19" fmla="*/ 2147483647 h 545"/>
              <a:gd name="T20" fmla="*/ 2147483647 w 2880"/>
              <a:gd name="T21" fmla="*/ 2147483647 h 545"/>
              <a:gd name="T22" fmla="*/ 2147483647 w 2880"/>
              <a:gd name="T23" fmla="*/ 2147483647 h 545"/>
              <a:gd name="T24" fmla="*/ 2147483647 w 2880"/>
              <a:gd name="T25" fmla="*/ 2147483647 h 545"/>
              <a:gd name="T26" fmla="*/ 2147483647 w 2880"/>
              <a:gd name="T27" fmla="*/ 2147483647 h 545"/>
              <a:gd name="T28" fmla="*/ 2147483647 w 2880"/>
              <a:gd name="T29" fmla="*/ 2147483647 h 545"/>
              <a:gd name="T30" fmla="*/ 2147483647 w 2880"/>
              <a:gd name="T31" fmla="*/ 2147483647 h 545"/>
              <a:gd name="T32" fmla="*/ 2147483647 w 2880"/>
              <a:gd name="T33" fmla="*/ 2147483647 h 545"/>
              <a:gd name="T34" fmla="*/ 2147483647 w 2880"/>
              <a:gd name="T35" fmla="*/ 2147483647 h 545"/>
              <a:gd name="T36" fmla="*/ 2147483647 w 2880"/>
              <a:gd name="T37" fmla="*/ 2147483647 h 545"/>
              <a:gd name="T38" fmla="*/ 2147483647 w 2880"/>
              <a:gd name="T39" fmla="*/ 2147483647 h 545"/>
              <a:gd name="T40" fmla="*/ 2147483647 w 2880"/>
              <a:gd name="T41" fmla="*/ 2147483647 h 545"/>
              <a:gd name="T42" fmla="*/ 2147483647 w 2880"/>
              <a:gd name="T43" fmla="*/ 2147483647 h 545"/>
              <a:gd name="T44" fmla="*/ 2147483647 w 2880"/>
              <a:gd name="T45" fmla="*/ 2147483647 h 545"/>
              <a:gd name="T46" fmla="*/ 2147483647 w 2880"/>
              <a:gd name="T47" fmla="*/ 2147483647 h 545"/>
              <a:gd name="T48" fmla="*/ 2147483647 w 2880"/>
              <a:gd name="T49" fmla="*/ 2147483647 h 545"/>
              <a:gd name="T50" fmla="*/ 2147483647 w 2880"/>
              <a:gd name="T51" fmla="*/ 2147483647 h 545"/>
              <a:gd name="T52" fmla="*/ 2147483647 w 2880"/>
              <a:gd name="T53" fmla="*/ 2147483647 h 545"/>
              <a:gd name="T54" fmla="*/ 2147483647 w 2880"/>
              <a:gd name="T55" fmla="*/ 2147483647 h 545"/>
              <a:gd name="T56" fmla="*/ 2147483647 w 2880"/>
              <a:gd name="T57" fmla="*/ 2147483647 h 545"/>
              <a:gd name="T58" fmla="*/ 2147483647 w 2880"/>
              <a:gd name="T59" fmla="*/ 2147483647 h 545"/>
              <a:gd name="T60" fmla="*/ 2147483647 w 2880"/>
              <a:gd name="T61" fmla="*/ 2147483647 h 545"/>
              <a:gd name="T62" fmla="*/ 2147483647 w 2880"/>
              <a:gd name="T63" fmla="*/ 2147483647 h 545"/>
              <a:gd name="T64" fmla="*/ 2147483647 w 2880"/>
              <a:gd name="T65" fmla="*/ 2147483647 h 545"/>
              <a:gd name="T66" fmla="*/ 2147483647 w 2880"/>
              <a:gd name="T67" fmla="*/ 2147483647 h 545"/>
              <a:gd name="T68" fmla="*/ 2147483647 w 2880"/>
              <a:gd name="T69" fmla="*/ 2147483647 h 545"/>
              <a:gd name="T70" fmla="*/ 2147483647 w 2880"/>
              <a:gd name="T71" fmla="*/ 2147483647 h 545"/>
              <a:gd name="T72" fmla="*/ 2147483647 w 2880"/>
              <a:gd name="T73" fmla="*/ 2147483647 h 545"/>
              <a:gd name="T74" fmla="*/ 2147483647 w 2880"/>
              <a:gd name="T75" fmla="*/ 2147483647 h 545"/>
              <a:gd name="T76" fmla="*/ 2147483647 w 2880"/>
              <a:gd name="T77" fmla="*/ 2147483647 h 545"/>
              <a:gd name="T78" fmla="*/ 2147483647 w 2880"/>
              <a:gd name="T79" fmla="*/ 2147483647 h 545"/>
              <a:gd name="T80" fmla="*/ 2147483647 w 2880"/>
              <a:gd name="T81" fmla="*/ 2147483647 h 545"/>
              <a:gd name="T82" fmla="*/ 2147483647 w 2880"/>
              <a:gd name="T83" fmla="*/ 2147483647 h 545"/>
              <a:gd name="T84" fmla="*/ 2147483647 w 2880"/>
              <a:gd name="T85" fmla="*/ 2147483647 h 545"/>
              <a:gd name="T86" fmla="*/ 2147483647 w 2880"/>
              <a:gd name="T87" fmla="*/ 2147483647 h 545"/>
              <a:gd name="T88" fmla="*/ 2147483647 w 2880"/>
              <a:gd name="T89" fmla="*/ 2147483647 h 545"/>
              <a:gd name="T90" fmla="*/ 2147483647 w 2880"/>
              <a:gd name="T91" fmla="*/ 2147483647 h 545"/>
              <a:gd name="T92" fmla="*/ 2147483647 w 2880"/>
              <a:gd name="T93" fmla="*/ 2147483647 h 545"/>
              <a:gd name="T94" fmla="*/ 2147483647 w 2880"/>
              <a:gd name="T95" fmla="*/ 2147483647 h 545"/>
              <a:gd name="T96" fmla="*/ 2147483647 w 2880"/>
              <a:gd name="T97" fmla="*/ 2147483647 h 545"/>
              <a:gd name="T98" fmla="*/ 2147483647 w 2880"/>
              <a:gd name="T99" fmla="*/ 2147483647 h 545"/>
              <a:gd name="T100" fmla="*/ 2147483647 w 2880"/>
              <a:gd name="T101" fmla="*/ 2147483647 h 545"/>
              <a:gd name="T102" fmla="*/ 2147483647 w 2880"/>
              <a:gd name="T103" fmla="*/ 2147483647 h 545"/>
              <a:gd name="T104" fmla="*/ 2147483647 w 2880"/>
              <a:gd name="T105" fmla="*/ 2147483647 h 545"/>
              <a:gd name="T106" fmla="*/ 2147483647 w 2880"/>
              <a:gd name="T107" fmla="*/ 2147483647 h 545"/>
              <a:gd name="T108" fmla="*/ 2147483647 w 2880"/>
              <a:gd name="T109" fmla="*/ 2147483647 h 545"/>
              <a:gd name="T110" fmla="*/ 2147483647 w 2880"/>
              <a:gd name="T111" fmla="*/ 2147483647 h 545"/>
              <a:gd name="T112" fmla="*/ 2147483647 w 2880"/>
              <a:gd name="T113" fmla="*/ 2147483647 h 545"/>
              <a:gd name="T114" fmla="*/ 2147483647 w 2880"/>
              <a:gd name="T115" fmla="*/ 2147483647 h 545"/>
              <a:gd name="T116" fmla="*/ 2147483647 w 2880"/>
              <a:gd name="T117" fmla="*/ 2147483647 h 545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880" h="545">
                <a:moveTo>
                  <a:pt x="2537" y="545"/>
                </a:moveTo>
                <a:cubicBezTo>
                  <a:pt x="1363" y="545"/>
                  <a:pt x="1363" y="545"/>
                  <a:pt x="1363" y="545"/>
                </a:cubicBezTo>
                <a:cubicBezTo>
                  <a:pt x="1363" y="527"/>
                  <a:pt x="1341" y="512"/>
                  <a:pt x="1314" y="512"/>
                </a:cubicBezTo>
                <a:cubicBezTo>
                  <a:pt x="1286" y="512"/>
                  <a:pt x="1264" y="527"/>
                  <a:pt x="1264" y="545"/>
                </a:cubicBezTo>
                <a:cubicBezTo>
                  <a:pt x="1252" y="545"/>
                  <a:pt x="1252" y="545"/>
                  <a:pt x="1252" y="545"/>
                </a:cubicBezTo>
                <a:cubicBezTo>
                  <a:pt x="1252" y="527"/>
                  <a:pt x="1229" y="512"/>
                  <a:pt x="1202" y="512"/>
                </a:cubicBezTo>
                <a:cubicBezTo>
                  <a:pt x="1175" y="512"/>
                  <a:pt x="1153" y="527"/>
                  <a:pt x="1153" y="545"/>
                </a:cubicBezTo>
                <a:cubicBezTo>
                  <a:pt x="1133" y="545"/>
                  <a:pt x="1133" y="545"/>
                  <a:pt x="1133" y="545"/>
                </a:cubicBezTo>
                <a:cubicBezTo>
                  <a:pt x="1133" y="527"/>
                  <a:pt x="1111" y="512"/>
                  <a:pt x="1084" y="512"/>
                </a:cubicBezTo>
                <a:cubicBezTo>
                  <a:pt x="1057" y="512"/>
                  <a:pt x="1035" y="527"/>
                  <a:pt x="1035" y="545"/>
                </a:cubicBezTo>
                <a:cubicBezTo>
                  <a:pt x="1021" y="545"/>
                  <a:pt x="1021" y="545"/>
                  <a:pt x="1021" y="545"/>
                </a:cubicBezTo>
                <a:cubicBezTo>
                  <a:pt x="1021" y="527"/>
                  <a:pt x="999" y="512"/>
                  <a:pt x="972" y="512"/>
                </a:cubicBezTo>
                <a:cubicBezTo>
                  <a:pt x="945" y="512"/>
                  <a:pt x="923" y="527"/>
                  <a:pt x="923" y="545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173"/>
                  <a:pt x="0" y="173"/>
                  <a:pt x="0" y="173"/>
                </a:cubicBezTo>
                <a:cubicBezTo>
                  <a:pt x="32" y="162"/>
                  <a:pt x="32" y="162"/>
                  <a:pt x="32" y="162"/>
                </a:cubicBezTo>
                <a:cubicBezTo>
                  <a:pt x="112" y="259"/>
                  <a:pt x="112" y="259"/>
                  <a:pt x="112" y="259"/>
                </a:cubicBezTo>
                <a:cubicBezTo>
                  <a:pt x="159" y="259"/>
                  <a:pt x="159" y="259"/>
                  <a:pt x="159" y="259"/>
                </a:cubicBezTo>
                <a:cubicBezTo>
                  <a:pt x="187" y="281"/>
                  <a:pt x="187" y="281"/>
                  <a:pt x="187" y="281"/>
                </a:cubicBezTo>
                <a:cubicBezTo>
                  <a:pt x="232" y="306"/>
                  <a:pt x="232" y="306"/>
                  <a:pt x="232" y="306"/>
                </a:cubicBezTo>
                <a:cubicBezTo>
                  <a:pt x="276" y="346"/>
                  <a:pt x="276" y="346"/>
                  <a:pt x="276" y="346"/>
                </a:cubicBezTo>
                <a:cubicBezTo>
                  <a:pt x="319" y="334"/>
                  <a:pt x="319" y="334"/>
                  <a:pt x="319" y="334"/>
                </a:cubicBezTo>
                <a:cubicBezTo>
                  <a:pt x="363" y="387"/>
                  <a:pt x="363" y="387"/>
                  <a:pt x="363" y="387"/>
                </a:cubicBezTo>
                <a:cubicBezTo>
                  <a:pt x="399" y="354"/>
                  <a:pt x="399" y="354"/>
                  <a:pt x="399" y="354"/>
                </a:cubicBezTo>
                <a:cubicBezTo>
                  <a:pt x="418" y="287"/>
                  <a:pt x="418" y="287"/>
                  <a:pt x="418" y="287"/>
                </a:cubicBezTo>
                <a:cubicBezTo>
                  <a:pt x="426" y="258"/>
                  <a:pt x="426" y="258"/>
                  <a:pt x="426" y="258"/>
                </a:cubicBezTo>
                <a:cubicBezTo>
                  <a:pt x="435" y="258"/>
                  <a:pt x="435" y="258"/>
                  <a:pt x="435" y="258"/>
                </a:cubicBezTo>
                <a:cubicBezTo>
                  <a:pt x="446" y="304"/>
                  <a:pt x="446" y="304"/>
                  <a:pt x="446" y="304"/>
                </a:cubicBezTo>
                <a:cubicBezTo>
                  <a:pt x="457" y="304"/>
                  <a:pt x="457" y="304"/>
                  <a:pt x="457" y="304"/>
                </a:cubicBezTo>
                <a:cubicBezTo>
                  <a:pt x="457" y="209"/>
                  <a:pt x="457" y="209"/>
                  <a:pt x="457" y="209"/>
                </a:cubicBezTo>
                <a:cubicBezTo>
                  <a:pt x="469" y="206"/>
                  <a:pt x="469" y="206"/>
                  <a:pt x="469" y="206"/>
                </a:cubicBezTo>
                <a:cubicBezTo>
                  <a:pt x="500" y="0"/>
                  <a:pt x="500" y="0"/>
                  <a:pt x="500" y="0"/>
                </a:cubicBezTo>
                <a:cubicBezTo>
                  <a:pt x="532" y="204"/>
                  <a:pt x="532" y="204"/>
                  <a:pt x="532" y="204"/>
                </a:cubicBezTo>
                <a:cubicBezTo>
                  <a:pt x="546" y="205"/>
                  <a:pt x="546" y="205"/>
                  <a:pt x="546" y="205"/>
                </a:cubicBezTo>
                <a:cubicBezTo>
                  <a:pt x="546" y="337"/>
                  <a:pt x="546" y="337"/>
                  <a:pt x="546" y="337"/>
                </a:cubicBezTo>
                <a:cubicBezTo>
                  <a:pt x="583" y="375"/>
                  <a:pt x="583" y="375"/>
                  <a:pt x="583" y="375"/>
                </a:cubicBezTo>
                <a:cubicBezTo>
                  <a:pt x="639" y="375"/>
                  <a:pt x="639" y="375"/>
                  <a:pt x="639" y="375"/>
                </a:cubicBezTo>
                <a:cubicBezTo>
                  <a:pt x="639" y="311"/>
                  <a:pt x="639" y="311"/>
                  <a:pt x="639" y="311"/>
                </a:cubicBezTo>
                <a:cubicBezTo>
                  <a:pt x="639" y="311"/>
                  <a:pt x="620" y="307"/>
                  <a:pt x="620" y="298"/>
                </a:cubicBezTo>
                <a:cubicBezTo>
                  <a:pt x="620" y="290"/>
                  <a:pt x="639" y="286"/>
                  <a:pt x="639" y="286"/>
                </a:cubicBezTo>
                <a:cubicBezTo>
                  <a:pt x="639" y="275"/>
                  <a:pt x="639" y="275"/>
                  <a:pt x="639" y="275"/>
                </a:cubicBezTo>
                <a:cubicBezTo>
                  <a:pt x="656" y="258"/>
                  <a:pt x="656" y="258"/>
                  <a:pt x="656" y="258"/>
                </a:cubicBezTo>
                <a:cubicBezTo>
                  <a:pt x="680" y="180"/>
                  <a:pt x="680" y="180"/>
                  <a:pt x="680" y="180"/>
                </a:cubicBezTo>
                <a:cubicBezTo>
                  <a:pt x="699" y="258"/>
                  <a:pt x="699" y="258"/>
                  <a:pt x="699" y="258"/>
                </a:cubicBezTo>
                <a:cubicBezTo>
                  <a:pt x="718" y="272"/>
                  <a:pt x="718" y="272"/>
                  <a:pt x="718" y="272"/>
                </a:cubicBezTo>
                <a:cubicBezTo>
                  <a:pt x="718" y="286"/>
                  <a:pt x="718" y="286"/>
                  <a:pt x="718" y="286"/>
                </a:cubicBezTo>
                <a:cubicBezTo>
                  <a:pt x="718" y="286"/>
                  <a:pt x="734" y="290"/>
                  <a:pt x="734" y="299"/>
                </a:cubicBezTo>
                <a:cubicBezTo>
                  <a:pt x="734" y="308"/>
                  <a:pt x="718" y="310"/>
                  <a:pt x="718" y="310"/>
                </a:cubicBezTo>
                <a:cubicBezTo>
                  <a:pt x="718" y="403"/>
                  <a:pt x="718" y="403"/>
                  <a:pt x="718" y="403"/>
                </a:cubicBezTo>
                <a:cubicBezTo>
                  <a:pt x="737" y="403"/>
                  <a:pt x="737" y="403"/>
                  <a:pt x="737" y="403"/>
                </a:cubicBezTo>
                <a:cubicBezTo>
                  <a:pt x="751" y="388"/>
                  <a:pt x="751" y="388"/>
                  <a:pt x="751" y="388"/>
                </a:cubicBezTo>
                <a:cubicBezTo>
                  <a:pt x="789" y="388"/>
                  <a:pt x="789" y="388"/>
                  <a:pt x="789" y="388"/>
                </a:cubicBezTo>
                <a:cubicBezTo>
                  <a:pt x="789" y="375"/>
                  <a:pt x="789" y="375"/>
                  <a:pt x="789" y="375"/>
                </a:cubicBezTo>
                <a:cubicBezTo>
                  <a:pt x="917" y="375"/>
                  <a:pt x="917" y="375"/>
                  <a:pt x="917" y="375"/>
                </a:cubicBezTo>
                <a:cubicBezTo>
                  <a:pt x="917" y="383"/>
                  <a:pt x="917" y="383"/>
                  <a:pt x="917" y="383"/>
                </a:cubicBezTo>
                <a:cubicBezTo>
                  <a:pt x="954" y="383"/>
                  <a:pt x="954" y="383"/>
                  <a:pt x="954" y="383"/>
                </a:cubicBezTo>
                <a:cubicBezTo>
                  <a:pt x="964" y="395"/>
                  <a:pt x="964" y="395"/>
                  <a:pt x="964" y="395"/>
                </a:cubicBezTo>
                <a:cubicBezTo>
                  <a:pt x="964" y="435"/>
                  <a:pt x="964" y="435"/>
                  <a:pt x="964" y="435"/>
                </a:cubicBezTo>
                <a:cubicBezTo>
                  <a:pt x="1006" y="435"/>
                  <a:pt x="1006" y="435"/>
                  <a:pt x="1006" y="435"/>
                </a:cubicBezTo>
                <a:cubicBezTo>
                  <a:pt x="1021" y="419"/>
                  <a:pt x="1021" y="419"/>
                  <a:pt x="1021" y="419"/>
                </a:cubicBezTo>
                <a:cubicBezTo>
                  <a:pt x="1036" y="431"/>
                  <a:pt x="1036" y="431"/>
                  <a:pt x="1036" y="431"/>
                </a:cubicBezTo>
                <a:cubicBezTo>
                  <a:pt x="1065" y="431"/>
                  <a:pt x="1065" y="431"/>
                  <a:pt x="1065" y="431"/>
                </a:cubicBezTo>
                <a:cubicBezTo>
                  <a:pt x="1084" y="412"/>
                  <a:pt x="1084" y="412"/>
                  <a:pt x="1084" y="412"/>
                </a:cubicBezTo>
                <a:cubicBezTo>
                  <a:pt x="1104" y="429"/>
                  <a:pt x="1104" y="429"/>
                  <a:pt x="1104" y="429"/>
                </a:cubicBezTo>
                <a:cubicBezTo>
                  <a:pt x="1161" y="429"/>
                  <a:pt x="1161" y="429"/>
                  <a:pt x="1161" y="429"/>
                </a:cubicBezTo>
                <a:cubicBezTo>
                  <a:pt x="1175" y="415"/>
                  <a:pt x="1175" y="415"/>
                  <a:pt x="1175" y="415"/>
                </a:cubicBezTo>
                <a:cubicBezTo>
                  <a:pt x="1188" y="427"/>
                  <a:pt x="1188" y="427"/>
                  <a:pt x="1188" y="427"/>
                </a:cubicBezTo>
                <a:cubicBezTo>
                  <a:pt x="1210" y="427"/>
                  <a:pt x="1210" y="427"/>
                  <a:pt x="1210" y="427"/>
                </a:cubicBezTo>
                <a:cubicBezTo>
                  <a:pt x="1210" y="497"/>
                  <a:pt x="1210" y="497"/>
                  <a:pt x="1210" y="497"/>
                </a:cubicBezTo>
                <a:cubicBezTo>
                  <a:pt x="1246" y="497"/>
                  <a:pt x="1246" y="497"/>
                  <a:pt x="1246" y="497"/>
                </a:cubicBezTo>
                <a:cubicBezTo>
                  <a:pt x="1246" y="443"/>
                  <a:pt x="1246" y="443"/>
                  <a:pt x="1246" y="443"/>
                </a:cubicBezTo>
                <a:cubicBezTo>
                  <a:pt x="1225" y="443"/>
                  <a:pt x="1225" y="443"/>
                  <a:pt x="1225" y="443"/>
                </a:cubicBezTo>
                <a:cubicBezTo>
                  <a:pt x="1251" y="427"/>
                  <a:pt x="1251" y="427"/>
                  <a:pt x="1251" y="427"/>
                </a:cubicBezTo>
                <a:cubicBezTo>
                  <a:pt x="1251" y="406"/>
                  <a:pt x="1251" y="406"/>
                  <a:pt x="1251" y="406"/>
                </a:cubicBezTo>
                <a:cubicBezTo>
                  <a:pt x="1280" y="406"/>
                  <a:pt x="1280" y="406"/>
                  <a:pt x="1280" y="406"/>
                </a:cubicBezTo>
                <a:cubicBezTo>
                  <a:pt x="1299" y="390"/>
                  <a:pt x="1299" y="390"/>
                  <a:pt x="1299" y="390"/>
                </a:cubicBezTo>
                <a:cubicBezTo>
                  <a:pt x="1319" y="406"/>
                  <a:pt x="1319" y="406"/>
                  <a:pt x="1319" y="406"/>
                </a:cubicBezTo>
                <a:cubicBezTo>
                  <a:pt x="1349" y="406"/>
                  <a:pt x="1349" y="406"/>
                  <a:pt x="1349" y="406"/>
                </a:cubicBezTo>
                <a:cubicBezTo>
                  <a:pt x="1349" y="431"/>
                  <a:pt x="1349" y="431"/>
                  <a:pt x="1349" y="431"/>
                </a:cubicBezTo>
                <a:cubicBezTo>
                  <a:pt x="1369" y="431"/>
                  <a:pt x="1369" y="431"/>
                  <a:pt x="1369" y="431"/>
                </a:cubicBezTo>
                <a:cubicBezTo>
                  <a:pt x="1369" y="396"/>
                  <a:pt x="1369" y="396"/>
                  <a:pt x="1369" y="396"/>
                </a:cubicBezTo>
                <a:cubicBezTo>
                  <a:pt x="1390" y="375"/>
                  <a:pt x="1390" y="375"/>
                  <a:pt x="1390" y="375"/>
                </a:cubicBezTo>
                <a:cubicBezTo>
                  <a:pt x="1390" y="355"/>
                  <a:pt x="1390" y="355"/>
                  <a:pt x="1390" y="355"/>
                </a:cubicBezTo>
                <a:cubicBezTo>
                  <a:pt x="1415" y="355"/>
                  <a:pt x="1415" y="355"/>
                  <a:pt x="1415" y="355"/>
                </a:cubicBezTo>
                <a:cubicBezTo>
                  <a:pt x="1445" y="329"/>
                  <a:pt x="1445" y="329"/>
                  <a:pt x="1445" y="329"/>
                </a:cubicBezTo>
                <a:cubicBezTo>
                  <a:pt x="1548" y="329"/>
                  <a:pt x="1548" y="329"/>
                  <a:pt x="1548" y="329"/>
                </a:cubicBezTo>
                <a:cubicBezTo>
                  <a:pt x="1548" y="307"/>
                  <a:pt x="1548" y="307"/>
                  <a:pt x="1548" y="307"/>
                </a:cubicBezTo>
                <a:cubicBezTo>
                  <a:pt x="1540" y="307"/>
                  <a:pt x="1540" y="307"/>
                  <a:pt x="1540" y="307"/>
                </a:cubicBezTo>
                <a:cubicBezTo>
                  <a:pt x="1540" y="271"/>
                  <a:pt x="1540" y="271"/>
                  <a:pt x="1540" y="271"/>
                </a:cubicBezTo>
                <a:cubicBezTo>
                  <a:pt x="1550" y="271"/>
                  <a:pt x="1550" y="271"/>
                  <a:pt x="1550" y="271"/>
                </a:cubicBezTo>
                <a:cubicBezTo>
                  <a:pt x="1550" y="244"/>
                  <a:pt x="1550" y="244"/>
                  <a:pt x="1550" y="244"/>
                </a:cubicBezTo>
                <a:cubicBezTo>
                  <a:pt x="1559" y="244"/>
                  <a:pt x="1559" y="244"/>
                  <a:pt x="1559" y="244"/>
                </a:cubicBezTo>
                <a:cubicBezTo>
                  <a:pt x="1559" y="272"/>
                  <a:pt x="1559" y="272"/>
                  <a:pt x="1559" y="272"/>
                </a:cubicBezTo>
                <a:cubicBezTo>
                  <a:pt x="1569" y="272"/>
                  <a:pt x="1569" y="272"/>
                  <a:pt x="1569" y="272"/>
                </a:cubicBezTo>
                <a:cubicBezTo>
                  <a:pt x="1569" y="306"/>
                  <a:pt x="1569" y="306"/>
                  <a:pt x="1569" y="306"/>
                </a:cubicBezTo>
                <a:cubicBezTo>
                  <a:pt x="1562" y="306"/>
                  <a:pt x="1562" y="306"/>
                  <a:pt x="1562" y="306"/>
                </a:cubicBezTo>
                <a:cubicBezTo>
                  <a:pt x="1562" y="329"/>
                  <a:pt x="1562" y="329"/>
                  <a:pt x="1562" y="329"/>
                </a:cubicBezTo>
                <a:cubicBezTo>
                  <a:pt x="1588" y="329"/>
                  <a:pt x="1588" y="329"/>
                  <a:pt x="1588" y="329"/>
                </a:cubicBezTo>
                <a:cubicBezTo>
                  <a:pt x="1616" y="375"/>
                  <a:pt x="1616" y="375"/>
                  <a:pt x="1616" y="375"/>
                </a:cubicBezTo>
                <a:cubicBezTo>
                  <a:pt x="1676" y="375"/>
                  <a:pt x="1676" y="375"/>
                  <a:pt x="1676" y="375"/>
                </a:cubicBezTo>
                <a:cubicBezTo>
                  <a:pt x="1676" y="329"/>
                  <a:pt x="1676" y="329"/>
                  <a:pt x="1676" y="329"/>
                </a:cubicBezTo>
                <a:cubicBezTo>
                  <a:pt x="1696" y="321"/>
                  <a:pt x="1696" y="321"/>
                  <a:pt x="1696" y="321"/>
                </a:cubicBezTo>
                <a:cubicBezTo>
                  <a:pt x="1696" y="258"/>
                  <a:pt x="1696" y="258"/>
                  <a:pt x="1696" y="258"/>
                </a:cubicBezTo>
                <a:cubicBezTo>
                  <a:pt x="1704" y="258"/>
                  <a:pt x="1704" y="258"/>
                  <a:pt x="1704" y="258"/>
                </a:cubicBezTo>
                <a:cubicBezTo>
                  <a:pt x="1704" y="166"/>
                  <a:pt x="1704" y="166"/>
                  <a:pt x="1704" y="166"/>
                </a:cubicBezTo>
                <a:cubicBezTo>
                  <a:pt x="1713" y="166"/>
                  <a:pt x="1713" y="166"/>
                  <a:pt x="1713" y="166"/>
                </a:cubicBezTo>
                <a:cubicBezTo>
                  <a:pt x="1713" y="104"/>
                  <a:pt x="1713" y="104"/>
                  <a:pt x="1713" y="104"/>
                </a:cubicBezTo>
                <a:cubicBezTo>
                  <a:pt x="1725" y="104"/>
                  <a:pt x="1725" y="104"/>
                  <a:pt x="1725" y="104"/>
                </a:cubicBezTo>
                <a:cubicBezTo>
                  <a:pt x="1725" y="83"/>
                  <a:pt x="1725" y="83"/>
                  <a:pt x="1725" y="83"/>
                </a:cubicBezTo>
                <a:cubicBezTo>
                  <a:pt x="1725" y="83"/>
                  <a:pt x="1725" y="58"/>
                  <a:pt x="1751" y="58"/>
                </a:cubicBezTo>
                <a:cubicBezTo>
                  <a:pt x="1776" y="58"/>
                  <a:pt x="1778" y="83"/>
                  <a:pt x="1778" y="83"/>
                </a:cubicBezTo>
                <a:cubicBezTo>
                  <a:pt x="1778" y="104"/>
                  <a:pt x="1778" y="104"/>
                  <a:pt x="1778" y="104"/>
                </a:cubicBezTo>
                <a:cubicBezTo>
                  <a:pt x="1786" y="104"/>
                  <a:pt x="1786" y="104"/>
                  <a:pt x="1786" y="104"/>
                </a:cubicBezTo>
                <a:cubicBezTo>
                  <a:pt x="1786" y="164"/>
                  <a:pt x="1786" y="164"/>
                  <a:pt x="1786" y="164"/>
                </a:cubicBezTo>
                <a:cubicBezTo>
                  <a:pt x="1793" y="164"/>
                  <a:pt x="1793" y="164"/>
                  <a:pt x="1793" y="164"/>
                </a:cubicBezTo>
                <a:cubicBezTo>
                  <a:pt x="1793" y="257"/>
                  <a:pt x="1793" y="257"/>
                  <a:pt x="1793" y="257"/>
                </a:cubicBezTo>
                <a:cubicBezTo>
                  <a:pt x="1802" y="257"/>
                  <a:pt x="1802" y="257"/>
                  <a:pt x="1802" y="257"/>
                </a:cubicBezTo>
                <a:cubicBezTo>
                  <a:pt x="1802" y="164"/>
                  <a:pt x="1802" y="164"/>
                  <a:pt x="1802" y="164"/>
                </a:cubicBezTo>
                <a:cubicBezTo>
                  <a:pt x="1805" y="164"/>
                  <a:pt x="1805" y="164"/>
                  <a:pt x="1805" y="164"/>
                </a:cubicBezTo>
                <a:cubicBezTo>
                  <a:pt x="1805" y="104"/>
                  <a:pt x="1805" y="104"/>
                  <a:pt x="1805" y="104"/>
                </a:cubicBezTo>
                <a:cubicBezTo>
                  <a:pt x="1819" y="104"/>
                  <a:pt x="1819" y="104"/>
                  <a:pt x="1819" y="104"/>
                </a:cubicBezTo>
                <a:cubicBezTo>
                  <a:pt x="1819" y="83"/>
                  <a:pt x="1819" y="83"/>
                  <a:pt x="1819" y="83"/>
                </a:cubicBezTo>
                <a:cubicBezTo>
                  <a:pt x="1819" y="83"/>
                  <a:pt x="1819" y="58"/>
                  <a:pt x="1844" y="58"/>
                </a:cubicBezTo>
                <a:cubicBezTo>
                  <a:pt x="1870" y="58"/>
                  <a:pt x="1872" y="83"/>
                  <a:pt x="1872" y="83"/>
                </a:cubicBezTo>
                <a:cubicBezTo>
                  <a:pt x="1872" y="104"/>
                  <a:pt x="1872" y="104"/>
                  <a:pt x="1872" y="104"/>
                </a:cubicBezTo>
                <a:cubicBezTo>
                  <a:pt x="1878" y="104"/>
                  <a:pt x="1878" y="104"/>
                  <a:pt x="1878" y="104"/>
                </a:cubicBezTo>
                <a:cubicBezTo>
                  <a:pt x="1878" y="167"/>
                  <a:pt x="1878" y="167"/>
                  <a:pt x="1878" y="167"/>
                </a:cubicBezTo>
                <a:cubicBezTo>
                  <a:pt x="1886" y="167"/>
                  <a:pt x="1886" y="167"/>
                  <a:pt x="1886" y="167"/>
                </a:cubicBezTo>
                <a:cubicBezTo>
                  <a:pt x="1886" y="258"/>
                  <a:pt x="1886" y="258"/>
                  <a:pt x="1886" y="258"/>
                </a:cubicBezTo>
                <a:cubicBezTo>
                  <a:pt x="2028" y="258"/>
                  <a:pt x="2028" y="258"/>
                  <a:pt x="2028" y="258"/>
                </a:cubicBezTo>
                <a:cubicBezTo>
                  <a:pt x="2028" y="241"/>
                  <a:pt x="2028" y="241"/>
                  <a:pt x="2028" y="241"/>
                </a:cubicBezTo>
                <a:cubicBezTo>
                  <a:pt x="2018" y="241"/>
                  <a:pt x="2018" y="241"/>
                  <a:pt x="2018" y="241"/>
                </a:cubicBezTo>
                <a:cubicBezTo>
                  <a:pt x="2018" y="230"/>
                  <a:pt x="2018" y="230"/>
                  <a:pt x="2018" y="230"/>
                </a:cubicBezTo>
                <a:cubicBezTo>
                  <a:pt x="2028" y="230"/>
                  <a:pt x="2028" y="230"/>
                  <a:pt x="2028" y="230"/>
                </a:cubicBezTo>
                <a:cubicBezTo>
                  <a:pt x="2028" y="192"/>
                  <a:pt x="2028" y="192"/>
                  <a:pt x="2028" y="192"/>
                </a:cubicBezTo>
                <a:cubicBezTo>
                  <a:pt x="2035" y="192"/>
                  <a:pt x="2035" y="192"/>
                  <a:pt x="2035" y="192"/>
                </a:cubicBezTo>
                <a:cubicBezTo>
                  <a:pt x="2035" y="158"/>
                  <a:pt x="2035" y="158"/>
                  <a:pt x="2035" y="158"/>
                </a:cubicBezTo>
                <a:cubicBezTo>
                  <a:pt x="2035" y="150"/>
                  <a:pt x="2035" y="150"/>
                  <a:pt x="2035" y="150"/>
                </a:cubicBezTo>
                <a:cubicBezTo>
                  <a:pt x="2046" y="150"/>
                  <a:pt x="2046" y="150"/>
                  <a:pt x="2046" y="150"/>
                </a:cubicBezTo>
                <a:cubicBezTo>
                  <a:pt x="2046" y="192"/>
                  <a:pt x="2046" y="192"/>
                  <a:pt x="2046" y="192"/>
                </a:cubicBezTo>
                <a:cubicBezTo>
                  <a:pt x="2051" y="192"/>
                  <a:pt x="2051" y="192"/>
                  <a:pt x="2051" y="192"/>
                </a:cubicBezTo>
                <a:cubicBezTo>
                  <a:pt x="2051" y="230"/>
                  <a:pt x="2051" y="230"/>
                  <a:pt x="2051" y="230"/>
                </a:cubicBezTo>
                <a:cubicBezTo>
                  <a:pt x="2064" y="230"/>
                  <a:pt x="2064" y="230"/>
                  <a:pt x="2064" y="230"/>
                </a:cubicBezTo>
                <a:cubicBezTo>
                  <a:pt x="2064" y="241"/>
                  <a:pt x="2064" y="241"/>
                  <a:pt x="2064" y="241"/>
                </a:cubicBezTo>
                <a:cubicBezTo>
                  <a:pt x="2051" y="241"/>
                  <a:pt x="2051" y="241"/>
                  <a:pt x="2051" y="241"/>
                </a:cubicBezTo>
                <a:cubicBezTo>
                  <a:pt x="2051" y="258"/>
                  <a:pt x="2051" y="258"/>
                  <a:pt x="2051" y="258"/>
                </a:cubicBezTo>
                <a:cubicBezTo>
                  <a:pt x="2077" y="258"/>
                  <a:pt x="2077" y="258"/>
                  <a:pt x="2077" y="258"/>
                </a:cubicBezTo>
                <a:cubicBezTo>
                  <a:pt x="2104" y="286"/>
                  <a:pt x="2104" y="286"/>
                  <a:pt x="2104" y="286"/>
                </a:cubicBezTo>
                <a:cubicBezTo>
                  <a:pt x="2136" y="286"/>
                  <a:pt x="2136" y="286"/>
                  <a:pt x="2136" y="286"/>
                </a:cubicBezTo>
                <a:cubicBezTo>
                  <a:pt x="2136" y="333"/>
                  <a:pt x="2136" y="333"/>
                  <a:pt x="2136" y="333"/>
                </a:cubicBezTo>
                <a:cubicBezTo>
                  <a:pt x="2178" y="333"/>
                  <a:pt x="2178" y="333"/>
                  <a:pt x="2178" y="333"/>
                </a:cubicBezTo>
                <a:cubicBezTo>
                  <a:pt x="2178" y="363"/>
                  <a:pt x="2178" y="363"/>
                  <a:pt x="2178" y="363"/>
                </a:cubicBezTo>
                <a:cubicBezTo>
                  <a:pt x="2221" y="363"/>
                  <a:pt x="2221" y="363"/>
                  <a:pt x="2221" y="363"/>
                </a:cubicBezTo>
                <a:cubicBezTo>
                  <a:pt x="2221" y="343"/>
                  <a:pt x="2221" y="343"/>
                  <a:pt x="2221" y="343"/>
                </a:cubicBezTo>
                <a:cubicBezTo>
                  <a:pt x="2243" y="343"/>
                  <a:pt x="2243" y="343"/>
                  <a:pt x="2243" y="343"/>
                </a:cubicBezTo>
                <a:cubicBezTo>
                  <a:pt x="2295" y="391"/>
                  <a:pt x="2295" y="391"/>
                  <a:pt x="2295" y="391"/>
                </a:cubicBezTo>
                <a:cubicBezTo>
                  <a:pt x="2312" y="391"/>
                  <a:pt x="2312" y="391"/>
                  <a:pt x="2312" y="391"/>
                </a:cubicBezTo>
                <a:cubicBezTo>
                  <a:pt x="2312" y="363"/>
                  <a:pt x="2312" y="363"/>
                  <a:pt x="2312" y="363"/>
                </a:cubicBezTo>
                <a:cubicBezTo>
                  <a:pt x="2377" y="363"/>
                  <a:pt x="2377" y="363"/>
                  <a:pt x="2377" y="363"/>
                </a:cubicBezTo>
                <a:cubicBezTo>
                  <a:pt x="2377" y="453"/>
                  <a:pt x="2377" y="453"/>
                  <a:pt x="2377" y="453"/>
                </a:cubicBezTo>
                <a:cubicBezTo>
                  <a:pt x="2419" y="453"/>
                  <a:pt x="2419" y="453"/>
                  <a:pt x="2419" y="453"/>
                </a:cubicBezTo>
                <a:cubicBezTo>
                  <a:pt x="2419" y="423"/>
                  <a:pt x="2419" y="423"/>
                  <a:pt x="2419" y="423"/>
                </a:cubicBezTo>
                <a:cubicBezTo>
                  <a:pt x="2477" y="423"/>
                  <a:pt x="2477" y="423"/>
                  <a:pt x="2477" y="423"/>
                </a:cubicBezTo>
                <a:cubicBezTo>
                  <a:pt x="2512" y="311"/>
                  <a:pt x="2512" y="311"/>
                  <a:pt x="2512" y="311"/>
                </a:cubicBezTo>
                <a:cubicBezTo>
                  <a:pt x="2557" y="311"/>
                  <a:pt x="2557" y="311"/>
                  <a:pt x="2557" y="311"/>
                </a:cubicBezTo>
                <a:cubicBezTo>
                  <a:pt x="2587" y="341"/>
                  <a:pt x="2587" y="341"/>
                  <a:pt x="2587" y="341"/>
                </a:cubicBezTo>
                <a:cubicBezTo>
                  <a:pt x="2625" y="341"/>
                  <a:pt x="2625" y="341"/>
                  <a:pt x="2625" y="341"/>
                </a:cubicBezTo>
                <a:cubicBezTo>
                  <a:pt x="2647" y="326"/>
                  <a:pt x="2647" y="326"/>
                  <a:pt x="2647" y="326"/>
                </a:cubicBezTo>
                <a:cubicBezTo>
                  <a:pt x="2669" y="342"/>
                  <a:pt x="2669" y="342"/>
                  <a:pt x="2669" y="342"/>
                </a:cubicBezTo>
                <a:cubicBezTo>
                  <a:pt x="2707" y="342"/>
                  <a:pt x="2707" y="342"/>
                  <a:pt x="2707" y="342"/>
                </a:cubicBezTo>
                <a:cubicBezTo>
                  <a:pt x="2707" y="386"/>
                  <a:pt x="2707" y="386"/>
                  <a:pt x="2707" y="386"/>
                </a:cubicBezTo>
                <a:cubicBezTo>
                  <a:pt x="2743" y="386"/>
                  <a:pt x="2743" y="386"/>
                  <a:pt x="2743" y="386"/>
                </a:cubicBezTo>
                <a:cubicBezTo>
                  <a:pt x="2743" y="433"/>
                  <a:pt x="2743" y="433"/>
                  <a:pt x="2743" y="433"/>
                </a:cubicBezTo>
                <a:cubicBezTo>
                  <a:pt x="2800" y="481"/>
                  <a:pt x="2800" y="481"/>
                  <a:pt x="2800" y="481"/>
                </a:cubicBezTo>
                <a:cubicBezTo>
                  <a:pt x="2800" y="450"/>
                  <a:pt x="2800" y="450"/>
                  <a:pt x="2800" y="450"/>
                </a:cubicBezTo>
                <a:cubicBezTo>
                  <a:pt x="2880" y="450"/>
                  <a:pt x="2880" y="450"/>
                  <a:pt x="2880" y="450"/>
                </a:cubicBezTo>
                <a:cubicBezTo>
                  <a:pt x="2880" y="471"/>
                  <a:pt x="2880" y="471"/>
                  <a:pt x="2880" y="471"/>
                </a:cubicBezTo>
                <a:cubicBezTo>
                  <a:pt x="2880" y="545"/>
                  <a:pt x="2880" y="545"/>
                  <a:pt x="2880" y="545"/>
                </a:cubicBezTo>
                <a:lnTo>
                  <a:pt x="2537" y="545"/>
                </a:lnTo>
                <a:close/>
              </a:path>
            </a:pathLst>
          </a:custGeom>
          <a:solidFill>
            <a:schemeClr val="tx1">
              <a:alpha val="2901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e-CH" sz="1800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971058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0"/>
          <p:cNvGrpSpPr>
            <a:grpSpLocks/>
          </p:cNvGrpSpPr>
          <p:nvPr userDrawn="1"/>
        </p:nvGrpSpPr>
        <p:grpSpPr bwMode="auto">
          <a:xfrm>
            <a:off x="0" y="5"/>
            <a:ext cx="12192000" cy="6864351"/>
            <a:chOff x="0" y="0"/>
            <a:chExt cx="9144000" cy="6864640"/>
          </a:xfrm>
        </p:grpSpPr>
        <p:sp>
          <p:nvSpPr>
            <p:cNvPr id="3" name="Rechteck 2"/>
            <p:cNvSpPr/>
            <p:nvPr>
              <p:custDataLst>
                <p:tags r:id="rId1"/>
              </p:custDataLst>
            </p:nvPr>
          </p:nvSpPr>
          <p:spPr bwMode="auto">
            <a:xfrm rot="10800000">
              <a:off x="0" y="0"/>
              <a:ext cx="9144000" cy="6858000"/>
            </a:xfrm>
            <a:prstGeom prst="rect">
              <a:avLst/>
            </a:prstGeom>
            <a:gradFill flip="none" rotWithShape="1">
              <a:gsLst>
                <a:gs pos="100000">
                  <a:srgbClr val="001E63"/>
                </a:gs>
                <a:gs pos="0">
                  <a:srgbClr val="2E8CD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81641" tIns="40820" rIns="81641" bIns="40820" anchor="ctr"/>
            <a:lstStyle/>
            <a:p>
              <a:pPr indent="158746" defTabSz="816409" fontAlgn="base">
                <a:spcBef>
                  <a:spcPct val="50000"/>
                </a:spcBef>
                <a:spcAft>
                  <a:spcPct val="0"/>
                </a:spcAft>
                <a:buClr>
                  <a:srgbClr val="11AAFF"/>
                </a:buClr>
                <a:defRPr/>
              </a:pPr>
              <a:endParaRPr lang="de-CH" sz="1600">
                <a:solidFill>
                  <a:srgbClr val="001155"/>
                </a:solidFill>
              </a:endParaRPr>
            </a:p>
          </p:txBody>
        </p:sp>
        <p:sp>
          <p:nvSpPr>
            <p:cNvPr id="4" name="Rechteck 3"/>
            <p:cNvSpPr/>
            <p:nvPr/>
          </p:nvSpPr>
          <p:spPr bwMode="auto">
            <a:xfrm>
              <a:off x="0" y="6579215"/>
              <a:ext cx="8269287" cy="285425"/>
            </a:xfrm>
            <a:prstGeom prst="rect">
              <a:avLst/>
            </a:prstGeom>
            <a:gradFill flip="none" rotWithShape="1">
              <a:gsLst>
                <a:gs pos="0">
                  <a:srgbClr val="001E63">
                    <a:alpha val="0"/>
                  </a:srgbClr>
                </a:gs>
                <a:gs pos="44000">
                  <a:srgbClr val="2A83C8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indent="177800" fontAlgn="base">
                <a:spcBef>
                  <a:spcPct val="50000"/>
                </a:spcBef>
                <a:spcAft>
                  <a:spcPct val="0"/>
                </a:spcAft>
                <a:buClr>
                  <a:srgbClr val="11AAFF"/>
                </a:buClr>
                <a:defRPr/>
              </a:pPr>
              <a:endParaRPr lang="de-DE" sz="1800">
                <a:solidFill>
                  <a:srgbClr val="001155"/>
                </a:solidFill>
              </a:endParaRPr>
            </a:p>
          </p:txBody>
        </p:sp>
      </p:grpSp>
      <p:pic>
        <p:nvPicPr>
          <p:cNvPr id="5" name="Picture 17" descr="Swisscom_Stacked_Primary_RGB_PPT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9584" y="6081723"/>
            <a:ext cx="1056216" cy="60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7" descr="Swisscom_Stacked_Primary_RGB_PPT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66"/>
          <a:stretch>
            <a:fillRect/>
          </a:stretch>
        </p:blipFill>
        <p:spPr bwMode="auto">
          <a:xfrm>
            <a:off x="11059584" y="6084890"/>
            <a:ext cx="1056216" cy="374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eform 5"/>
          <p:cNvSpPr>
            <a:spLocks/>
          </p:cNvSpPr>
          <p:nvPr userDrawn="1"/>
        </p:nvSpPr>
        <p:spPr bwMode="auto">
          <a:xfrm>
            <a:off x="21167" y="5022851"/>
            <a:ext cx="11004551" cy="1549400"/>
          </a:xfrm>
          <a:custGeom>
            <a:avLst/>
            <a:gdLst>
              <a:gd name="T0" fmla="*/ 2147483647 w 2915"/>
              <a:gd name="T1" fmla="*/ 2147483647 h 545"/>
              <a:gd name="T2" fmla="*/ 2147483647 w 2915"/>
              <a:gd name="T3" fmla="*/ 2147483647 h 545"/>
              <a:gd name="T4" fmla="*/ 2147483647 w 2915"/>
              <a:gd name="T5" fmla="*/ 2147483647 h 545"/>
              <a:gd name="T6" fmla="*/ 2147483647 w 2915"/>
              <a:gd name="T7" fmla="*/ 2147483647 h 545"/>
              <a:gd name="T8" fmla="*/ 2147483647 w 2915"/>
              <a:gd name="T9" fmla="*/ 2147483647 h 545"/>
              <a:gd name="T10" fmla="*/ 2147483647 w 2915"/>
              <a:gd name="T11" fmla="*/ 2147483647 h 545"/>
              <a:gd name="T12" fmla="*/ 2147483647 w 2915"/>
              <a:gd name="T13" fmla="*/ 2147483647 h 545"/>
              <a:gd name="T14" fmla="*/ 2147483647 w 2915"/>
              <a:gd name="T15" fmla="*/ 2147483647 h 545"/>
              <a:gd name="T16" fmla="*/ 2147483647 w 2915"/>
              <a:gd name="T17" fmla="*/ 2147483647 h 545"/>
              <a:gd name="T18" fmla="*/ 2147483647 w 2915"/>
              <a:gd name="T19" fmla="*/ 2147483647 h 545"/>
              <a:gd name="T20" fmla="*/ 2147483647 w 2915"/>
              <a:gd name="T21" fmla="*/ 2147483647 h 545"/>
              <a:gd name="T22" fmla="*/ 2147483647 w 2915"/>
              <a:gd name="T23" fmla="*/ 2147483647 h 545"/>
              <a:gd name="T24" fmla="*/ 2147483647 w 2915"/>
              <a:gd name="T25" fmla="*/ 2147483647 h 545"/>
              <a:gd name="T26" fmla="*/ 2147483647 w 2915"/>
              <a:gd name="T27" fmla="*/ 2147483647 h 545"/>
              <a:gd name="T28" fmla="*/ 2147483647 w 2915"/>
              <a:gd name="T29" fmla="*/ 2147483647 h 545"/>
              <a:gd name="T30" fmla="*/ 2147483647 w 2915"/>
              <a:gd name="T31" fmla="*/ 2147483647 h 545"/>
              <a:gd name="T32" fmla="*/ 2147483647 w 2915"/>
              <a:gd name="T33" fmla="*/ 2147483647 h 545"/>
              <a:gd name="T34" fmla="*/ 2147483647 w 2915"/>
              <a:gd name="T35" fmla="*/ 2147483647 h 545"/>
              <a:gd name="T36" fmla="*/ 2147483647 w 2915"/>
              <a:gd name="T37" fmla="*/ 2147483647 h 545"/>
              <a:gd name="T38" fmla="*/ 2147483647 w 2915"/>
              <a:gd name="T39" fmla="*/ 2147483647 h 545"/>
              <a:gd name="T40" fmla="*/ 2147483647 w 2915"/>
              <a:gd name="T41" fmla="*/ 2147483647 h 545"/>
              <a:gd name="T42" fmla="*/ 2147483647 w 2915"/>
              <a:gd name="T43" fmla="*/ 2147483647 h 545"/>
              <a:gd name="T44" fmla="*/ 2147483647 w 2915"/>
              <a:gd name="T45" fmla="*/ 2147483647 h 545"/>
              <a:gd name="T46" fmla="*/ 2147483647 w 2915"/>
              <a:gd name="T47" fmla="*/ 2147483647 h 545"/>
              <a:gd name="T48" fmla="*/ 2147483647 w 2915"/>
              <a:gd name="T49" fmla="*/ 2147483647 h 545"/>
              <a:gd name="T50" fmla="*/ 2147483647 w 2915"/>
              <a:gd name="T51" fmla="*/ 2147483647 h 545"/>
              <a:gd name="T52" fmla="*/ 2147483647 w 2915"/>
              <a:gd name="T53" fmla="*/ 2147483647 h 545"/>
              <a:gd name="T54" fmla="*/ 2147483647 w 2915"/>
              <a:gd name="T55" fmla="*/ 2147483647 h 545"/>
              <a:gd name="T56" fmla="*/ 2147483647 w 2915"/>
              <a:gd name="T57" fmla="*/ 2147483647 h 545"/>
              <a:gd name="T58" fmla="*/ 2147483647 w 2915"/>
              <a:gd name="T59" fmla="*/ 2147483647 h 545"/>
              <a:gd name="T60" fmla="*/ 2147483647 w 2915"/>
              <a:gd name="T61" fmla="*/ 2147483647 h 545"/>
              <a:gd name="T62" fmla="*/ 2147483647 w 2915"/>
              <a:gd name="T63" fmla="*/ 2147483647 h 545"/>
              <a:gd name="T64" fmla="*/ 2147483647 w 2915"/>
              <a:gd name="T65" fmla="*/ 2147483647 h 545"/>
              <a:gd name="T66" fmla="*/ 2147483647 w 2915"/>
              <a:gd name="T67" fmla="*/ 2147483647 h 545"/>
              <a:gd name="T68" fmla="*/ 2147483647 w 2915"/>
              <a:gd name="T69" fmla="*/ 2147483647 h 545"/>
              <a:gd name="T70" fmla="*/ 2147483647 w 2915"/>
              <a:gd name="T71" fmla="*/ 2147483647 h 545"/>
              <a:gd name="T72" fmla="*/ 2147483647 w 2915"/>
              <a:gd name="T73" fmla="*/ 2147483647 h 545"/>
              <a:gd name="T74" fmla="*/ 2147483647 w 2915"/>
              <a:gd name="T75" fmla="*/ 2147483647 h 545"/>
              <a:gd name="T76" fmla="*/ 2147483647 w 2915"/>
              <a:gd name="T77" fmla="*/ 2147483647 h 545"/>
              <a:gd name="T78" fmla="*/ 2147483647 w 2915"/>
              <a:gd name="T79" fmla="*/ 2147483647 h 545"/>
              <a:gd name="T80" fmla="*/ 2147483647 w 2915"/>
              <a:gd name="T81" fmla="*/ 2147483647 h 545"/>
              <a:gd name="T82" fmla="*/ 2147483647 w 2915"/>
              <a:gd name="T83" fmla="*/ 2147483647 h 545"/>
              <a:gd name="T84" fmla="*/ 2147483647 w 2915"/>
              <a:gd name="T85" fmla="*/ 2147483647 h 545"/>
              <a:gd name="T86" fmla="*/ 2147483647 w 2915"/>
              <a:gd name="T87" fmla="*/ 2147483647 h 545"/>
              <a:gd name="T88" fmla="*/ 2147483647 w 2915"/>
              <a:gd name="T89" fmla="*/ 2147483647 h 545"/>
              <a:gd name="T90" fmla="*/ 2147483647 w 2915"/>
              <a:gd name="T91" fmla="*/ 2147483647 h 545"/>
              <a:gd name="T92" fmla="*/ 2147483647 w 2915"/>
              <a:gd name="T93" fmla="*/ 2147483647 h 545"/>
              <a:gd name="T94" fmla="*/ 2147483647 w 2915"/>
              <a:gd name="T95" fmla="*/ 2147483647 h 545"/>
              <a:gd name="T96" fmla="*/ 2147483647 w 2915"/>
              <a:gd name="T97" fmla="*/ 2147483647 h 545"/>
              <a:gd name="T98" fmla="*/ 2147483647 w 2915"/>
              <a:gd name="T99" fmla="*/ 2147483647 h 545"/>
              <a:gd name="T100" fmla="*/ 2147483647 w 2915"/>
              <a:gd name="T101" fmla="*/ 2147483647 h 545"/>
              <a:gd name="T102" fmla="*/ 2147483647 w 2915"/>
              <a:gd name="T103" fmla="*/ 2147483647 h 545"/>
              <a:gd name="T104" fmla="*/ 2147483647 w 2915"/>
              <a:gd name="T105" fmla="*/ 2147483647 h 545"/>
              <a:gd name="T106" fmla="*/ 0 w 2915"/>
              <a:gd name="T107" fmla="*/ 2147483647 h 545"/>
              <a:gd name="T108" fmla="*/ 2147483647 w 2915"/>
              <a:gd name="T109" fmla="*/ 2147483647 h 545"/>
              <a:gd name="T110" fmla="*/ 2147483647 w 2915"/>
              <a:gd name="T111" fmla="*/ 2147483647 h 545"/>
              <a:gd name="T112" fmla="*/ 2147483647 w 2915"/>
              <a:gd name="T113" fmla="*/ 2147483647 h 545"/>
              <a:gd name="T114" fmla="*/ 2147483647 w 2915"/>
              <a:gd name="T115" fmla="*/ 2147483647 h 545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2915" h="545">
                <a:moveTo>
                  <a:pt x="490" y="259"/>
                </a:moveTo>
                <a:cubicBezTo>
                  <a:pt x="537" y="259"/>
                  <a:pt x="537" y="259"/>
                  <a:pt x="537" y="259"/>
                </a:cubicBezTo>
                <a:cubicBezTo>
                  <a:pt x="565" y="281"/>
                  <a:pt x="565" y="281"/>
                  <a:pt x="565" y="281"/>
                </a:cubicBezTo>
                <a:cubicBezTo>
                  <a:pt x="610" y="306"/>
                  <a:pt x="610" y="306"/>
                  <a:pt x="610" y="306"/>
                </a:cubicBezTo>
                <a:cubicBezTo>
                  <a:pt x="654" y="346"/>
                  <a:pt x="654" y="346"/>
                  <a:pt x="654" y="346"/>
                </a:cubicBezTo>
                <a:cubicBezTo>
                  <a:pt x="697" y="334"/>
                  <a:pt x="697" y="334"/>
                  <a:pt x="697" y="334"/>
                </a:cubicBezTo>
                <a:cubicBezTo>
                  <a:pt x="741" y="387"/>
                  <a:pt x="741" y="387"/>
                  <a:pt x="741" y="387"/>
                </a:cubicBezTo>
                <a:cubicBezTo>
                  <a:pt x="777" y="354"/>
                  <a:pt x="777" y="354"/>
                  <a:pt x="777" y="354"/>
                </a:cubicBezTo>
                <a:cubicBezTo>
                  <a:pt x="796" y="287"/>
                  <a:pt x="796" y="287"/>
                  <a:pt x="796" y="287"/>
                </a:cubicBezTo>
                <a:cubicBezTo>
                  <a:pt x="804" y="258"/>
                  <a:pt x="804" y="258"/>
                  <a:pt x="804" y="258"/>
                </a:cubicBezTo>
                <a:cubicBezTo>
                  <a:pt x="813" y="258"/>
                  <a:pt x="813" y="258"/>
                  <a:pt x="813" y="258"/>
                </a:cubicBezTo>
                <a:cubicBezTo>
                  <a:pt x="824" y="304"/>
                  <a:pt x="824" y="304"/>
                  <a:pt x="824" y="304"/>
                </a:cubicBezTo>
                <a:cubicBezTo>
                  <a:pt x="835" y="304"/>
                  <a:pt x="835" y="304"/>
                  <a:pt x="835" y="304"/>
                </a:cubicBezTo>
                <a:cubicBezTo>
                  <a:pt x="835" y="209"/>
                  <a:pt x="835" y="209"/>
                  <a:pt x="835" y="209"/>
                </a:cubicBezTo>
                <a:cubicBezTo>
                  <a:pt x="847" y="206"/>
                  <a:pt x="847" y="206"/>
                  <a:pt x="847" y="206"/>
                </a:cubicBezTo>
                <a:cubicBezTo>
                  <a:pt x="878" y="0"/>
                  <a:pt x="878" y="0"/>
                  <a:pt x="878" y="0"/>
                </a:cubicBezTo>
                <a:cubicBezTo>
                  <a:pt x="910" y="204"/>
                  <a:pt x="910" y="204"/>
                  <a:pt x="910" y="204"/>
                </a:cubicBezTo>
                <a:cubicBezTo>
                  <a:pt x="924" y="205"/>
                  <a:pt x="924" y="205"/>
                  <a:pt x="924" y="205"/>
                </a:cubicBezTo>
                <a:cubicBezTo>
                  <a:pt x="924" y="337"/>
                  <a:pt x="924" y="337"/>
                  <a:pt x="924" y="337"/>
                </a:cubicBezTo>
                <a:cubicBezTo>
                  <a:pt x="961" y="375"/>
                  <a:pt x="961" y="375"/>
                  <a:pt x="961" y="375"/>
                </a:cubicBezTo>
                <a:cubicBezTo>
                  <a:pt x="1017" y="375"/>
                  <a:pt x="1017" y="375"/>
                  <a:pt x="1017" y="375"/>
                </a:cubicBezTo>
                <a:cubicBezTo>
                  <a:pt x="1017" y="311"/>
                  <a:pt x="1017" y="311"/>
                  <a:pt x="1017" y="311"/>
                </a:cubicBezTo>
                <a:cubicBezTo>
                  <a:pt x="1017" y="311"/>
                  <a:pt x="998" y="307"/>
                  <a:pt x="998" y="298"/>
                </a:cubicBezTo>
                <a:cubicBezTo>
                  <a:pt x="998" y="290"/>
                  <a:pt x="1017" y="286"/>
                  <a:pt x="1017" y="286"/>
                </a:cubicBezTo>
                <a:cubicBezTo>
                  <a:pt x="1017" y="275"/>
                  <a:pt x="1017" y="275"/>
                  <a:pt x="1017" y="275"/>
                </a:cubicBezTo>
                <a:cubicBezTo>
                  <a:pt x="1034" y="258"/>
                  <a:pt x="1034" y="258"/>
                  <a:pt x="1034" y="258"/>
                </a:cubicBezTo>
                <a:cubicBezTo>
                  <a:pt x="1058" y="180"/>
                  <a:pt x="1058" y="180"/>
                  <a:pt x="1058" y="180"/>
                </a:cubicBezTo>
                <a:cubicBezTo>
                  <a:pt x="1077" y="258"/>
                  <a:pt x="1077" y="258"/>
                  <a:pt x="1077" y="258"/>
                </a:cubicBezTo>
                <a:cubicBezTo>
                  <a:pt x="1096" y="272"/>
                  <a:pt x="1096" y="272"/>
                  <a:pt x="1096" y="272"/>
                </a:cubicBezTo>
                <a:cubicBezTo>
                  <a:pt x="1096" y="286"/>
                  <a:pt x="1096" y="286"/>
                  <a:pt x="1096" y="286"/>
                </a:cubicBezTo>
                <a:cubicBezTo>
                  <a:pt x="1096" y="286"/>
                  <a:pt x="1112" y="290"/>
                  <a:pt x="1112" y="299"/>
                </a:cubicBezTo>
                <a:cubicBezTo>
                  <a:pt x="1112" y="308"/>
                  <a:pt x="1096" y="310"/>
                  <a:pt x="1096" y="310"/>
                </a:cubicBezTo>
                <a:cubicBezTo>
                  <a:pt x="1096" y="403"/>
                  <a:pt x="1096" y="403"/>
                  <a:pt x="1096" y="403"/>
                </a:cubicBezTo>
                <a:cubicBezTo>
                  <a:pt x="1115" y="403"/>
                  <a:pt x="1115" y="403"/>
                  <a:pt x="1115" y="403"/>
                </a:cubicBezTo>
                <a:cubicBezTo>
                  <a:pt x="1129" y="388"/>
                  <a:pt x="1129" y="388"/>
                  <a:pt x="1129" y="388"/>
                </a:cubicBezTo>
                <a:cubicBezTo>
                  <a:pt x="1167" y="388"/>
                  <a:pt x="1167" y="388"/>
                  <a:pt x="1167" y="388"/>
                </a:cubicBezTo>
                <a:cubicBezTo>
                  <a:pt x="1167" y="375"/>
                  <a:pt x="1167" y="375"/>
                  <a:pt x="1167" y="375"/>
                </a:cubicBezTo>
                <a:cubicBezTo>
                  <a:pt x="1295" y="375"/>
                  <a:pt x="1295" y="375"/>
                  <a:pt x="1295" y="375"/>
                </a:cubicBezTo>
                <a:cubicBezTo>
                  <a:pt x="1295" y="383"/>
                  <a:pt x="1295" y="383"/>
                  <a:pt x="1295" y="383"/>
                </a:cubicBezTo>
                <a:cubicBezTo>
                  <a:pt x="1332" y="383"/>
                  <a:pt x="1332" y="383"/>
                  <a:pt x="1332" y="383"/>
                </a:cubicBezTo>
                <a:cubicBezTo>
                  <a:pt x="1342" y="395"/>
                  <a:pt x="1342" y="395"/>
                  <a:pt x="1342" y="395"/>
                </a:cubicBezTo>
                <a:cubicBezTo>
                  <a:pt x="1342" y="435"/>
                  <a:pt x="1342" y="435"/>
                  <a:pt x="1342" y="435"/>
                </a:cubicBezTo>
                <a:cubicBezTo>
                  <a:pt x="1384" y="435"/>
                  <a:pt x="1384" y="435"/>
                  <a:pt x="1384" y="435"/>
                </a:cubicBezTo>
                <a:cubicBezTo>
                  <a:pt x="1399" y="419"/>
                  <a:pt x="1399" y="419"/>
                  <a:pt x="1399" y="419"/>
                </a:cubicBezTo>
                <a:cubicBezTo>
                  <a:pt x="1414" y="431"/>
                  <a:pt x="1414" y="431"/>
                  <a:pt x="1414" y="431"/>
                </a:cubicBezTo>
                <a:cubicBezTo>
                  <a:pt x="1443" y="431"/>
                  <a:pt x="1443" y="431"/>
                  <a:pt x="1443" y="431"/>
                </a:cubicBezTo>
                <a:cubicBezTo>
                  <a:pt x="1462" y="412"/>
                  <a:pt x="1462" y="412"/>
                  <a:pt x="1462" y="412"/>
                </a:cubicBezTo>
                <a:cubicBezTo>
                  <a:pt x="1482" y="429"/>
                  <a:pt x="1482" y="429"/>
                  <a:pt x="1482" y="429"/>
                </a:cubicBezTo>
                <a:cubicBezTo>
                  <a:pt x="1539" y="429"/>
                  <a:pt x="1539" y="429"/>
                  <a:pt x="1539" y="429"/>
                </a:cubicBezTo>
                <a:cubicBezTo>
                  <a:pt x="1553" y="415"/>
                  <a:pt x="1553" y="415"/>
                  <a:pt x="1553" y="415"/>
                </a:cubicBezTo>
                <a:cubicBezTo>
                  <a:pt x="1566" y="427"/>
                  <a:pt x="1566" y="427"/>
                  <a:pt x="1566" y="427"/>
                </a:cubicBezTo>
                <a:cubicBezTo>
                  <a:pt x="1588" y="427"/>
                  <a:pt x="1588" y="427"/>
                  <a:pt x="1588" y="427"/>
                </a:cubicBezTo>
                <a:cubicBezTo>
                  <a:pt x="1588" y="497"/>
                  <a:pt x="1588" y="497"/>
                  <a:pt x="1588" y="497"/>
                </a:cubicBezTo>
                <a:cubicBezTo>
                  <a:pt x="1624" y="497"/>
                  <a:pt x="1624" y="497"/>
                  <a:pt x="1624" y="497"/>
                </a:cubicBezTo>
                <a:cubicBezTo>
                  <a:pt x="1624" y="443"/>
                  <a:pt x="1624" y="443"/>
                  <a:pt x="1624" y="443"/>
                </a:cubicBezTo>
                <a:cubicBezTo>
                  <a:pt x="1603" y="443"/>
                  <a:pt x="1603" y="443"/>
                  <a:pt x="1603" y="443"/>
                </a:cubicBezTo>
                <a:cubicBezTo>
                  <a:pt x="1629" y="427"/>
                  <a:pt x="1629" y="427"/>
                  <a:pt x="1629" y="427"/>
                </a:cubicBezTo>
                <a:cubicBezTo>
                  <a:pt x="1629" y="406"/>
                  <a:pt x="1629" y="406"/>
                  <a:pt x="1629" y="406"/>
                </a:cubicBezTo>
                <a:cubicBezTo>
                  <a:pt x="1658" y="406"/>
                  <a:pt x="1658" y="406"/>
                  <a:pt x="1658" y="406"/>
                </a:cubicBezTo>
                <a:cubicBezTo>
                  <a:pt x="1677" y="390"/>
                  <a:pt x="1677" y="390"/>
                  <a:pt x="1677" y="390"/>
                </a:cubicBezTo>
                <a:cubicBezTo>
                  <a:pt x="1697" y="406"/>
                  <a:pt x="1697" y="406"/>
                  <a:pt x="1697" y="406"/>
                </a:cubicBezTo>
                <a:cubicBezTo>
                  <a:pt x="1727" y="406"/>
                  <a:pt x="1727" y="406"/>
                  <a:pt x="1727" y="406"/>
                </a:cubicBezTo>
                <a:cubicBezTo>
                  <a:pt x="1727" y="431"/>
                  <a:pt x="1727" y="431"/>
                  <a:pt x="1727" y="431"/>
                </a:cubicBezTo>
                <a:cubicBezTo>
                  <a:pt x="1747" y="431"/>
                  <a:pt x="1747" y="431"/>
                  <a:pt x="1747" y="431"/>
                </a:cubicBezTo>
                <a:cubicBezTo>
                  <a:pt x="1747" y="396"/>
                  <a:pt x="1747" y="396"/>
                  <a:pt x="1747" y="396"/>
                </a:cubicBezTo>
                <a:cubicBezTo>
                  <a:pt x="1768" y="375"/>
                  <a:pt x="1768" y="375"/>
                  <a:pt x="1768" y="375"/>
                </a:cubicBezTo>
                <a:cubicBezTo>
                  <a:pt x="1768" y="355"/>
                  <a:pt x="1768" y="355"/>
                  <a:pt x="1768" y="355"/>
                </a:cubicBezTo>
                <a:cubicBezTo>
                  <a:pt x="1793" y="355"/>
                  <a:pt x="1793" y="355"/>
                  <a:pt x="1793" y="355"/>
                </a:cubicBezTo>
                <a:cubicBezTo>
                  <a:pt x="1823" y="329"/>
                  <a:pt x="1823" y="329"/>
                  <a:pt x="1823" y="329"/>
                </a:cubicBezTo>
                <a:cubicBezTo>
                  <a:pt x="1926" y="329"/>
                  <a:pt x="1926" y="329"/>
                  <a:pt x="1926" y="329"/>
                </a:cubicBezTo>
                <a:cubicBezTo>
                  <a:pt x="1926" y="307"/>
                  <a:pt x="1926" y="307"/>
                  <a:pt x="1926" y="307"/>
                </a:cubicBezTo>
                <a:cubicBezTo>
                  <a:pt x="1918" y="307"/>
                  <a:pt x="1918" y="307"/>
                  <a:pt x="1918" y="307"/>
                </a:cubicBezTo>
                <a:cubicBezTo>
                  <a:pt x="1918" y="271"/>
                  <a:pt x="1918" y="271"/>
                  <a:pt x="1918" y="271"/>
                </a:cubicBezTo>
                <a:cubicBezTo>
                  <a:pt x="1928" y="271"/>
                  <a:pt x="1928" y="271"/>
                  <a:pt x="1928" y="271"/>
                </a:cubicBezTo>
                <a:cubicBezTo>
                  <a:pt x="1928" y="244"/>
                  <a:pt x="1928" y="244"/>
                  <a:pt x="1928" y="244"/>
                </a:cubicBezTo>
                <a:cubicBezTo>
                  <a:pt x="1937" y="244"/>
                  <a:pt x="1937" y="244"/>
                  <a:pt x="1937" y="244"/>
                </a:cubicBezTo>
                <a:cubicBezTo>
                  <a:pt x="1937" y="272"/>
                  <a:pt x="1937" y="272"/>
                  <a:pt x="1937" y="272"/>
                </a:cubicBezTo>
                <a:cubicBezTo>
                  <a:pt x="1947" y="272"/>
                  <a:pt x="1947" y="272"/>
                  <a:pt x="1947" y="272"/>
                </a:cubicBezTo>
                <a:cubicBezTo>
                  <a:pt x="1947" y="306"/>
                  <a:pt x="1947" y="306"/>
                  <a:pt x="1947" y="306"/>
                </a:cubicBezTo>
                <a:cubicBezTo>
                  <a:pt x="1940" y="306"/>
                  <a:pt x="1940" y="306"/>
                  <a:pt x="1940" y="306"/>
                </a:cubicBezTo>
                <a:cubicBezTo>
                  <a:pt x="1940" y="329"/>
                  <a:pt x="1940" y="329"/>
                  <a:pt x="1940" y="329"/>
                </a:cubicBezTo>
                <a:cubicBezTo>
                  <a:pt x="1966" y="329"/>
                  <a:pt x="1966" y="329"/>
                  <a:pt x="1966" y="329"/>
                </a:cubicBezTo>
                <a:cubicBezTo>
                  <a:pt x="1994" y="375"/>
                  <a:pt x="1994" y="375"/>
                  <a:pt x="1994" y="375"/>
                </a:cubicBezTo>
                <a:cubicBezTo>
                  <a:pt x="2054" y="375"/>
                  <a:pt x="2054" y="375"/>
                  <a:pt x="2054" y="375"/>
                </a:cubicBezTo>
                <a:cubicBezTo>
                  <a:pt x="2054" y="329"/>
                  <a:pt x="2054" y="329"/>
                  <a:pt x="2054" y="329"/>
                </a:cubicBezTo>
                <a:cubicBezTo>
                  <a:pt x="2074" y="321"/>
                  <a:pt x="2074" y="321"/>
                  <a:pt x="2074" y="321"/>
                </a:cubicBezTo>
                <a:cubicBezTo>
                  <a:pt x="2074" y="258"/>
                  <a:pt x="2074" y="258"/>
                  <a:pt x="2074" y="258"/>
                </a:cubicBezTo>
                <a:cubicBezTo>
                  <a:pt x="2082" y="258"/>
                  <a:pt x="2082" y="258"/>
                  <a:pt x="2082" y="258"/>
                </a:cubicBezTo>
                <a:cubicBezTo>
                  <a:pt x="2082" y="166"/>
                  <a:pt x="2082" y="166"/>
                  <a:pt x="2082" y="166"/>
                </a:cubicBezTo>
                <a:cubicBezTo>
                  <a:pt x="2091" y="166"/>
                  <a:pt x="2091" y="166"/>
                  <a:pt x="2091" y="166"/>
                </a:cubicBezTo>
                <a:cubicBezTo>
                  <a:pt x="2091" y="104"/>
                  <a:pt x="2091" y="104"/>
                  <a:pt x="2091" y="104"/>
                </a:cubicBezTo>
                <a:cubicBezTo>
                  <a:pt x="2103" y="104"/>
                  <a:pt x="2103" y="104"/>
                  <a:pt x="2103" y="104"/>
                </a:cubicBezTo>
                <a:cubicBezTo>
                  <a:pt x="2103" y="83"/>
                  <a:pt x="2103" y="83"/>
                  <a:pt x="2103" y="83"/>
                </a:cubicBezTo>
                <a:cubicBezTo>
                  <a:pt x="2103" y="83"/>
                  <a:pt x="2103" y="58"/>
                  <a:pt x="2129" y="58"/>
                </a:cubicBezTo>
                <a:cubicBezTo>
                  <a:pt x="2154" y="58"/>
                  <a:pt x="2156" y="83"/>
                  <a:pt x="2156" y="83"/>
                </a:cubicBezTo>
                <a:cubicBezTo>
                  <a:pt x="2156" y="104"/>
                  <a:pt x="2156" y="104"/>
                  <a:pt x="2156" y="104"/>
                </a:cubicBezTo>
                <a:cubicBezTo>
                  <a:pt x="2164" y="104"/>
                  <a:pt x="2164" y="104"/>
                  <a:pt x="2164" y="104"/>
                </a:cubicBezTo>
                <a:cubicBezTo>
                  <a:pt x="2164" y="164"/>
                  <a:pt x="2164" y="164"/>
                  <a:pt x="2164" y="164"/>
                </a:cubicBezTo>
                <a:cubicBezTo>
                  <a:pt x="2171" y="164"/>
                  <a:pt x="2171" y="164"/>
                  <a:pt x="2171" y="164"/>
                </a:cubicBezTo>
                <a:cubicBezTo>
                  <a:pt x="2171" y="257"/>
                  <a:pt x="2171" y="257"/>
                  <a:pt x="2171" y="257"/>
                </a:cubicBezTo>
                <a:cubicBezTo>
                  <a:pt x="2180" y="257"/>
                  <a:pt x="2180" y="257"/>
                  <a:pt x="2180" y="257"/>
                </a:cubicBezTo>
                <a:cubicBezTo>
                  <a:pt x="2180" y="164"/>
                  <a:pt x="2180" y="164"/>
                  <a:pt x="2180" y="164"/>
                </a:cubicBezTo>
                <a:cubicBezTo>
                  <a:pt x="2183" y="164"/>
                  <a:pt x="2183" y="164"/>
                  <a:pt x="2183" y="164"/>
                </a:cubicBezTo>
                <a:cubicBezTo>
                  <a:pt x="2183" y="104"/>
                  <a:pt x="2183" y="104"/>
                  <a:pt x="2183" y="104"/>
                </a:cubicBezTo>
                <a:cubicBezTo>
                  <a:pt x="2197" y="104"/>
                  <a:pt x="2197" y="104"/>
                  <a:pt x="2197" y="104"/>
                </a:cubicBezTo>
                <a:cubicBezTo>
                  <a:pt x="2197" y="83"/>
                  <a:pt x="2197" y="83"/>
                  <a:pt x="2197" y="83"/>
                </a:cubicBezTo>
                <a:cubicBezTo>
                  <a:pt x="2197" y="83"/>
                  <a:pt x="2197" y="58"/>
                  <a:pt x="2222" y="58"/>
                </a:cubicBezTo>
                <a:cubicBezTo>
                  <a:pt x="2248" y="58"/>
                  <a:pt x="2250" y="83"/>
                  <a:pt x="2250" y="83"/>
                </a:cubicBezTo>
                <a:cubicBezTo>
                  <a:pt x="2250" y="104"/>
                  <a:pt x="2250" y="104"/>
                  <a:pt x="2250" y="104"/>
                </a:cubicBezTo>
                <a:cubicBezTo>
                  <a:pt x="2256" y="104"/>
                  <a:pt x="2256" y="104"/>
                  <a:pt x="2256" y="104"/>
                </a:cubicBezTo>
                <a:cubicBezTo>
                  <a:pt x="2256" y="167"/>
                  <a:pt x="2256" y="167"/>
                  <a:pt x="2256" y="167"/>
                </a:cubicBezTo>
                <a:cubicBezTo>
                  <a:pt x="2264" y="167"/>
                  <a:pt x="2264" y="167"/>
                  <a:pt x="2264" y="167"/>
                </a:cubicBezTo>
                <a:cubicBezTo>
                  <a:pt x="2264" y="258"/>
                  <a:pt x="2264" y="258"/>
                  <a:pt x="2264" y="258"/>
                </a:cubicBezTo>
                <a:cubicBezTo>
                  <a:pt x="2406" y="258"/>
                  <a:pt x="2406" y="258"/>
                  <a:pt x="2406" y="258"/>
                </a:cubicBezTo>
                <a:cubicBezTo>
                  <a:pt x="2406" y="241"/>
                  <a:pt x="2406" y="241"/>
                  <a:pt x="2406" y="241"/>
                </a:cubicBezTo>
                <a:cubicBezTo>
                  <a:pt x="2396" y="241"/>
                  <a:pt x="2396" y="241"/>
                  <a:pt x="2396" y="241"/>
                </a:cubicBezTo>
                <a:cubicBezTo>
                  <a:pt x="2396" y="230"/>
                  <a:pt x="2396" y="230"/>
                  <a:pt x="2396" y="230"/>
                </a:cubicBezTo>
                <a:cubicBezTo>
                  <a:pt x="2406" y="230"/>
                  <a:pt x="2406" y="230"/>
                  <a:pt x="2406" y="230"/>
                </a:cubicBezTo>
                <a:cubicBezTo>
                  <a:pt x="2406" y="192"/>
                  <a:pt x="2406" y="192"/>
                  <a:pt x="2406" y="192"/>
                </a:cubicBezTo>
                <a:cubicBezTo>
                  <a:pt x="2413" y="192"/>
                  <a:pt x="2413" y="192"/>
                  <a:pt x="2413" y="192"/>
                </a:cubicBezTo>
                <a:cubicBezTo>
                  <a:pt x="2413" y="158"/>
                  <a:pt x="2413" y="158"/>
                  <a:pt x="2413" y="158"/>
                </a:cubicBezTo>
                <a:cubicBezTo>
                  <a:pt x="2413" y="150"/>
                  <a:pt x="2413" y="150"/>
                  <a:pt x="2413" y="150"/>
                </a:cubicBezTo>
                <a:cubicBezTo>
                  <a:pt x="2424" y="150"/>
                  <a:pt x="2424" y="150"/>
                  <a:pt x="2424" y="150"/>
                </a:cubicBezTo>
                <a:cubicBezTo>
                  <a:pt x="2424" y="192"/>
                  <a:pt x="2424" y="192"/>
                  <a:pt x="2424" y="192"/>
                </a:cubicBezTo>
                <a:cubicBezTo>
                  <a:pt x="2429" y="192"/>
                  <a:pt x="2429" y="192"/>
                  <a:pt x="2429" y="192"/>
                </a:cubicBezTo>
                <a:cubicBezTo>
                  <a:pt x="2429" y="230"/>
                  <a:pt x="2429" y="230"/>
                  <a:pt x="2429" y="230"/>
                </a:cubicBezTo>
                <a:cubicBezTo>
                  <a:pt x="2442" y="230"/>
                  <a:pt x="2442" y="230"/>
                  <a:pt x="2442" y="230"/>
                </a:cubicBezTo>
                <a:cubicBezTo>
                  <a:pt x="2442" y="241"/>
                  <a:pt x="2442" y="241"/>
                  <a:pt x="2442" y="241"/>
                </a:cubicBezTo>
                <a:cubicBezTo>
                  <a:pt x="2429" y="241"/>
                  <a:pt x="2429" y="241"/>
                  <a:pt x="2429" y="241"/>
                </a:cubicBezTo>
                <a:cubicBezTo>
                  <a:pt x="2429" y="258"/>
                  <a:pt x="2429" y="258"/>
                  <a:pt x="2429" y="258"/>
                </a:cubicBezTo>
                <a:cubicBezTo>
                  <a:pt x="2455" y="258"/>
                  <a:pt x="2455" y="258"/>
                  <a:pt x="2455" y="258"/>
                </a:cubicBezTo>
                <a:cubicBezTo>
                  <a:pt x="2482" y="286"/>
                  <a:pt x="2482" y="286"/>
                  <a:pt x="2482" y="286"/>
                </a:cubicBezTo>
                <a:cubicBezTo>
                  <a:pt x="2514" y="286"/>
                  <a:pt x="2514" y="286"/>
                  <a:pt x="2514" y="286"/>
                </a:cubicBezTo>
                <a:cubicBezTo>
                  <a:pt x="2514" y="333"/>
                  <a:pt x="2514" y="333"/>
                  <a:pt x="2514" y="333"/>
                </a:cubicBezTo>
                <a:cubicBezTo>
                  <a:pt x="2556" y="333"/>
                  <a:pt x="2556" y="333"/>
                  <a:pt x="2556" y="333"/>
                </a:cubicBezTo>
                <a:cubicBezTo>
                  <a:pt x="2556" y="363"/>
                  <a:pt x="2556" y="363"/>
                  <a:pt x="2556" y="363"/>
                </a:cubicBezTo>
                <a:cubicBezTo>
                  <a:pt x="2599" y="363"/>
                  <a:pt x="2599" y="363"/>
                  <a:pt x="2599" y="363"/>
                </a:cubicBezTo>
                <a:cubicBezTo>
                  <a:pt x="2599" y="343"/>
                  <a:pt x="2599" y="343"/>
                  <a:pt x="2599" y="343"/>
                </a:cubicBezTo>
                <a:cubicBezTo>
                  <a:pt x="2621" y="343"/>
                  <a:pt x="2621" y="343"/>
                  <a:pt x="2621" y="343"/>
                </a:cubicBezTo>
                <a:cubicBezTo>
                  <a:pt x="2673" y="391"/>
                  <a:pt x="2673" y="391"/>
                  <a:pt x="2673" y="391"/>
                </a:cubicBezTo>
                <a:cubicBezTo>
                  <a:pt x="2770" y="391"/>
                  <a:pt x="2770" y="391"/>
                  <a:pt x="2770" y="391"/>
                </a:cubicBezTo>
                <a:cubicBezTo>
                  <a:pt x="2770" y="363"/>
                  <a:pt x="2770" y="363"/>
                  <a:pt x="2770" y="363"/>
                </a:cubicBezTo>
                <a:cubicBezTo>
                  <a:pt x="2819" y="363"/>
                  <a:pt x="2819" y="363"/>
                  <a:pt x="2819" y="363"/>
                </a:cubicBezTo>
                <a:cubicBezTo>
                  <a:pt x="2819" y="453"/>
                  <a:pt x="2819" y="453"/>
                  <a:pt x="2819" y="453"/>
                </a:cubicBezTo>
                <a:cubicBezTo>
                  <a:pt x="2869" y="453"/>
                  <a:pt x="2869" y="453"/>
                  <a:pt x="2869" y="453"/>
                </a:cubicBezTo>
                <a:cubicBezTo>
                  <a:pt x="2869" y="423"/>
                  <a:pt x="2869" y="423"/>
                  <a:pt x="2869" y="423"/>
                </a:cubicBezTo>
                <a:cubicBezTo>
                  <a:pt x="2915" y="423"/>
                  <a:pt x="2915" y="423"/>
                  <a:pt x="2915" y="423"/>
                </a:cubicBezTo>
                <a:cubicBezTo>
                  <a:pt x="2915" y="545"/>
                  <a:pt x="2915" y="545"/>
                  <a:pt x="2915" y="545"/>
                </a:cubicBezTo>
                <a:cubicBezTo>
                  <a:pt x="1741" y="545"/>
                  <a:pt x="1741" y="545"/>
                  <a:pt x="1741" y="545"/>
                </a:cubicBezTo>
                <a:cubicBezTo>
                  <a:pt x="1741" y="527"/>
                  <a:pt x="1719" y="512"/>
                  <a:pt x="1692" y="512"/>
                </a:cubicBezTo>
                <a:cubicBezTo>
                  <a:pt x="1664" y="512"/>
                  <a:pt x="1642" y="527"/>
                  <a:pt x="1642" y="545"/>
                </a:cubicBezTo>
                <a:cubicBezTo>
                  <a:pt x="1630" y="545"/>
                  <a:pt x="1630" y="545"/>
                  <a:pt x="1630" y="545"/>
                </a:cubicBezTo>
                <a:cubicBezTo>
                  <a:pt x="1630" y="527"/>
                  <a:pt x="1607" y="512"/>
                  <a:pt x="1580" y="512"/>
                </a:cubicBezTo>
                <a:cubicBezTo>
                  <a:pt x="1553" y="512"/>
                  <a:pt x="1531" y="527"/>
                  <a:pt x="1531" y="545"/>
                </a:cubicBezTo>
                <a:cubicBezTo>
                  <a:pt x="1511" y="545"/>
                  <a:pt x="1511" y="545"/>
                  <a:pt x="1511" y="545"/>
                </a:cubicBezTo>
                <a:cubicBezTo>
                  <a:pt x="1511" y="527"/>
                  <a:pt x="1489" y="512"/>
                  <a:pt x="1462" y="512"/>
                </a:cubicBezTo>
                <a:cubicBezTo>
                  <a:pt x="1435" y="512"/>
                  <a:pt x="1413" y="527"/>
                  <a:pt x="1413" y="545"/>
                </a:cubicBezTo>
                <a:cubicBezTo>
                  <a:pt x="1399" y="545"/>
                  <a:pt x="1399" y="545"/>
                  <a:pt x="1399" y="545"/>
                </a:cubicBezTo>
                <a:cubicBezTo>
                  <a:pt x="1399" y="527"/>
                  <a:pt x="1377" y="512"/>
                  <a:pt x="1350" y="512"/>
                </a:cubicBezTo>
                <a:cubicBezTo>
                  <a:pt x="1323" y="512"/>
                  <a:pt x="1301" y="527"/>
                  <a:pt x="1301" y="545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29"/>
                  <a:pt x="0" y="29"/>
                  <a:pt x="0" y="29"/>
                </a:cubicBezTo>
                <a:cubicBezTo>
                  <a:pt x="84" y="106"/>
                  <a:pt x="84" y="106"/>
                  <a:pt x="84" y="106"/>
                </a:cubicBezTo>
                <a:cubicBezTo>
                  <a:pt x="93" y="100"/>
                  <a:pt x="93" y="100"/>
                  <a:pt x="93" y="100"/>
                </a:cubicBezTo>
                <a:cubicBezTo>
                  <a:pt x="122" y="152"/>
                  <a:pt x="122" y="152"/>
                  <a:pt x="122" y="152"/>
                </a:cubicBezTo>
                <a:cubicBezTo>
                  <a:pt x="141" y="144"/>
                  <a:pt x="141" y="144"/>
                  <a:pt x="141" y="144"/>
                </a:cubicBezTo>
                <a:cubicBezTo>
                  <a:pt x="170" y="171"/>
                  <a:pt x="170" y="171"/>
                  <a:pt x="17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241" y="148"/>
                  <a:pt x="241" y="148"/>
                  <a:pt x="241" y="148"/>
                </a:cubicBezTo>
                <a:cubicBezTo>
                  <a:pt x="290" y="148"/>
                  <a:pt x="290" y="148"/>
                  <a:pt x="290" y="148"/>
                </a:cubicBezTo>
                <a:cubicBezTo>
                  <a:pt x="309" y="130"/>
                  <a:pt x="309" y="130"/>
                  <a:pt x="309" y="130"/>
                </a:cubicBezTo>
                <a:cubicBezTo>
                  <a:pt x="340" y="187"/>
                  <a:pt x="340" y="187"/>
                  <a:pt x="340" y="187"/>
                </a:cubicBezTo>
                <a:cubicBezTo>
                  <a:pt x="410" y="162"/>
                  <a:pt x="410" y="162"/>
                  <a:pt x="410" y="162"/>
                </a:cubicBezTo>
                <a:lnTo>
                  <a:pt x="490" y="259"/>
                </a:lnTo>
                <a:close/>
              </a:path>
            </a:pathLst>
          </a:custGeom>
          <a:solidFill>
            <a:schemeClr val="tx1">
              <a:alpha val="2901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e-CH" sz="1800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796650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Blau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21319" y="1770065"/>
            <a:ext cx="9766300" cy="1570037"/>
          </a:xfrm>
        </p:spPr>
        <p:txBody>
          <a:bodyPr tIns="46800" rIns="90000" bIns="46800"/>
          <a:lstStyle>
            <a:lvl1pPr marL="0" indent="0">
              <a:defRPr/>
            </a:lvl1pPr>
          </a:lstStyle>
          <a:p>
            <a:pPr lvl="0"/>
            <a:r>
              <a:rPr lang="en-GB" noProof="0" err="1"/>
              <a:t>Titelmasterformat</a:t>
            </a:r>
            <a:r>
              <a:rPr lang="en-GB" noProof="0"/>
              <a:t> </a:t>
            </a:r>
            <a:r>
              <a:rPr lang="en-GB" noProof="0" err="1"/>
              <a:t>durch</a:t>
            </a:r>
            <a:r>
              <a:rPr lang="en-GB" noProof="0"/>
              <a:t> </a:t>
            </a:r>
            <a:r>
              <a:rPr lang="en-GB" noProof="0" err="1"/>
              <a:t>Klicken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21319" y="3590935"/>
            <a:ext cx="4785783" cy="1062039"/>
          </a:xfrm>
        </p:spPr>
        <p:txBody>
          <a:bodyPr tIns="45720" rIns="91440" bIns="45720"/>
          <a:lstStyle>
            <a:lvl1pPr marL="0" indent="0">
              <a:buFontTx/>
              <a:buNone/>
              <a:defRPr sz="1200"/>
            </a:lvl1pPr>
          </a:lstStyle>
          <a:p>
            <a:pPr lvl="0"/>
            <a:r>
              <a:rPr lang="en-GB" noProof="0" err="1"/>
              <a:t>Formatvorlage</a:t>
            </a:r>
            <a:r>
              <a:rPr lang="en-GB" noProof="0"/>
              <a:t> des </a:t>
            </a:r>
            <a:r>
              <a:rPr lang="en-GB" noProof="0" err="1"/>
              <a:t>Untertitelmasters</a:t>
            </a:r>
            <a:r>
              <a:rPr lang="en-GB" noProof="0"/>
              <a:t> </a:t>
            </a:r>
            <a:r>
              <a:rPr lang="en-GB" noProof="0" err="1"/>
              <a:t>durch</a:t>
            </a:r>
            <a:r>
              <a:rPr lang="en-GB" noProof="0"/>
              <a:t> </a:t>
            </a:r>
            <a:r>
              <a:rPr lang="en-GB" noProof="0" err="1"/>
              <a:t>Klicken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24852921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 Bulleted Text Light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27" y="291109"/>
            <a:ext cx="11653835" cy="896519"/>
          </a:xfrm>
        </p:spPr>
        <p:txBody>
          <a:bodyPr/>
          <a:lstStyle>
            <a:lvl1pPr>
              <a:defRPr sz="4800">
                <a:gradFill>
                  <a:gsLst>
                    <a:gs pos="6195">
                      <a:schemeClr val="tx1"/>
                    </a:gs>
                    <a:gs pos="26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269241" y="1663949"/>
            <a:ext cx="10757097" cy="1831701"/>
          </a:xfrm>
        </p:spPr>
        <p:txBody>
          <a:bodyPr/>
          <a:lstStyle>
            <a:lvl1pPr>
              <a:defRPr sz="21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  <a:lvl2pPr>
              <a:defRPr sz="20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2602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rmale Inhalts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10D1357-C544-4E8D-8602-6414198CD50C}" type="slidenum">
              <a:rPr lang="en-GB" altLang="de-DE"/>
              <a:pPr/>
              <a:t>‹#›</a:t>
            </a:fld>
            <a:endParaRPr lang="en-GB" altLang="de-DE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+mn-cs"/>
              </a:defRPr>
            </a:lvl1pPr>
          </a:lstStyle>
          <a:p>
            <a:pPr>
              <a:defRPr/>
            </a:pPr>
            <a:r>
              <a:rPr lang="de-CH"/>
              <a:t>Swisscom IT Services - „Wo stehen wir heute, wo wollen wir hin?“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10351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90B452-A44A-4E43-95CC-332CC049A783}" type="slidenum">
              <a:rPr lang="de-DE" altLang="de-DE" smtClean="0"/>
              <a:pPr>
                <a:defRPr/>
              </a:pPr>
              <a:t>‹#›</a:t>
            </a:fld>
            <a:endParaRPr lang="de-DE" alt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11"/>
          </p:nvPr>
        </p:nvSpPr>
        <p:spPr>
          <a:xfrm>
            <a:off x="1200150" y="1700809"/>
            <a:ext cx="9792395" cy="4609231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40276066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6" y="285"/>
            <a:ext cx="12190993" cy="685743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1200155" y="1773247"/>
            <a:ext cx="8736276" cy="1584327"/>
          </a:xfrm>
          <a:prstGeom prst="rect">
            <a:avLst/>
          </a:prstGeom>
        </p:spPr>
        <p:txBody>
          <a:bodyPr bIns="126000" anchor="b"/>
          <a:lstStyle>
            <a:lvl1pPr marL="0" indent="0">
              <a:lnSpc>
                <a:spcPct val="9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6560" y="5652279"/>
            <a:ext cx="1728000" cy="958960"/>
          </a:xfrm>
          <a:prstGeom prst="rect">
            <a:avLst/>
          </a:prstGeom>
        </p:spPr>
      </p:pic>
      <p:sp>
        <p:nvSpPr>
          <p:cNvPr id="9" name="Line 11"/>
          <p:cNvSpPr>
            <a:spLocks noChangeShapeType="1"/>
          </p:cNvSpPr>
          <p:nvPr userDrawn="1"/>
        </p:nvSpPr>
        <p:spPr bwMode="gray">
          <a:xfrm>
            <a:off x="1200152" y="3357563"/>
            <a:ext cx="48958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>
              <a:solidFill>
                <a:srgbClr val="001155"/>
              </a:solidFill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1200151" y="3573467"/>
            <a:ext cx="4895848" cy="1223689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288"/>
              </a:spcBef>
              <a:buNone/>
              <a:defRPr sz="1200">
                <a:solidFill>
                  <a:schemeClr val="tx1"/>
                </a:solidFill>
              </a:defRPr>
            </a:lvl1pPr>
            <a:lvl2pPr marL="3175" indent="0" algn="l">
              <a:buNone/>
              <a:defRPr sz="1200">
                <a:solidFill>
                  <a:schemeClr val="tx1"/>
                </a:solidFill>
              </a:defRPr>
            </a:lvl2pPr>
            <a:lvl3pPr marL="3175" indent="0" algn="l">
              <a:buNone/>
              <a:defRPr sz="1200">
                <a:solidFill>
                  <a:schemeClr val="tx1"/>
                </a:solidFill>
              </a:defRPr>
            </a:lvl3pPr>
            <a:lvl4pPr marL="3175" indent="0" algn="l">
              <a:buNone/>
              <a:defRPr sz="1200">
                <a:solidFill>
                  <a:schemeClr val="tx1"/>
                </a:solidFill>
              </a:defRPr>
            </a:lvl4pPr>
            <a:lvl5pPr marL="3175" indent="0" algn="l">
              <a:buNone/>
              <a:defRPr sz="1200">
                <a:solidFill>
                  <a:schemeClr val="tx1"/>
                </a:solidFill>
              </a:defRPr>
            </a:lvl5pPr>
            <a:lvl6pPr marL="3175" indent="0" algn="l">
              <a:buNone/>
              <a:defRPr sz="1200">
                <a:solidFill>
                  <a:schemeClr val="tx1"/>
                </a:solidFill>
              </a:defRPr>
            </a:lvl6pPr>
            <a:lvl7pPr marL="3175" indent="0" algn="l">
              <a:buNone/>
              <a:defRPr sz="1200">
                <a:solidFill>
                  <a:schemeClr val="tx1"/>
                </a:solidFill>
              </a:defRPr>
            </a:lvl7pPr>
            <a:lvl8pPr marL="3175" indent="0" algn="l">
              <a:buNone/>
              <a:defRPr sz="1200">
                <a:solidFill>
                  <a:schemeClr val="tx1"/>
                </a:solidFill>
              </a:defRPr>
            </a:lvl8pPr>
            <a:lvl9pPr marL="3175" indent="0" algn="l">
              <a:buNone/>
              <a:defRPr sz="12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3903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527051" y="260353"/>
            <a:ext cx="10464800" cy="1152525"/>
          </a:xfrm>
          <a:prstGeom prst="rect">
            <a:avLst/>
          </a:prstGeom>
        </p:spPr>
        <p:txBody>
          <a:bodyPr tIns="0" rIns="0" bIns="108000"/>
          <a:lstStyle>
            <a:lvl1pPr marL="490538" indent="-490538"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gray">
          <a:xfrm>
            <a:off x="1200153" y="1772770"/>
            <a:ext cx="9791700" cy="4248619"/>
          </a:xfrm>
          <a:prstGeom prst="rect">
            <a:avLst/>
          </a:prstGeom>
        </p:spPr>
        <p:txBody>
          <a:bodyPr/>
          <a:lstStyle>
            <a:lvl1pPr marL="182563" indent="-182563">
              <a:defRPr/>
            </a:lvl1pPr>
            <a:lvl2pPr marL="539750" indent="-182563">
              <a:defRPr/>
            </a:lvl2pPr>
            <a:lvl3pPr marL="898525" indent="-184150">
              <a:defRPr/>
            </a:lvl3pPr>
            <a:lvl4pPr marL="1255713" indent="-184150">
              <a:defRPr/>
            </a:lvl4pPr>
            <a:lvl5pPr marL="1612900" indent="-174625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1155"/>
                </a:solidFill>
              </a:rPr>
              <a:t>dd/mm/yyyy</a:t>
            </a:r>
            <a:endParaRPr lang="en-GB">
              <a:solidFill>
                <a:srgbClr val="001155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fld id="{C75F937F-578B-432D-B413-03DE4E4B2A9B}" type="slidenum">
              <a:rPr lang="en-GB">
                <a:solidFill>
                  <a:srgbClr val="001155"/>
                </a:solidFill>
              </a:rPr>
              <a:pPr/>
              <a:t>‹#›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>
                <a:solidFill>
                  <a:srgbClr val="001155"/>
                </a:solidFill>
              </a:rPr>
              <a:t>Classification, First name &amp; surname, Organization, </a:t>
            </a:r>
            <a:r>
              <a:rPr lang="en-GB" err="1">
                <a:solidFill>
                  <a:srgbClr val="001155"/>
                </a:solidFill>
              </a:rPr>
              <a:t>Filename_Version</a:t>
            </a:r>
            <a:endParaRPr lang="en-GB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30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527051" y="260353"/>
            <a:ext cx="10464800" cy="11525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gray">
          <a:xfrm>
            <a:off x="1200151" y="1773245"/>
            <a:ext cx="4799836" cy="424815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gray">
          <a:xfrm>
            <a:off x="6192014" y="1773245"/>
            <a:ext cx="4799837" cy="424815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1155"/>
                </a:solidFill>
              </a:rPr>
              <a:t>dd/mm/yyyy</a:t>
            </a:r>
            <a:endParaRPr lang="en-GB">
              <a:solidFill>
                <a:srgbClr val="001155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fld id="{6E2ED10C-ECB2-4B41-A6C4-3496B8D66DB4}" type="slidenum">
              <a:rPr lang="en-GB">
                <a:solidFill>
                  <a:srgbClr val="001155"/>
                </a:solidFill>
              </a:rPr>
              <a:pPr/>
              <a:t>‹#›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>
                <a:solidFill>
                  <a:srgbClr val="001155"/>
                </a:solidFill>
              </a:rPr>
              <a:t>Classification, First name &amp; surname, Organization, Filename_Version</a:t>
            </a:r>
          </a:p>
        </p:txBody>
      </p:sp>
    </p:spTree>
    <p:extLst>
      <p:ext uri="{BB962C8B-B14F-4D97-AF65-F5344CB8AC3E}">
        <p14:creationId xmlns:p14="http://schemas.microsoft.com/office/powerpoint/2010/main" val="3688323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527051" y="260353"/>
            <a:ext cx="10464800" cy="115252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de-DE" noProof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gray">
          <a:xfrm>
            <a:off x="1200151" y="1773245"/>
            <a:ext cx="4799836" cy="424815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DE" noProof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1155"/>
                </a:solidFill>
              </a:rPr>
              <a:t>dd/mm/yyyy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fld id="{6E2ED10C-ECB2-4B41-A6C4-3496B8D66DB4}" type="slidenum">
              <a:rPr lang="de-DE" smtClean="0">
                <a:solidFill>
                  <a:srgbClr val="001155"/>
                </a:solidFill>
              </a:rPr>
              <a:pPr/>
              <a:t>‹#›</a:t>
            </a:fld>
            <a:endParaRPr lang="de-DE">
              <a:solidFill>
                <a:srgbClr val="001155"/>
              </a:solidFill>
            </a:endParaRP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1155"/>
                </a:solidFill>
              </a:rPr>
              <a:t>Classification, First name &amp; surname, Organization, Filename_Version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191251" y="1773245"/>
            <a:ext cx="4800600" cy="42481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Fügen Sie in diesen</a:t>
            </a:r>
            <a:br>
              <a:rPr lang="de-DE" noProof="0"/>
            </a:br>
            <a:r>
              <a:rPr lang="de-DE" noProof="0"/>
              <a:t>Bereich ein Bild ein.</a:t>
            </a:r>
          </a:p>
        </p:txBody>
      </p:sp>
    </p:spTree>
    <p:extLst>
      <p:ext uri="{BB962C8B-B14F-4D97-AF65-F5344CB8AC3E}">
        <p14:creationId xmlns:p14="http://schemas.microsoft.com/office/powerpoint/2010/main" val="31788200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527051" y="260353"/>
            <a:ext cx="10464800" cy="115252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de-DE" noProof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gray">
          <a:xfrm>
            <a:off x="1200151" y="1773239"/>
            <a:ext cx="4799836" cy="23038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182563" indent="-182563">
              <a:buClr>
                <a:schemeClr val="accent2"/>
              </a:buClr>
              <a:buFont typeface="Arial" pitchFamily="34" charset="0"/>
              <a:buChar char="•"/>
              <a:defRPr sz="1200"/>
            </a:lvl2pPr>
            <a:lvl3pPr marL="361950" indent="-184150">
              <a:defRPr sz="1200"/>
            </a:lvl3pPr>
            <a:lvl4pPr marL="536575" indent="-184150">
              <a:defRPr sz="1200"/>
            </a:lvl4pPr>
            <a:lvl5pPr marL="714375" indent="-182563">
              <a:defRPr sz="1200"/>
            </a:lvl5pPr>
            <a:lvl6pPr marL="714375" indent="-174625">
              <a:defRPr sz="1200"/>
            </a:lvl6pPr>
            <a:lvl7pPr marL="714375" indent="-174625">
              <a:defRPr sz="1200"/>
            </a:lvl7pPr>
            <a:lvl8pPr marL="714375" indent="-174625">
              <a:defRPr sz="1200"/>
            </a:lvl8pPr>
            <a:lvl9pPr marL="714375" indent="-174625">
              <a:defRPr sz="12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DE" noProof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1155"/>
                </a:solidFill>
              </a:rPr>
              <a:t>dd/mm/yyyy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fld id="{6E2ED10C-ECB2-4B41-A6C4-3496B8D66DB4}" type="slidenum">
              <a:rPr lang="de-DE" smtClean="0">
                <a:solidFill>
                  <a:srgbClr val="001155"/>
                </a:solidFill>
              </a:rPr>
              <a:pPr/>
              <a:t>‹#›</a:t>
            </a:fld>
            <a:endParaRPr lang="de-DE">
              <a:solidFill>
                <a:srgbClr val="001155"/>
              </a:solidFill>
            </a:endParaRP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1155"/>
                </a:solidFill>
              </a:rPr>
              <a:t>Classification, First name &amp; surname, Organization, Filename_Version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191251" y="1773239"/>
            <a:ext cx="4800600" cy="230385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Fügen Sie in diesen</a:t>
            </a:r>
            <a:br>
              <a:rPr lang="de-DE" noProof="0"/>
            </a:br>
            <a:r>
              <a:rPr lang="de-DE" noProof="0"/>
              <a:t>Bereich ein Bild ein.</a:t>
            </a:r>
          </a:p>
        </p:txBody>
      </p:sp>
      <p:sp>
        <p:nvSpPr>
          <p:cNvPr id="10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943840" y="4220565"/>
            <a:ext cx="6048011" cy="24485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Fügen Sie in diesen</a:t>
            </a:r>
            <a:br>
              <a:rPr lang="de-DE" noProof="0"/>
            </a:br>
            <a:r>
              <a:rPr lang="de-DE" noProof="0"/>
              <a:t>Bereich ein Bild ein.</a:t>
            </a:r>
          </a:p>
        </p:txBody>
      </p:sp>
      <p:sp>
        <p:nvSpPr>
          <p:cNvPr id="11" name="Bildplatzhalter 8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196143" y="4220565"/>
            <a:ext cx="3555671" cy="24485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Fügen Sie in diesen</a:t>
            </a:r>
            <a:br>
              <a:rPr lang="de-DE" noProof="0"/>
            </a:br>
            <a:r>
              <a:rPr lang="de-DE" noProof="0"/>
              <a:t>Bereich ein Bild ein.</a:t>
            </a:r>
          </a:p>
        </p:txBody>
      </p:sp>
    </p:spTree>
    <p:extLst>
      <p:ext uri="{BB962C8B-B14F-4D97-AF65-F5344CB8AC3E}">
        <p14:creationId xmlns:p14="http://schemas.microsoft.com/office/powerpoint/2010/main" val="4090099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527051" y="260353"/>
            <a:ext cx="10464800" cy="115252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de-DE" noProof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1155"/>
                </a:solidFill>
              </a:rPr>
              <a:t>dd/mm/yyyy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fld id="{6E2ED10C-ECB2-4B41-A6C4-3496B8D66DB4}" type="slidenum">
              <a:rPr lang="de-DE" smtClean="0">
                <a:solidFill>
                  <a:srgbClr val="001155"/>
                </a:solidFill>
              </a:rPr>
              <a:pPr/>
              <a:t>‹#›</a:t>
            </a:fld>
            <a:endParaRPr lang="de-DE">
              <a:solidFill>
                <a:srgbClr val="001155"/>
              </a:solidFill>
            </a:endParaRP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1155"/>
                </a:solidFill>
              </a:rPr>
              <a:t>Classification, First name &amp; surname, Organization, Filename_Version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7"/>
          </p:nvPr>
        </p:nvSpPr>
        <p:spPr>
          <a:xfrm>
            <a:off x="1200151" y="1773248"/>
            <a:ext cx="4800600" cy="2087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Inhaltsplatzhalter 7"/>
          <p:cNvSpPr>
            <a:spLocks noGrp="1"/>
          </p:cNvSpPr>
          <p:nvPr>
            <p:ph sz="quarter" idx="18"/>
          </p:nvPr>
        </p:nvSpPr>
        <p:spPr>
          <a:xfrm>
            <a:off x="6191251" y="1773248"/>
            <a:ext cx="4800600" cy="2087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Inhaltsplatzhalter 7"/>
          <p:cNvSpPr>
            <a:spLocks noGrp="1"/>
          </p:cNvSpPr>
          <p:nvPr>
            <p:ph sz="quarter" idx="19"/>
          </p:nvPr>
        </p:nvSpPr>
        <p:spPr>
          <a:xfrm>
            <a:off x="1200151" y="4005064"/>
            <a:ext cx="4800600" cy="201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Inhaltsplatzhalter 7"/>
          <p:cNvSpPr>
            <a:spLocks noGrp="1"/>
          </p:cNvSpPr>
          <p:nvPr>
            <p:ph sz="quarter" idx="20"/>
          </p:nvPr>
        </p:nvSpPr>
        <p:spPr>
          <a:xfrm>
            <a:off x="6191251" y="4005064"/>
            <a:ext cx="4800600" cy="201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19660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anzseitig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Fügen Sie in diesen</a:t>
            </a:r>
            <a:br>
              <a:rPr lang="de-DE" noProof="0"/>
            </a:br>
            <a:r>
              <a:rPr lang="de-DE" noProof="0"/>
              <a:t>Bereich ein Bild ein.</a:t>
            </a:r>
          </a:p>
        </p:txBody>
      </p:sp>
    </p:spTree>
    <p:extLst>
      <p:ext uri="{BB962C8B-B14F-4D97-AF65-F5344CB8AC3E}">
        <p14:creationId xmlns:p14="http://schemas.microsoft.com/office/powerpoint/2010/main" val="20457940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527051" y="260353"/>
            <a:ext cx="10464800" cy="11525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1155"/>
                </a:solidFill>
              </a:rPr>
              <a:t>dd/mm/yyyy</a:t>
            </a:r>
            <a:endParaRPr lang="en-GB">
              <a:solidFill>
                <a:srgbClr val="001155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fld id="{C9256D23-CF6F-4568-8D84-AFC419FB7476}" type="slidenum">
              <a:rPr lang="en-GB">
                <a:solidFill>
                  <a:srgbClr val="001155"/>
                </a:solidFill>
              </a:rPr>
              <a:pPr/>
              <a:t>‹#›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>
                <a:solidFill>
                  <a:srgbClr val="001155"/>
                </a:solidFill>
              </a:rPr>
              <a:t>Classification, First name &amp; surname, Organization, Filename_Version</a:t>
            </a:r>
          </a:p>
        </p:txBody>
      </p:sp>
    </p:spTree>
    <p:extLst>
      <p:ext uri="{BB962C8B-B14F-4D97-AF65-F5344CB8AC3E}">
        <p14:creationId xmlns:p14="http://schemas.microsoft.com/office/powerpoint/2010/main" val="18190765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1155"/>
                </a:solidFill>
              </a:rPr>
              <a:t>dd/mm/yyyy</a:t>
            </a:r>
            <a:endParaRPr lang="en-GB">
              <a:solidFill>
                <a:srgbClr val="001155"/>
              </a:solidFill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fld id="{645AB295-D6C4-47D1-A1F8-2C867292F84F}" type="slidenum">
              <a:rPr lang="en-GB">
                <a:solidFill>
                  <a:srgbClr val="001155"/>
                </a:solidFill>
              </a:rPr>
              <a:pPr/>
              <a:t>‹#›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>
                <a:solidFill>
                  <a:srgbClr val="001155"/>
                </a:solidFill>
              </a:rPr>
              <a:t>Classification, First name &amp; surname, Organization, Filename_Version</a:t>
            </a:r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207751" y="6237314"/>
            <a:ext cx="762000" cy="422875"/>
          </a:xfrm>
          <a:prstGeom prst="rect">
            <a:avLst/>
          </a:prstGeom>
        </p:spPr>
      </p:pic>
      <p:sp>
        <p:nvSpPr>
          <p:cNvPr id="6" name="Line 13"/>
          <p:cNvSpPr>
            <a:spLocks noChangeShapeType="1"/>
          </p:cNvSpPr>
          <p:nvPr userDrawn="1"/>
        </p:nvSpPr>
        <p:spPr bwMode="gray">
          <a:xfrm>
            <a:off x="11567604" y="6021288"/>
            <a:ext cx="3852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>
              <a:solidFill>
                <a:srgbClr val="001155"/>
              </a:solidFill>
            </a:endParaRPr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gray">
          <a:xfrm flipV="1">
            <a:off x="11569718" y="1412776"/>
            <a:ext cx="38295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6030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1155"/>
                </a:solidFill>
              </a:rPr>
              <a:t>dd/mm/yyyy</a:t>
            </a:r>
            <a:endParaRPr lang="en-GB">
              <a:solidFill>
                <a:srgbClr val="001155"/>
              </a:solidFill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fld id="{645AB295-D6C4-47D1-A1F8-2C867292F84F}" type="slidenum">
              <a:rPr lang="en-GB">
                <a:solidFill>
                  <a:srgbClr val="001155"/>
                </a:solidFill>
              </a:rPr>
              <a:pPr/>
              <a:t>‹#›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>
                <a:solidFill>
                  <a:srgbClr val="001155"/>
                </a:solidFill>
              </a:rPr>
              <a:t>Classification, First name &amp; surname, Organization, Filename_Version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527051" y="1412875"/>
            <a:ext cx="10464800" cy="1944688"/>
          </a:xfrm>
          <a:prstGeom prst="rect">
            <a:avLst/>
          </a:prstGeom>
        </p:spPr>
        <p:txBody>
          <a:bodyPr bIns="0" anchor="ctr"/>
          <a:lstStyle>
            <a:lvl1pPr marL="490538" indent="-490538">
              <a:spcBef>
                <a:spcPts val="0"/>
              </a:spcBef>
              <a:buNone/>
              <a:defRPr sz="4400">
                <a:latin typeface="+mj-lt"/>
              </a:defRPr>
            </a:lvl1pPr>
            <a:lvl2pPr marL="536575" indent="-489600">
              <a:spcBef>
                <a:spcPts val="0"/>
              </a:spcBef>
              <a:buFont typeface="Arial" pitchFamily="34" charset="0"/>
              <a:buNone/>
              <a:defRPr sz="4400"/>
            </a:lvl2pPr>
            <a:lvl3pPr marL="536575" indent="-489600">
              <a:spcBef>
                <a:spcPts val="0"/>
              </a:spcBef>
              <a:buFont typeface="Arial" pitchFamily="34" charset="0"/>
              <a:buNone/>
              <a:defRPr sz="4400"/>
            </a:lvl3pPr>
            <a:lvl4pPr marL="0" indent="0">
              <a:buNone/>
              <a:defRPr sz="4400"/>
            </a:lvl4pPr>
            <a:lvl5pPr marL="536575" indent="-489600">
              <a:spcBef>
                <a:spcPts val="0"/>
              </a:spcBef>
              <a:buFont typeface="Arial" pitchFamily="34" charset="0"/>
              <a:buNone/>
              <a:defRPr sz="4400"/>
            </a:lvl5pPr>
            <a:lvl6pPr marL="536575" indent="-489600">
              <a:spcBef>
                <a:spcPts val="0"/>
              </a:spcBef>
              <a:buNone/>
              <a:defRPr sz="4400"/>
            </a:lvl6pPr>
            <a:lvl7pPr marL="536575" indent="-489600">
              <a:spcBef>
                <a:spcPts val="0"/>
              </a:spcBef>
              <a:buNone/>
              <a:defRPr sz="4400"/>
            </a:lvl7pPr>
            <a:lvl8pPr marL="536575" indent="-489600">
              <a:spcBef>
                <a:spcPts val="0"/>
              </a:spcBef>
              <a:buNone/>
              <a:defRPr sz="4400"/>
            </a:lvl8pPr>
            <a:lvl9pPr marL="536575" indent="-48960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gray">
          <a:xfrm flipV="1">
            <a:off x="1198491" y="1412720"/>
            <a:ext cx="979336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>
              <a:solidFill>
                <a:srgbClr val="001155"/>
              </a:solidFill>
            </a:endParaRPr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gray">
          <a:xfrm flipV="1">
            <a:off x="1198491" y="3356991"/>
            <a:ext cx="979336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20373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>
                <a:solidFill>
                  <a:prstClr val="white"/>
                </a:solidFill>
              </a:rPr>
              <a:t>dd/mm/yyyy</a:t>
            </a:r>
            <a:endParaRPr lang="en-GB">
              <a:solidFill>
                <a:prstClr val="white"/>
              </a:solidFill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5AB295-D6C4-47D1-A1F8-2C867292F84F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prstClr val="white"/>
                </a:solidFill>
              </a:rPr>
              <a:t>Classification, First name &amp; surname, Organization, Filename_Version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527051" y="1412875"/>
            <a:ext cx="10464800" cy="1944688"/>
          </a:xfrm>
          <a:prstGeom prst="rect">
            <a:avLst/>
          </a:prstGeom>
        </p:spPr>
        <p:txBody>
          <a:bodyPr bIns="0" anchor="ctr"/>
          <a:lstStyle>
            <a:lvl1pPr marL="490538" indent="-490538">
              <a:spcBef>
                <a:spcPts val="0"/>
              </a:spcBef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-489600">
              <a:spcBef>
                <a:spcPts val="0"/>
              </a:spcBef>
              <a:buFont typeface="Arial" pitchFamily="34" charset="0"/>
              <a:buNone/>
              <a:defRPr sz="4400">
                <a:solidFill>
                  <a:schemeClr val="bg1"/>
                </a:solidFill>
              </a:defRPr>
            </a:lvl2pPr>
            <a:lvl3pPr marL="0" indent="-489600">
              <a:spcBef>
                <a:spcPts val="0"/>
              </a:spcBef>
              <a:buFont typeface="Arial" pitchFamily="34" charset="0"/>
              <a:buNone/>
              <a:defRPr sz="4400">
                <a:solidFill>
                  <a:schemeClr val="bg1"/>
                </a:solidFill>
              </a:defRPr>
            </a:lvl3pPr>
            <a:lvl4pPr marL="0" indent="0">
              <a:buNone/>
              <a:defRPr sz="4400"/>
            </a:lvl4pPr>
            <a:lvl5pPr marL="0" indent="-489600">
              <a:spcBef>
                <a:spcPts val="0"/>
              </a:spcBef>
              <a:buFont typeface="Arial" pitchFamily="34" charset="0"/>
              <a:buNone/>
              <a:defRPr sz="4400">
                <a:solidFill>
                  <a:schemeClr val="bg1"/>
                </a:solidFill>
              </a:defRPr>
            </a:lvl5pPr>
            <a:lvl6pPr marL="0" indent="-489600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6pPr>
            <a:lvl7pPr marL="0" indent="-489600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7pPr>
            <a:lvl8pPr marL="0" indent="-489600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8pPr>
            <a:lvl9pPr marL="0" indent="-489600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gray">
          <a:xfrm flipV="1">
            <a:off x="1198491" y="1412720"/>
            <a:ext cx="979336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>
              <a:solidFill>
                <a:prstClr val="white"/>
              </a:solidFill>
            </a:endParaRPr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gray">
          <a:xfrm flipV="1">
            <a:off x="1198491" y="3356991"/>
            <a:ext cx="979336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>
              <a:solidFill>
                <a:prstClr val="white"/>
              </a:solidFill>
            </a:endParaRPr>
          </a:p>
        </p:txBody>
      </p:sp>
      <p:sp>
        <p:nvSpPr>
          <p:cNvPr id="10" name="Line 9"/>
          <p:cNvSpPr>
            <a:spLocks noChangeShapeType="1"/>
          </p:cNvSpPr>
          <p:nvPr userDrawn="1"/>
        </p:nvSpPr>
        <p:spPr bwMode="gray">
          <a:xfrm>
            <a:off x="11567604" y="1412875"/>
            <a:ext cx="38523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>
              <a:solidFill>
                <a:prstClr val="white"/>
              </a:solidFill>
            </a:endParaRPr>
          </a:p>
        </p:txBody>
      </p:sp>
      <p:sp>
        <p:nvSpPr>
          <p:cNvPr id="11" name="Line 13"/>
          <p:cNvSpPr>
            <a:spLocks noChangeShapeType="1"/>
          </p:cNvSpPr>
          <p:nvPr userDrawn="1"/>
        </p:nvSpPr>
        <p:spPr bwMode="gray">
          <a:xfrm>
            <a:off x="11567604" y="6021288"/>
            <a:ext cx="38523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>
              <a:solidFill>
                <a:prstClr val="white"/>
              </a:solidFill>
            </a:endParaRPr>
          </a:p>
        </p:txBody>
      </p:sp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207751" y="6237314"/>
            <a:ext cx="762000" cy="42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192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r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>
                <a:solidFill>
                  <a:prstClr val="white"/>
                </a:solidFill>
              </a:rPr>
              <a:t>dd/mm/yyyy</a:t>
            </a:r>
            <a:endParaRPr lang="en-GB">
              <a:solidFill>
                <a:prstClr val="white"/>
              </a:solidFill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5AB295-D6C4-47D1-A1F8-2C867292F84F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prstClr val="white"/>
                </a:solidFill>
              </a:rPr>
              <a:t>Classification, First name &amp; surname, Organization, Filename_Version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527051" y="1412875"/>
            <a:ext cx="10464800" cy="1944688"/>
          </a:xfrm>
          <a:prstGeom prst="rect">
            <a:avLst/>
          </a:prstGeom>
        </p:spPr>
        <p:txBody>
          <a:bodyPr bIns="0" anchor="ctr"/>
          <a:lstStyle>
            <a:lvl1pPr marL="490538" indent="-490538">
              <a:spcBef>
                <a:spcPts val="0"/>
              </a:spcBef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-489600">
              <a:spcBef>
                <a:spcPts val="0"/>
              </a:spcBef>
              <a:buFont typeface="Arial" pitchFamily="34" charset="0"/>
              <a:buNone/>
              <a:defRPr sz="4400">
                <a:solidFill>
                  <a:schemeClr val="bg1"/>
                </a:solidFill>
              </a:defRPr>
            </a:lvl2pPr>
            <a:lvl3pPr marL="0" indent="-489600">
              <a:spcBef>
                <a:spcPts val="0"/>
              </a:spcBef>
              <a:buFont typeface="Arial" pitchFamily="34" charset="0"/>
              <a:buNone/>
              <a:defRPr sz="4400">
                <a:solidFill>
                  <a:schemeClr val="bg1"/>
                </a:solidFill>
              </a:defRPr>
            </a:lvl3pPr>
            <a:lvl4pPr marL="0" indent="0">
              <a:buNone/>
              <a:defRPr sz="4400"/>
            </a:lvl4pPr>
            <a:lvl5pPr marL="0" indent="-489600">
              <a:spcBef>
                <a:spcPts val="0"/>
              </a:spcBef>
              <a:buFont typeface="Arial" pitchFamily="34" charset="0"/>
              <a:buNone/>
              <a:defRPr sz="4400">
                <a:solidFill>
                  <a:schemeClr val="bg1"/>
                </a:solidFill>
              </a:defRPr>
            </a:lvl5pPr>
            <a:lvl6pPr marL="0" indent="-489600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6pPr>
            <a:lvl7pPr marL="0" indent="-489600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7pPr>
            <a:lvl8pPr marL="0" indent="-489600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8pPr>
            <a:lvl9pPr marL="0" indent="-489600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gray">
          <a:xfrm flipV="1">
            <a:off x="1198491" y="1412720"/>
            <a:ext cx="979336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>
              <a:solidFill>
                <a:prstClr val="white"/>
              </a:solidFill>
            </a:endParaRPr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gray">
          <a:xfrm flipV="1">
            <a:off x="1198491" y="3356991"/>
            <a:ext cx="979336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>
              <a:solidFill>
                <a:prstClr val="white"/>
              </a:solidFill>
            </a:endParaRPr>
          </a:p>
        </p:txBody>
      </p:sp>
      <p:sp>
        <p:nvSpPr>
          <p:cNvPr id="10" name="Line 9"/>
          <p:cNvSpPr>
            <a:spLocks noChangeShapeType="1"/>
          </p:cNvSpPr>
          <p:nvPr userDrawn="1"/>
        </p:nvSpPr>
        <p:spPr bwMode="gray">
          <a:xfrm>
            <a:off x="11567604" y="1412875"/>
            <a:ext cx="38523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>
              <a:solidFill>
                <a:prstClr val="white"/>
              </a:solidFill>
            </a:endParaRPr>
          </a:p>
        </p:txBody>
      </p:sp>
      <p:sp>
        <p:nvSpPr>
          <p:cNvPr id="11" name="Line 13"/>
          <p:cNvSpPr>
            <a:spLocks noChangeShapeType="1"/>
          </p:cNvSpPr>
          <p:nvPr userDrawn="1"/>
        </p:nvSpPr>
        <p:spPr bwMode="gray">
          <a:xfrm>
            <a:off x="11567604" y="6021288"/>
            <a:ext cx="38523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>
              <a:solidFill>
                <a:prstClr val="white"/>
              </a:solidFill>
            </a:endParaRPr>
          </a:p>
        </p:txBody>
      </p:sp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207751" y="6237314"/>
            <a:ext cx="762000" cy="42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0822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6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"/>
            </a:lvl1pPr>
          </a:lstStyle>
          <a:p>
            <a:r>
              <a:rPr lang="de-CH" noProof="0"/>
              <a:t>Platzieren Sie hier ein Bild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527057" y="1412875"/>
            <a:ext cx="5568951" cy="1944688"/>
          </a:xfrm>
          <a:prstGeom prst="rect">
            <a:avLst/>
          </a:prstGeom>
        </p:spPr>
        <p:txBody>
          <a:bodyPr bIns="0" anchor="ctr"/>
          <a:lstStyle>
            <a:lvl1pPr marL="490538" indent="-490538"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0" indent="-489600">
              <a:spcBef>
                <a:spcPts val="0"/>
              </a:spcBef>
              <a:buFont typeface="Arial" pitchFamily="34" charset="0"/>
              <a:buNone/>
              <a:defRPr sz="4400"/>
            </a:lvl2pPr>
            <a:lvl3pPr marL="0" indent="-489600">
              <a:spcBef>
                <a:spcPts val="0"/>
              </a:spcBef>
              <a:buFont typeface="Arial" pitchFamily="34" charset="0"/>
              <a:buNone/>
              <a:defRPr sz="4400"/>
            </a:lvl3pPr>
            <a:lvl4pPr marL="0" indent="0">
              <a:buNone/>
              <a:defRPr sz="4400"/>
            </a:lvl4pPr>
            <a:lvl5pPr marL="0" indent="-489600">
              <a:spcBef>
                <a:spcPts val="0"/>
              </a:spcBef>
              <a:buFont typeface="Arial" pitchFamily="34" charset="0"/>
              <a:buNone/>
              <a:defRPr sz="4400"/>
            </a:lvl5pPr>
            <a:lvl6pPr marL="0" indent="-489600">
              <a:spcBef>
                <a:spcPts val="0"/>
              </a:spcBef>
              <a:buNone/>
              <a:defRPr sz="4400"/>
            </a:lvl6pPr>
            <a:lvl7pPr marL="0" indent="-489600">
              <a:spcBef>
                <a:spcPts val="0"/>
              </a:spcBef>
              <a:buNone/>
              <a:defRPr sz="4400"/>
            </a:lvl7pPr>
            <a:lvl8pPr marL="0" indent="-489600">
              <a:spcBef>
                <a:spcPts val="0"/>
              </a:spcBef>
              <a:buNone/>
              <a:defRPr sz="4400"/>
            </a:lvl8pPr>
            <a:lvl9pPr marL="0" indent="-48960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5"/>
          </p:nvPr>
        </p:nvSpPr>
        <p:spPr bwMode="gray">
          <a:xfrm>
            <a:off x="1198034" y="3860810"/>
            <a:ext cx="4897967" cy="1368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  <a:lvl6pPr marL="0" indent="0">
              <a:buNone/>
              <a:defRPr/>
            </a:lvl6pPr>
            <a:lvl7pPr marL="0" indent="0">
              <a:buNone/>
              <a:defRPr/>
            </a:lvl7pPr>
            <a:lvl8pPr marL="0" indent="0">
              <a:buNone/>
              <a:defRPr/>
            </a:lvl8pPr>
            <a:lvl9pPr marL="0" indent="0"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Bildplatzhalter 18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1209617" y="1407959"/>
            <a:ext cx="4876800" cy="3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</p:spPr>
        <p:txBody>
          <a:bodyPr anchor="ctr"/>
          <a:lstStyle>
            <a:lvl1pPr marL="0" indent="0">
              <a:buNone/>
              <a:defRPr sz="100" baseline="0"/>
            </a:lvl1pPr>
          </a:lstStyle>
          <a:p>
            <a:r>
              <a:rPr lang="en-GB"/>
              <a:t> </a:t>
            </a:r>
          </a:p>
        </p:txBody>
      </p:sp>
      <p:sp>
        <p:nvSpPr>
          <p:cNvPr id="9" name="Bildplatzhalter 18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1209617" y="3357563"/>
            <a:ext cx="4876800" cy="3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</p:spPr>
        <p:txBody>
          <a:bodyPr anchor="ctr"/>
          <a:lstStyle>
            <a:lvl1pPr marL="0" indent="0">
              <a:buNone/>
              <a:defRPr sz="100"/>
            </a:lvl1pPr>
          </a:lstStyle>
          <a:p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74282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auf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527227" y="260569"/>
            <a:ext cx="10465453" cy="11521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r>
              <a:rPr lang="de-DE">
                <a:solidFill>
                  <a:srgbClr val="001155"/>
                </a:solidFill>
              </a:rPr>
              <a:t>dd/mm/yyyy</a:t>
            </a:r>
            <a:endParaRPr lang="en-GB">
              <a:solidFill>
                <a:srgbClr val="001155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4152B43-0D93-45A1-BE43-5405A99BCA7F}" type="slidenum">
              <a:rPr lang="en-GB" smtClean="0">
                <a:solidFill>
                  <a:srgbClr val="001155"/>
                </a:solidFill>
              </a:rPr>
              <a:pPr/>
              <a:t>‹#›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r>
              <a:rPr lang="en-GB">
                <a:solidFill>
                  <a:srgbClr val="001155"/>
                </a:solidFill>
              </a:rPr>
              <a:t>Classification, First name &amp; surname, Organization, Filename_Version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 bwMode="gray">
          <a:xfrm>
            <a:off x="1200152" y="1773239"/>
            <a:ext cx="4895849" cy="4392612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200"/>
            </a:lvl1pPr>
            <a:lvl2pPr marL="0" indent="0">
              <a:buNone/>
              <a:defRPr sz="1200"/>
            </a:lvl2pPr>
            <a:lvl3pPr marL="0" indent="0">
              <a:buNone/>
              <a:defRPr sz="1200" u="sng"/>
            </a:lvl3pPr>
            <a:lvl4pPr marL="0" indent="0">
              <a:buNone/>
              <a:defRPr sz="1200"/>
            </a:lvl4pPr>
            <a:lvl5pPr marL="0" indent="0">
              <a:buFont typeface="Arial" pitchFamily="34" charset="0"/>
              <a:buNone/>
              <a:defRPr sz="1200"/>
            </a:lvl5pPr>
            <a:lvl6pPr marL="0" indent="0">
              <a:buNone/>
              <a:defRPr sz="1200"/>
            </a:lvl6pPr>
            <a:lvl7pPr marL="0" indent="0">
              <a:buNone/>
              <a:defRPr sz="1200"/>
            </a:lvl7pPr>
            <a:lvl8pPr marL="0" indent="0">
              <a:buNone/>
              <a:defRPr sz="1200"/>
            </a:lvl8pPr>
            <a:lvl9pPr marL="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832057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auf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527051" y="260353"/>
            <a:ext cx="10464800" cy="11525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>
                <a:solidFill>
                  <a:prstClr val="white"/>
                </a:solidFill>
              </a:rPr>
              <a:t>dd/mm/yyyy</a:t>
            </a:r>
            <a:endParaRPr lang="en-GB">
              <a:solidFill>
                <a:prstClr val="white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152B43-0D93-45A1-BE43-5405A99BCA7F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prstClr val="white"/>
                </a:solidFill>
              </a:rPr>
              <a:t>Classification, First name &amp; surname, Organization, Filename_Version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 bwMode="gray">
          <a:xfrm>
            <a:off x="1200152" y="1773239"/>
            <a:ext cx="4895849" cy="4392612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  <a:lvl2pPr marL="0" indent="0">
              <a:buNone/>
              <a:defRPr sz="1200">
                <a:solidFill>
                  <a:schemeClr val="bg1"/>
                </a:solidFill>
              </a:defRPr>
            </a:lvl2pPr>
            <a:lvl3pPr marL="0" indent="0">
              <a:buNone/>
              <a:defRPr sz="1200" u="sng">
                <a:solidFill>
                  <a:schemeClr val="bg1"/>
                </a:solidFill>
              </a:defRPr>
            </a:lvl3pPr>
            <a:lvl4pPr marL="0" indent="0">
              <a:buNone/>
              <a:defRPr sz="1200"/>
            </a:lvl4pPr>
            <a:lvl5pPr marL="0" indent="0">
              <a:buFont typeface="Arial" pitchFamily="34" charset="0"/>
              <a:buNone/>
              <a:defRPr sz="1200"/>
            </a:lvl5pPr>
            <a:lvl6pPr marL="0" indent="0">
              <a:buNone/>
              <a:defRPr sz="1200"/>
            </a:lvl6pPr>
            <a:lvl7pPr marL="0" indent="0">
              <a:buNone/>
              <a:defRPr sz="1200"/>
            </a:lvl7pPr>
            <a:lvl8pPr marL="0" indent="0">
              <a:buNone/>
              <a:defRPr sz="1200"/>
            </a:lvl8pPr>
            <a:lvl9pPr marL="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Line 8"/>
          <p:cNvSpPr>
            <a:spLocks noChangeShapeType="1"/>
          </p:cNvSpPr>
          <p:nvPr userDrawn="1"/>
        </p:nvSpPr>
        <p:spPr bwMode="gray">
          <a:xfrm flipV="1">
            <a:off x="1198491" y="1412720"/>
            <a:ext cx="979336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>
              <a:solidFill>
                <a:srgbClr val="001155"/>
              </a:solidFill>
            </a:endParaRPr>
          </a:p>
        </p:txBody>
      </p:sp>
      <p:sp>
        <p:nvSpPr>
          <p:cNvPr id="10" name="Line 9"/>
          <p:cNvSpPr>
            <a:spLocks noChangeShapeType="1"/>
          </p:cNvSpPr>
          <p:nvPr userDrawn="1"/>
        </p:nvSpPr>
        <p:spPr bwMode="gray">
          <a:xfrm>
            <a:off x="11567604" y="1412875"/>
            <a:ext cx="38523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>
              <a:solidFill>
                <a:srgbClr val="001155"/>
              </a:solidFill>
            </a:endParaRPr>
          </a:p>
        </p:txBody>
      </p:sp>
      <p:sp>
        <p:nvSpPr>
          <p:cNvPr id="11" name="Line 13"/>
          <p:cNvSpPr>
            <a:spLocks noChangeShapeType="1"/>
          </p:cNvSpPr>
          <p:nvPr userDrawn="1"/>
        </p:nvSpPr>
        <p:spPr bwMode="gray">
          <a:xfrm>
            <a:off x="11567604" y="6021288"/>
            <a:ext cx="38523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>
              <a:solidFill>
                <a:srgbClr val="001155"/>
              </a:solidFill>
            </a:endParaRP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207751" y="6237314"/>
            <a:ext cx="762000" cy="42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8961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90B452-A44A-4E43-95CC-332CC049A783}" type="slidenum">
              <a:rPr lang="de-DE" altLang="de-DE" smtClean="0">
                <a:solidFill>
                  <a:srgbClr val="001155"/>
                </a:solidFill>
              </a:rPr>
              <a:pPr>
                <a:defRPr/>
              </a:pPr>
              <a:t>‹#›</a:t>
            </a:fld>
            <a:endParaRPr lang="de-DE" altLang="de-DE">
              <a:solidFill>
                <a:srgbClr val="001155"/>
              </a:solidFill>
            </a:endParaRPr>
          </a:p>
        </p:txBody>
      </p:sp>
      <p:sp>
        <p:nvSpPr>
          <p:cNvPr id="5" name="Inhaltsplatzhalter 4"/>
          <p:cNvSpPr>
            <a:spLocks noGrp="1"/>
          </p:cNvSpPr>
          <p:nvPr>
            <p:ph sz="quarter" idx="11"/>
          </p:nvPr>
        </p:nvSpPr>
        <p:spPr>
          <a:xfrm>
            <a:off x="1200150" y="1700809"/>
            <a:ext cx="9792395" cy="4609231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81518415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blipFill dpi="0" rotWithShape="0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1"/>
          <p:cNvSpPr>
            <a:spLocks noChangeShapeType="1"/>
          </p:cNvSpPr>
          <p:nvPr/>
        </p:nvSpPr>
        <p:spPr bwMode="auto">
          <a:xfrm>
            <a:off x="1221318" y="3357563"/>
            <a:ext cx="478578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11AAFF"/>
              </a:buClr>
              <a:defRPr/>
            </a:pPr>
            <a:endParaRPr lang="en-GB" sz="1800">
              <a:solidFill>
                <a:srgbClr val="001155"/>
              </a:solidFill>
              <a:cs typeface="ＭＳ Ｐゴシック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21318" y="1770064"/>
            <a:ext cx="9766300" cy="1570037"/>
          </a:xfrm>
        </p:spPr>
        <p:txBody>
          <a:bodyPr tIns="46800" rIns="90000" bIns="46800"/>
          <a:lstStyle>
            <a:lvl1pPr marL="0" indent="0">
              <a:defRPr/>
            </a:lvl1pPr>
          </a:lstStyle>
          <a:p>
            <a:pPr lvl="0"/>
            <a:r>
              <a:rPr lang="en-GB" noProof="0" err="1"/>
              <a:t>Titelmasterformat</a:t>
            </a:r>
            <a:r>
              <a:rPr lang="en-GB" noProof="0"/>
              <a:t> </a:t>
            </a:r>
            <a:r>
              <a:rPr lang="en-GB" noProof="0" err="1"/>
              <a:t>durch</a:t>
            </a:r>
            <a:r>
              <a:rPr lang="en-GB" noProof="0"/>
              <a:t> </a:t>
            </a:r>
            <a:r>
              <a:rPr lang="en-GB" noProof="0" err="1"/>
              <a:t>Klicken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21318" y="3590925"/>
            <a:ext cx="4785783" cy="1062038"/>
          </a:xfrm>
        </p:spPr>
        <p:txBody>
          <a:bodyPr tIns="45720" rIns="91440" bIns="45720"/>
          <a:lstStyle>
            <a:lvl1pPr marL="0" indent="0">
              <a:buFontTx/>
              <a:buNone/>
              <a:defRPr sz="1200"/>
            </a:lvl1pPr>
          </a:lstStyle>
          <a:p>
            <a:pPr lvl="0"/>
            <a:r>
              <a:rPr lang="en-GB" noProof="0" err="1"/>
              <a:t>Formatvorlage</a:t>
            </a:r>
            <a:r>
              <a:rPr lang="en-GB" noProof="0"/>
              <a:t> des </a:t>
            </a:r>
            <a:r>
              <a:rPr lang="en-GB" noProof="0" err="1"/>
              <a:t>Untertitelmasters</a:t>
            </a:r>
            <a:r>
              <a:rPr lang="en-GB" noProof="0"/>
              <a:t> </a:t>
            </a:r>
            <a:r>
              <a:rPr lang="en-GB" noProof="0" err="1"/>
              <a:t>durch</a:t>
            </a:r>
            <a:r>
              <a:rPr lang="en-GB" noProof="0"/>
              <a:t> </a:t>
            </a:r>
            <a:r>
              <a:rPr lang="en-GB" noProof="0" err="1"/>
              <a:t>Klicken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1240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</a:t>
            </a:r>
            <a:r>
              <a:rPr lang="en-GB" err="1"/>
              <a:t>Ebene</a:t>
            </a:r>
            <a:endParaRPr lang="en-GB"/>
          </a:p>
          <a:p>
            <a:pPr lvl="2"/>
            <a:r>
              <a:rPr lang="en-GB" err="1"/>
              <a:t>Dritte</a:t>
            </a:r>
            <a:r>
              <a:rPr lang="en-GB"/>
              <a:t> </a:t>
            </a:r>
            <a:r>
              <a:rPr lang="en-GB" err="1"/>
              <a:t>Ebene</a:t>
            </a:r>
            <a:endParaRPr lang="en-GB"/>
          </a:p>
          <a:p>
            <a:pPr lvl="3"/>
            <a:r>
              <a:rPr lang="en-GB" err="1"/>
              <a:t>Vierte</a:t>
            </a:r>
            <a:r>
              <a:rPr lang="en-GB"/>
              <a:t> </a:t>
            </a:r>
            <a:r>
              <a:rPr lang="en-GB" err="1"/>
              <a:t>Ebene</a:t>
            </a:r>
            <a:endParaRPr lang="en-GB"/>
          </a:p>
          <a:p>
            <a:pPr lvl="4"/>
            <a:r>
              <a:rPr lang="en-GB" err="1"/>
              <a:t>Fünfte</a:t>
            </a:r>
            <a:r>
              <a:rPr lang="en-GB"/>
              <a:t> </a:t>
            </a:r>
            <a:r>
              <a:rPr lang="en-GB" err="1"/>
              <a:t>Ebene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TheSans Swisscom Light" pitchFamily="34" charset="0"/>
              </a:defRPr>
            </a:lvl1pPr>
          </a:lstStyle>
          <a:p>
            <a:pPr>
              <a:buClr>
                <a:srgbClr val="11AAFF"/>
              </a:buClr>
            </a:pPr>
            <a:fld id="{4768989B-B83C-4FC0-8436-4339C8264BB7}" type="datetime1">
              <a:rPr lang="de-CH" smtClean="0"/>
              <a:pPr>
                <a:buClr>
                  <a:srgbClr val="11AAFF"/>
                </a:buClr>
              </a:pPr>
              <a:t>15.03.2026</a:t>
            </a:fld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TheSans Swisscom Light" pitchFamily="34" charset="0"/>
              </a:defRPr>
            </a:lvl1pPr>
          </a:lstStyle>
          <a:p>
            <a:pPr>
              <a:buClr>
                <a:srgbClr val="11AAFF"/>
              </a:buClr>
            </a:pPr>
            <a:fld id="{D0CB33D5-05CC-4937-B9F5-3343F9D4E6DF}" type="slidenum">
              <a:rPr lang="en-GB"/>
              <a:pPr>
                <a:buClr>
                  <a:srgbClr val="11AAFF"/>
                </a:buClr>
              </a:pPr>
              <a:t>‹#›</a:t>
            </a:fld>
            <a:endParaRPr lang="en-GB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2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TheSans Swisscom Light" pitchFamily="34" charset="0"/>
              </a:defRPr>
            </a:lvl1pPr>
          </a:lstStyle>
          <a:p>
            <a:pPr>
              <a:buClr>
                <a:srgbClr val="11AAFF"/>
              </a:buClr>
            </a:pPr>
            <a:r>
              <a:rPr lang="en-US"/>
              <a:t>Swisscom Cloud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786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TheSans Swisscom Light" pitchFamily="34" charset="0"/>
              </a:defRPr>
            </a:lvl1pPr>
          </a:lstStyle>
          <a:p>
            <a:pPr>
              <a:buClr>
                <a:srgbClr val="11AAFF"/>
              </a:buClr>
            </a:pPr>
            <a:fld id="{16567EE0-E1CB-43D0-9CC0-7EA6161DD1A3}" type="datetime1">
              <a:rPr lang="de-CH" smtClean="0"/>
              <a:pPr>
                <a:buClr>
                  <a:srgbClr val="11AAFF"/>
                </a:buClr>
              </a:pPr>
              <a:t>15.03.2026</a:t>
            </a:fld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TheSans Swisscom Light" pitchFamily="34" charset="0"/>
              </a:defRPr>
            </a:lvl1pPr>
          </a:lstStyle>
          <a:p>
            <a:pPr>
              <a:buClr>
                <a:srgbClr val="11AAFF"/>
              </a:buClr>
            </a:pPr>
            <a:fld id="{3A0DA8EC-3B94-4BEF-8866-8D298156BB53}" type="slidenum">
              <a:rPr lang="en-GB"/>
              <a:pPr>
                <a:buClr>
                  <a:srgbClr val="11AAFF"/>
                </a:buClr>
              </a:pPr>
              <a:t>‹#›</a:t>
            </a:fld>
            <a:endParaRPr lang="en-GB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2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TheSans Swisscom Light" pitchFamily="34" charset="0"/>
              </a:defRPr>
            </a:lvl1pPr>
          </a:lstStyle>
          <a:p>
            <a:pPr>
              <a:buClr>
                <a:srgbClr val="11AAFF"/>
              </a:buClr>
            </a:pPr>
            <a:r>
              <a:rPr lang="en-US"/>
              <a:t>Swisscom Cloud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127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TheSans Swisscom Light" pitchFamily="34" charset="0"/>
              </a:defRPr>
            </a:lvl1pPr>
          </a:lstStyle>
          <a:p>
            <a:pPr>
              <a:buClr>
                <a:srgbClr val="11AAFF"/>
              </a:buClr>
            </a:pPr>
            <a:fld id="{F756986E-35CA-4A6B-9087-451DB6177564}" type="datetime1">
              <a:rPr lang="de-CH" smtClean="0"/>
              <a:pPr>
                <a:buClr>
                  <a:srgbClr val="11AAFF"/>
                </a:buClr>
              </a:pPr>
              <a:t>15.03.2026</a:t>
            </a:fld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TheSans Swisscom Light" pitchFamily="34" charset="0"/>
              </a:defRPr>
            </a:lvl1pPr>
          </a:lstStyle>
          <a:p>
            <a:pPr>
              <a:buClr>
                <a:srgbClr val="11AAFF"/>
              </a:buClr>
            </a:pPr>
            <a:fld id="{6CBBF518-836D-4A07-8BA7-61EE55A113C9}" type="slidenum">
              <a:rPr lang="en-GB"/>
              <a:pPr>
                <a:buClr>
                  <a:srgbClr val="11AAFF"/>
                </a:buClr>
              </a:pPr>
              <a:t>‹#›</a:t>
            </a:fld>
            <a:endParaRPr lang="en-GB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2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TheSans Swisscom Light" pitchFamily="34" charset="0"/>
              </a:defRPr>
            </a:lvl1pPr>
          </a:lstStyle>
          <a:p>
            <a:pPr>
              <a:buClr>
                <a:srgbClr val="11AAFF"/>
              </a:buClr>
            </a:pPr>
            <a:r>
              <a:rPr lang="en-US"/>
              <a:t>Swisscom Cloud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205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TheSans Swisscom Light" pitchFamily="34" charset="0"/>
              </a:defRPr>
            </a:lvl1pPr>
          </a:lstStyle>
          <a:p>
            <a:pPr>
              <a:buClr>
                <a:srgbClr val="11AAFF"/>
              </a:buClr>
            </a:pPr>
            <a:fld id="{3B2F4CBC-53F0-4CC8-A98F-80D9B1813E24}" type="datetime1">
              <a:rPr lang="de-CH" smtClean="0"/>
              <a:pPr>
                <a:buClr>
                  <a:srgbClr val="11AAFF"/>
                </a:buClr>
              </a:pPr>
              <a:t>15.03.2026</a:t>
            </a:fld>
            <a:endParaRPr lang="en-GB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TheSans Swisscom Light" pitchFamily="34" charset="0"/>
              </a:defRPr>
            </a:lvl1pPr>
          </a:lstStyle>
          <a:p>
            <a:pPr>
              <a:buClr>
                <a:srgbClr val="11AAFF"/>
              </a:buClr>
            </a:pPr>
            <a:fld id="{1ABABF94-A49A-4E70-886F-868B881E347E}" type="slidenum">
              <a:rPr lang="en-GB"/>
              <a:pPr>
                <a:buClr>
                  <a:srgbClr val="11AAFF"/>
                </a:buClr>
              </a:pPr>
              <a:t>‹#›</a:t>
            </a:fld>
            <a:endParaRPr lang="en-GB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ftr" sz="quarter" idx="12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TheSans Swisscom Light" pitchFamily="34" charset="0"/>
              </a:defRPr>
            </a:lvl1pPr>
          </a:lstStyle>
          <a:p>
            <a:pPr>
              <a:buClr>
                <a:srgbClr val="11AAFF"/>
              </a:buClr>
            </a:pPr>
            <a:r>
              <a:rPr lang="en-US"/>
              <a:t>Swisscom Cloud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7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/>
          <p:cNvGrpSpPr/>
          <p:nvPr/>
        </p:nvGrpSpPr>
        <p:grpSpPr>
          <a:xfrm>
            <a:off x="0" y="0"/>
            <a:ext cx="12192000" cy="6864640"/>
            <a:chOff x="0" y="0"/>
            <a:chExt cx="9144000" cy="6864640"/>
          </a:xfrm>
        </p:grpSpPr>
        <p:sp>
          <p:nvSpPr>
            <p:cNvPr id="6" name="Rechteck 5"/>
            <p:cNvSpPr/>
            <p:nvPr>
              <p:custDataLst>
                <p:tags r:id="rId1"/>
              </p:custDataLst>
            </p:nvPr>
          </p:nvSpPr>
          <p:spPr bwMode="auto">
            <a:xfrm rot="10800000">
              <a:off x="0" y="0"/>
              <a:ext cx="9144000" cy="6858000"/>
            </a:xfrm>
            <a:prstGeom prst="rect">
              <a:avLst/>
            </a:prstGeom>
            <a:gradFill flip="none" rotWithShape="1">
              <a:gsLst>
                <a:gs pos="100000">
                  <a:srgbClr val="001E63"/>
                </a:gs>
                <a:gs pos="0">
                  <a:srgbClr val="2E8CD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1641" tIns="40820" rIns="81641" bIns="40820" numCol="1" rtlCol="0" anchor="ctr" anchorCtr="0" compatLnSpc="1">
              <a:prstTxWarp prst="textNoShape">
                <a:avLst/>
              </a:prstTxWarp>
            </a:bodyPr>
            <a:lstStyle/>
            <a:p>
              <a:pPr indent="158746" defTabSz="816409" fontAlgn="base">
                <a:spcBef>
                  <a:spcPct val="50000"/>
                </a:spcBef>
                <a:spcAft>
                  <a:spcPct val="0"/>
                </a:spcAft>
                <a:buClr>
                  <a:srgbClr val="11AAFF"/>
                </a:buClr>
              </a:pPr>
              <a:endParaRPr lang="de-CH" sz="1600">
                <a:solidFill>
                  <a:srgbClr val="001155"/>
                </a:solidFill>
              </a:endParaRPr>
            </a:p>
          </p:txBody>
        </p:sp>
        <p:sp>
          <p:nvSpPr>
            <p:cNvPr id="7" name="Rechteck 6"/>
            <p:cNvSpPr/>
            <p:nvPr/>
          </p:nvSpPr>
          <p:spPr bwMode="auto">
            <a:xfrm>
              <a:off x="0" y="6579215"/>
              <a:ext cx="8269287" cy="285425"/>
            </a:xfrm>
            <a:prstGeom prst="rect">
              <a:avLst/>
            </a:prstGeom>
            <a:gradFill flip="none" rotWithShape="1">
              <a:gsLst>
                <a:gs pos="0">
                  <a:srgbClr val="001E63">
                    <a:alpha val="0"/>
                  </a:srgbClr>
                </a:gs>
                <a:gs pos="44000">
                  <a:srgbClr val="2A83C8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indent="177800" fontAlgn="base">
                <a:spcBef>
                  <a:spcPct val="50000"/>
                </a:spcBef>
                <a:spcAft>
                  <a:spcPct val="0"/>
                </a:spcAft>
                <a:buClr>
                  <a:srgbClr val="11AAFF"/>
                </a:buClr>
              </a:pPr>
              <a:endParaRPr lang="de-DE" sz="1800">
                <a:solidFill>
                  <a:srgbClr val="001155"/>
                </a:solidFill>
              </a:endParaRPr>
            </a:p>
          </p:txBody>
        </p:sp>
      </p:grpSp>
      <p:sp>
        <p:nvSpPr>
          <p:cNvPr id="8" name="Freeform 6"/>
          <p:cNvSpPr>
            <a:spLocks/>
          </p:cNvSpPr>
          <p:nvPr/>
        </p:nvSpPr>
        <p:spPr bwMode="auto">
          <a:xfrm flipH="1">
            <a:off x="-1" y="5243270"/>
            <a:ext cx="11004551" cy="1336918"/>
          </a:xfrm>
          <a:custGeom>
            <a:avLst/>
            <a:gdLst>
              <a:gd name="T0" fmla="*/ 9 w 744"/>
              <a:gd name="T1" fmla="*/ 73 h 134"/>
              <a:gd name="T2" fmla="*/ 20 w 744"/>
              <a:gd name="T3" fmla="*/ 67 h 134"/>
              <a:gd name="T4" fmla="*/ 28 w 744"/>
              <a:gd name="T5" fmla="*/ 74 h 134"/>
              <a:gd name="T6" fmla="*/ 35 w 744"/>
              <a:gd name="T7" fmla="*/ 83 h 134"/>
              <a:gd name="T8" fmla="*/ 53 w 744"/>
              <a:gd name="T9" fmla="*/ 69 h 134"/>
              <a:gd name="T10" fmla="*/ 71 w 744"/>
              <a:gd name="T11" fmla="*/ 21 h 134"/>
              <a:gd name="T12" fmla="*/ 98 w 744"/>
              <a:gd name="T13" fmla="*/ 134 h 134"/>
              <a:gd name="T14" fmla="*/ 106 w 744"/>
              <a:gd name="T15" fmla="*/ 113 h 134"/>
              <a:gd name="T16" fmla="*/ 98 w 744"/>
              <a:gd name="T17" fmla="*/ 105 h 134"/>
              <a:gd name="T18" fmla="*/ 105 w 744"/>
              <a:gd name="T19" fmla="*/ 87 h 134"/>
              <a:gd name="T20" fmla="*/ 98 w 744"/>
              <a:gd name="T21" fmla="*/ 79 h 134"/>
              <a:gd name="T22" fmla="*/ 105 w 744"/>
              <a:gd name="T23" fmla="*/ 59 h 134"/>
              <a:gd name="T24" fmla="*/ 98 w 744"/>
              <a:gd name="T25" fmla="*/ 51 h 134"/>
              <a:gd name="T26" fmla="*/ 105 w 744"/>
              <a:gd name="T27" fmla="*/ 25 h 134"/>
              <a:gd name="T28" fmla="*/ 116 w 744"/>
              <a:gd name="T29" fmla="*/ 73 h 134"/>
              <a:gd name="T30" fmla="*/ 146 w 744"/>
              <a:gd name="T31" fmla="*/ 39 h 134"/>
              <a:gd name="T32" fmla="*/ 192 w 744"/>
              <a:gd name="T33" fmla="*/ 89 h 134"/>
              <a:gd name="T34" fmla="*/ 206 w 744"/>
              <a:gd name="T35" fmla="*/ 64 h 134"/>
              <a:gd name="T36" fmla="*/ 229 w 744"/>
              <a:gd name="T37" fmla="*/ 89 h 134"/>
              <a:gd name="T38" fmla="*/ 236 w 744"/>
              <a:gd name="T39" fmla="*/ 56 h 134"/>
              <a:gd name="T40" fmla="*/ 285 w 744"/>
              <a:gd name="T41" fmla="*/ 88 h 134"/>
              <a:gd name="T42" fmla="*/ 291 w 744"/>
              <a:gd name="T43" fmla="*/ 41 h 134"/>
              <a:gd name="T44" fmla="*/ 326 w 744"/>
              <a:gd name="T45" fmla="*/ 79 h 134"/>
              <a:gd name="T46" fmla="*/ 344 w 744"/>
              <a:gd name="T47" fmla="*/ 49 h 134"/>
              <a:gd name="T48" fmla="*/ 354 w 744"/>
              <a:gd name="T49" fmla="*/ 22 h 134"/>
              <a:gd name="T50" fmla="*/ 374 w 744"/>
              <a:gd name="T51" fmla="*/ 48 h 134"/>
              <a:gd name="T52" fmla="*/ 383 w 744"/>
              <a:gd name="T53" fmla="*/ 81 h 134"/>
              <a:gd name="T54" fmla="*/ 415 w 744"/>
              <a:gd name="T55" fmla="*/ 40 h 134"/>
              <a:gd name="T56" fmla="*/ 470 w 744"/>
              <a:gd name="T57" fmla="*/ 101 h 134"/>
              <a:gd name="T58" fmla="*/ 521 w 744"/>
              <a:gd name="T59" fmla="*/ 79 h 134"/>
              <a:gd name="T60" fmla="*/ 554 w 744"/>
              <a:gd name="T61" fmla="*/ 6 h 134"/>
              <a:gd name="T62" fmla="*/ 561 w 744"/>
              <a:gd name="T63" fmla="*/ 0 h 134"/>
              <a:gd name="T64" fmla="*/ 571 w 744"/>
              <a:gd name="T65" fmla="*/ 6 h 134"/>
              <a:gd name="T66" fmla="*/ 595 w 744"/>
              <a:gd name="T67" fmla="*/ 6 h 134"/>
              <a:gd name="T68" fmla="*/ 606 w 744"/>
              <a:gd name="T69" fmla="*/ 0 h 134"/>
              <a:gd name="T70" fmla="*/ 612 w 744"/>
              <a:gd name="T71" fmla="*/ 6 h 134"/>
              <a:gd name="T72" fmla="*/ 649 w 744"/>
              <a:gd name="T73" fmla="*/ 92 h 134"/>
              <a:gd name="T74" fmla="*/ 705 w 744"/>
              <a:gd name="T75" fmla="*/ 77 h 134"/>
              <a:gd name="T76" fmla="*/ 731 w 744"/>
              <a:gd name="T77" fmla="*/ 92 h 134"/>
              <a:gd name="T78" fmla="*/ 737 w 744"/>
              <a:gd name="T79" fmla="*/ 31 h 134"/>
              <a:gd name="T80" fmla="*/ 744 w 744"/>
              <a:gd name="T81" fmla="*/ 16 h 134"/>
              <a:gd name="T82" fmla="*/ 0 w 744"/>
              <a:gd name="T83" fmla="*/ 134 h 134"/>
              <a:gd name="T84" fmla="*/ 9 w 744"/>
              <a:gd name="T85" fmla="*/ 81 h 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744" h="134">
                <a:moveTo>
                  <a:pt x="9" y="81"/>
                </a:moveTo>
                <a:lnTo>
                  <a:pt x="9" y="73"/>
                </a:lnTo>
                <a:lnTo>
                  <a:pt x="20" y="73"/>
                </a:lnTo>
                <a:lnTo>
                  <a:pt x="20" y="67"/>
                </a:lnTo>
                <a:lnTo>
                  <a:pt x="28" y="67"/>
                </a:lnTo>
                <a:lnTo>
                  <a:pt x="28" y="74"/>
                </a:lnTo>
                <a:lnTo>
                  <a:pt x="35" y="74"/>
                </a:lnTo>
                <a:lnTo>
                  <a:pt x="35" y="83"/>
                </a:lnTo>
                <a:lnTo>
                  <a:pt x="53" y="83"/>
                </a:lnTo>
                <a:lnTo>
                  <a:pt x="53" y="69"/>
                </a:lnTo>
                <a:lnTo>
                  <a:pt x="71" y="59"/>
                </a:lnTo>
                <a:lnTo>
                  <a:pt x="71" y="21"/>
                </a:lnTo>
                <a:lnTo>
                  <a:pt x="98" y="21"/>
                </a:lnTo>
                <a:lnTo>
                  <a:pt x="98" y="134"/>
                </a:lnTo>
                <a:lnTo>
                  <a:pt x="106" y="134"/>
                </a:lnTo>
                <a:lnTo>
                  <a:pt x="106" y="113"/>
                </a:lnTo>
                <a:lnTo>
                  <a:pt x="98" y="113"/>
                </a:lnTo>
                <a:lnTo>
                  <a:pt x="98" y="105"/>
                </a:lnTo>
                <a:lnTo>
                  <a:pt x="105" y="105"/>
                </a:lnTo>
                <a:lnTo>
                  <a:pt x="105" y="87"/>
                </a:lnTo>
                <a:lnTo>
                  <a:pt x="98" y="87"/>
                </a:lnTo>
                <a:lnTo>
                  <a:pt x="98" y="79"/>
                </a:lnTo>
                <a:lnTo>
                  <a:pt x="105" y="79"/>
                </a:lnTo>
                <a:lnTo>
                  <a:pt x="105" y="59"/>
                </a:lnTo>
                <a:lnTo>
                  <a:pt x="98" y="59"/>
                </a:lnTo>
                <a:lnTo>
                  <a:pt x="98" y="51"/>
                </a:lnTo>
                <a:lnTo>
                  <a:pt x="105" y="51"/>
                </a:lnTo>
                <a:lnTo>
                  <a:pt x="105" y="25"/>
                </a:lnTo>
                <a:lnTo>
                  <a:pt x="116" y="44"/>
                </a:lnTo>
                <a:lnTo>
                  <a:pt x="116" y="73"/>
                </a:lnTo>
                <a:lnTo>
                  <a:pt x="146" y="73"/>
                </a:lnTo>
                <a:lnTo>
                  <a:pt x="146" y="39"/>
                </a:lnTo>
                <a:lnTo>
                  <a:pt x="192" y="26"/>
                </a:lnTo>
                <a:lnTo>
                  <a:pt x="192" y="89"/>
                </a:lnTo>
                <a:lnTo>
                  <a:pt x="206" y="89"/>
                </a:lnTo>
                <a:lnTo>
                  <a:pt x="206" y="64"/>
                </a:lnTo>
                <a:lnTo>
                  <a:pt x="229" y="64"/>
                </a:lnTo>
                <a:lnTo>
                  <a:pt x="229" y="89"/>
                </a:lnTo>
                <a:lnTo>
                  <a:pt x="236" y="89"/>
                </a:lnTo>
                <a:lnTo>
                  <a:pt x="236" y="56"/>
                </a:lnTo>
                <a:lnTo>
                  <a:pt x="285" y="69"/>
                </a:lnTo>
                <a:lnTo>
                  <a:pt x="285" y="88"/>
                </a:lnTo>
                <a:lnTo>
                  <a:pt x="291" y="88"/>
                </a:lnTo>
                <a:lnTo>
                  <a:pt x="291" y="41"/>
                </a:lnTo>
                <a:lnTo>
                  <a:pt x="326" y="33"/>
                </a:lnTo>
                <a:lnTo>
                  <a:pt x="326" y="79"/>
                </a:lnTo>
                <a:lnTo>
                  <a:pt x="344" y="79"/>
                </a:lnTo>
                <a:lnTo>
                  <a:pt x="344" y="49"/>
                </a:lnTo>
                <a:lnTo>
                  <a:pt x="354" y="49"/>
                </a:lnTo>
                <a:lnTo>
                  <a:pt x="354" y="22"/>
                </a:lnTo>
                <a:lnTo>
                  <a:pt x="374" y="22"/>
                </a:lnTo>
                <a:lnTo>
                  <a:pt x="374" y="48"/>
                </a:lnTo>
                <a:lnTo>
                  <a:pt x="383" y="48"/>
                </a:lnTo>
                <a:lnTo>
                  <a:pt x="383" y="81"/>
                </a:lnTo>
                <a:lnTo>
                  <a:pt x="415" y="81"/>
                </a:lnTo>
                <a:lnTo>
                  <a:pt x="415" y="40"/>
                </a:lnTo>
                <a:lnTo>
                  <a:pt x="470" y="26"/>
                </a:lnTo>
                <a:lnTo>
                  <a:pt x="470" y="101"/>
                </a:lnTo>
                <a:lnTo>
                  <a:pt x="521" y="101"/>
                </a:lnTo>
                <a:lnTo>
                  <a:pt x="521" y="79"/>
                </a:lnTo>
                <a:lnTo>
                  <a:pt x="554" y="79"/>
                </a:lnTo>
                <a:lnTo>
                  <a:pt x="554" y="6"/>
                </a:lnTo>
                <a:lnTo>
                  <a:pt x="559" y="6"/>
                </a:lnTo>
                <a:lnTo>
                  <a:pt x="561" y="0"/>
                </a:lnTo>
                <a:lnTo>
                  <a:pt x="569" y="0"/>
                </a:lnTo>
                <a:lnTo>
                  <a:pt x="571" y="6"/>
                </a:lnTo>
                <a:lnTo>
                  <a:pt x="578" y="6"/>
                </a:lnTo>
                <a:lnTo>
                  <a:pt x="595" y="6"/>
                </a:lnTo>
                <a:lnTo>
                  <a:pt x="598" y="0"/>
                </a:lnTo>
                <a:lnTo>
                  <a:pt x="606" y="0"/>
                </a:lnTo>
                <a:lnTo>
                  <a:pt x="609" y="6"/>
                </a:lnTo>
                <a:lnTo>
                  <a:pt x="612" y="6"/>
                </a:lnTo>
                <a:lnTo>
                  <a:pt x="612" y="92"/>
                </a:lnTo>
                <a:lnTo>
                  <a:pt x="649" y="92"/>
                </a:lnTo>
                <a:lnTo>
                  <a:pt x="649" y="62"/>
                </a:lnTo>
                <a:lnTo>
                  <a:pt x="705" y="77"/>
                </a:lnTo>
                <a:lnTo>
                  <a:pt x="705" y="92"/>
                </a:lnTo>
                <a:lnTo>
                  <a:pt x="731" y="92"/>
                </a:lnTo>
                <a:lnTo>
                  <a:pt x="731" y="37"/>
                </a:lnTo>
                <a:lnTo>
                  <a:pt x="737" y="31"/>
                </a:lnTo>
                <a:lnTo>
                  <a:pt x="737" y="16"/>
                </a:lnTo>
                <a:lnTo>
                  <a:pt x="744" y="16"/>
                </a:lnTo>
                <a:lnTo>
                  <a:pt x="744" y="134"/>
                </a:lnTo>
                <a:lnTo>
                  <a:pt x="0" y="134"/>
                </a:lnTo>
                <a:lnTo>
                  <a:pt x="0" y="81"/>
                </a:lnTo>
                <a:lnTo>
                  <a:pt x="9" y="81"/>
                </a:lnTo>
                <a:close/>
              </a:path>
            </a:pathLst>
          </a:custGeom>
          <a:solidFill>
            <a:schemeClr val="tx1">
              <a:alpha val="24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>
              <a:solidFill>
                <a:srgbClr val="001155"/>
              </a:solidFill>
            </a:endParaRPr>
          </a:p>
        </p:txBody>
      </p:sp>
      <p:pic>
        <p:nvPicPr>
          <p:cNvPr id="10" name="Picture 17" descr="Swisscom_Stacked_Primary_RGB_PP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9584" y="6081713"/>
            <a:ext cx="1056216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7" descr="Swisscom_Stacked_Primary_RGB_PPT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67"/>
          <a:stretch/>
        </p:blipFill>
        <p:spPr bwMode="auto">
          <a:xfrm>
            <a:off x="11059584" y="6084095"/>
            <a:ext cx="1056216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1919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/>
          <p:cNvGrpSpPr/>
          <p:nvPr/>
        </p:nvGrpSpPr>
        <p:grpSpPr>
          <a:xfrm>
            <a:off x="0" y="0"/>
            <a:ext cx="12192000" cy="6864640"/>
            <a:chOff x="0" y="0"/>
            <a:chExt cx="9144000" cy="6864640"/>
          </a:xfrm>
        </p:grpSpPr>
        <p:sp>
          <p:nvSpPr>
            <p:cNvPr id="6" name="Rechteck 5"/>
            <p:cNvSpPr/>
            <p:nvPr>
              <p:custDataLst>
                <p:tags r:id="rId1"/>
              </p:custDataLst>
            </p:nvPr>
          </p:nvSpPr>
          <p:spPr bwMode="auto">
            <a:xfrm rot="10800000">
              <a:off x="0" y="0"/>
              <a:ext cx="9144000" cy="6858000"/>
            </a:xfrm>
            <a:prstGeom prst="rect">
              <a:avLst/>
            </a:prstGeom>
            <a:gradFill flip="none" rotWithShape="1">
              <a:gsLst>
                <a:gs pos="100000">
                  <a:srgbClr val="001E63"/>
                </a:gs>
                <a:gs pos="0">
                  <a:srgbClr val="2E8CD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1641" tIns="40820" rIns="81641" bIns="40820" numCol="1" rtlCol="0" anchor="ctr" anchorCtr="0" compatLnSpc="1">
              <a:prstTxWarp prst="textNoShape">
                <a:avLst/>
              </a:prstTxWarp>
            </a:bodyPr>
            <a:lstStyle/>
            <a:p>
              <a:pPr indent="158746" defTabSz="816409" fontAlgn="base">
                <a:spcBef>
                  <a:spcPct val="50000"/>
                </a:spcBef>
                <a:spcAft>
                  <a:spcPct val="0"/>
                </a:spcAft>
                <a:buClr>
                  <a:srgbClr val="11AAFF"/>
                </a:buClr>
              </a:pPr>
              <a:endParaRPr lang="de-CH" sz="1600">
                <a:solidFill>
                  <a:srgbClr val="001155"/>
                </a:solidFill>
              </a:endParaRPr>
            </a:p>
          </p:txBody>
        </p:sp>
        <p:sp>
          <p:nvSpPr>
            <p:cNvPr id="7" name="Rechteck 6"/>
            <p:cNvSpPr/>
            <p:nvPr/>
          </p:nvSpPr>
          <p:spPr bwMode="auto">
            <a:xfrm>
              <a:off x="0" y="6579215"/>
              <a:ext cx="8269287" cy="285425"/>
            </a:xfrm>
            <a:prstGeom prst="rect">
              <a:avLst/>
            </a:prstGeom>
            <a:gradFill flip="none" rotWithShape="1">
              <a:gsLst>
                <a:gs pos="0">
                  <a:srgbClr val="001E63">
                    <a:alpha val="0"/>
                  </a:srgbClr>
                </a:gs>
                <a:gs pos="44000">
                  <a:srgbClr val="2A83C8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indent="177800" fontAlgn="base">
                <a:spcBef>
                  <a:spcPct val="50000"/>
                </a:spcBef>
                <a:spcAft>
                  <a:spcPct val="0"/>
                </a:spcAft>
                <a:buClr>
                  <a:srgbClr val="11AAFF"/>
                </a:buClr>
              </a:pPr>
              <a:endParaRPr lang="de-DE" sz="1800">
                <a:solidFill>
                  <a:srgbClr val="001155"/>
                </a:solidFill>
              </a:endParaRPr>
            </a:p>
          </p:txBody>
        </p:sp>
      </p:grpSp>
      <p:pic>
        <p:nvPicPr>
          <p:cNvPr id="10" name="Picture 17" descr="Swisscom_Stacked_Primary_RGB_PP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9584" y="6081713"/>
            <a:ext cx="1056216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7" descr="Swisscom_Stacked_Primary_RGB_PPT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67"/>
          <a:stretch/>
        </p:blipFill>
        <p:spPr bwMode="auto">
          <a:xfrm>
            <a:off x="11059584" y="6084095"/>
            <a:ext cx="1056216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" name="Group 10"/>
          <p:cNvGrpSpPr>
            <a:grpSpLocks noChangeAspect="1"/>
          </p:cNvGrpSpPr>
          <p:nvPr/>
        </p:nvGrpSpPr>
        <p:grpSpPr bwMode="auto">
          <a:xfrm>
            <a:off x="-9950" y="4677841"/>
            <a:ext cx="11014499" cy="1901375"/>
            <a:chOff x="-18109" y="-2668"/>
            <a:chExt cx="41974" cy="9661"/>
          </a:xfrm>
          <a:solidFill>
            <a:schemeClr val="tx1">
              <a:alpha val="29000"/>
            </a:schemeClr>
          </a:solidFill>
        </p:grpSpPr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-3747" y="4936"/>
              <a:ext cx="626" cy="1383"/>
            </a:xfrm>
            <a:custGeom>
              <a:avLst/>
              <a:gdLst>
                <a:gd name="T0" fmla="*/ 149 w 626"/>
                <a:gd name="T1" fmla="*/ 1383 h 1383"/>
                <a:gd name="T2" fmla="*/ 149 w 626"/>
                <a:gd name="T3" fmla="*/ 1052 h 1383"/>
                <a:gd name="T4" fmla="*/ 229 w 626"/>
                <a:gd name="T5" fmla="*/ 1052 h 1383"/>
                <a:gd name="T6" fmla="*/ 229 w 626"/>
                <a:gd name="T7" fmla="*/ 664 h 1383"/>
                <a:gd name="T8" fmla="*/ 123 w 626"/>
                <a:gd name="T9" fmla="*/ 664 h 1383"/>
                <a:gd name="T10" fmla="*/ 123 w 626"/>
                <a:gd name="T11" fmla="*/ 371 h 1383"/>
                <a:gd name="T12" fmla="*/ 0 w 626"/>
                <a:gd name="T13" fmla="*/ 371 h 1383"/>
                <a:gd name="T14" fmla="*/ 229 w 626"/>
                <a:gd name="T15" fmla="*/ 160 h 1383"/>
                <a:gd name="T16" fmla="*/ 229 w 626"/>
                <a:gd name="T17" fmla="*/ 0 h 1383"/>
                <a:gd name="T18" fmla="*/ 385 w 626"/>
                <a:gd name="T19" fmla="*/ 0 h 1383"/>
                <a:gd name="T20" fmla="*/ 385 w 626"/>
                <a:gd name="T21" fmla="*/ 203 h 1383"/>
                <a:gd name="T22" fmla="*/ 465 w 626"/>
                <a:gd name="T23" fmla="*/ 274 h 1383"/>
                <a:gd name="T24" fmla="*/ 465 w 626"/>
                <a:gd name="T25" fmla="*/ 482 h 1383"/>
                <a:gd name="T26" fmla="*/ 626 w 626"/>
                <a:gd name="T27" fmla="*/ 503 h 1383"/>
                <a:gd name="T28" fmla="*/ 595 w 626"/>
                <a:gd name="T29" fmla="*/ 617 h 1383"/>
                <a:gd name="T30" fmla="*/ 465 w 626"/>
                <a:gd name="T31" fmla="*/ 692 h 1383"/>
                <a:gd name="T32" fmla="*/ 465 w 626"/>
                <a:gd name="T33" fmla="*/ 1056 h 1383"/>
                <a:gd name="T34" fmla="*/ 574 w 626"/>
                <a:gd name="T35" fmla="*/ 1052 h 1383"/>
                <a:gd name="T36" fmla="*/ 574 w 626"/>
                <a:gd name="T37" fmla="*/ 1383 h 1383"/>
                <a:gd name="T38" fmla="*/ 149 w 626"/>
                <a:gd name="T39" fmla="*/ 1383 h 1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26" h="1383">
                  <a:moveTo>
                    <a:pt x="149" y="1383"/>
                  </a:moveTo>
                  <a:lnTo>
                    <a:pt x="149" y="1052"/>
                  </a:lnTo>
                  <a:lnTo>
                    <a:pt x="229" y="1052"/>
                  </a:lnTo>
                  <a:lnTo>
                    <a:pt x="229" y="664"/>
                  </a:lnTo>
                  <a:lnTo>
                    <a:pt x="123" y="664"/>
                  </a:lnTo>
                  <a:lnTo>
                    <a:pt x="123" y="371"/>
                  </a:lnTo>
                  <a:lnTo>
                    <a:pt x="0" y="371"/>
                  </a:lnTo>
                  <a:lnTo>
                    <a:pt x="229" y="160"/>
                  </a:lnTo>
                  <a:lnTo>
                    <a:pt x="229" y="0"/>
                  </a:lnTo>
                  <a:lnTo>
                    <a:pt x="385" y="0"/>
                  </a:lnTo>
                  <a:lnTo>
                    <a:pt x="385" y="203"/>
                  </a:lnTo>
                  <a:lnTo>
                    <a:pt x="465" y="274"/>
                  </a:lnTo>
                  <a:lnTo>
                    <a:pt x="465" y="482"/>
                  </a:lnTo>
                  <a:lnTo>
                    <a:pt x="626" y="503"/>
                  </a:lnTo>
                  <a:lnTo>
                    <a:pt x="595" y="617"/>
                  </a:lnTo>
                  <a:lnTo>
                    <a:pt x="465" y="692"/>
                  </a:lnTo>
                  <a:lnTo>
                    <a:pt x="465" y="1056"/>
                  </a:lnTo>
                  <a:lnTo>
                    <a:pt x="574" y="1052"/>
                  </a:lnTo>
                  <a:lnTo>
                    <a:pt x="574" y="1383"/>
                  </a:lnTo>
                  <a:lnTo>
                    <a:pt x="149" y="13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800">
                <a:solidFill>
                  <a:srgbClr val="001155"/>
                </a:solidFill>
              </a:endParaRPr>
            </a:p>
          </p:txBody>
        </p:sp>
        <p:sp>
          <p:nvSpPr>
            <p:cNvPr id="18" name="Rectangle 12"/>
            <p:cNvSpPr>
              <a:spLocks noChangeArrowheads="1"/>
            </p:cNvSpPr>
            <p:nvPr userDrawn="1"/>
          </p:nvSpPr>
          <p:spPr bwMode="auto">
            <a:xfrm>
              <a:off x="-628" y="-2668"/>
              <a:ext cx="85" cy="76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800">
                <a:solidFill>
                  <a:srgbClr val="001155"/>
                </a:solidFill>
              </a:endParaRPr>
            </a:p>
          </p:txBody>
        </p:sp>
        <p:sp>
          <p:nvSpPr>
            <p:cNvPr id="19" name="Rectangle 13"/>
            <p:cNvSpPr>
              <a:spLocks noChangeArrowheads="1"/>
            </p:cNvSpPr>
            <p:nvPr userDrawn="1"/>
          </p:nvSpPr>
          <p:spPr bwMode="auto">
            <a:xfrm>
              <a:off x="2067" y="-2663"/>
              <a:ext cx="85" cy="76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800">
                <a:solidFill>
                  <a:srgbClr val="001155"/>
                </a:solidFill>
              </a:endParaRPr>
            </a:p>
          </p:txBody>
        </p:sp>
        <p:sp>
          <p:nvSpPr>
            <p:cNvPr id="20" name="Freeform 14"/>
            <p:cNvSpPr>
              <a:spLocks noEditPoints="1"/>
            </p:cNvSpPr>
            <p:nvPr userDrawn="1"/>
          </p:nvSpPr>
          <p:spPr bwMode="auto">
            <a:xfrm>
              <a:off x="-18109" y="-2065"/>
              <a:ext cx="41974" cy="9058"/>
            </a:xfrm>
            <a:custGeom>
              <a:avLst/>
              <a:gdLst>
                <a:gd name="T0" fmla="*/ 17047 w 17766"/>
                <a:gd name="T1" fmla="*/ 2902 h 3831"/>
                <a:gd name="T2" fmla="*/ 16779 w 17766"/>
                <a:gd name="T3" fmla="*/ 2752 h 3831"/>
                <a:gd name="T4" fmla="*/ 15890 w 17766"/>
                <a:gd name="T5" fmla="*/ 3227 h 3831"/>
                <a:gd name="T6" fmla="*/ 15733 w 17766"/>
                <a:gd name="T7" fmla="*/ 2939 h 3831"/>
                <a:gd name="T8" fmla="*/ 15029 w 17766"/>
                <a:gd name="T9" fmla="*/ 2963 h 3831"/>
                <a:gd name="T10" fmla="*/ 14436 w 17766"/>
                <a:gd name="T11" fmla="*/ 1243 h 3831"/>
                <a:gd name="T12" fmla="*/ 13194 w 17766"/>
                <a:gd name="T13" fmla="*/ 2613 h 3831"/>
                <a:gd name="T14" fmla="*/ 12928 w 17766"/>
                <a:gd name="T15" fmla="*/ 243 h 3831"/>
                <a:gd name="T16" fmla="*/ 12426 w 17766"/>
                <a:gd name="T17" fmla="*/ 2273 h 3831"/>
                <a:gd name="T18" fmla="*/ 11923 w 17766"/>
                <a:gd name="T19" fmla="*/ 3499 h 3831"/>
                <a:gd name="T20" fmla="*/ 11779 w 17766"/>
                <a:gd name="T21" fmla="*/ 2787 h 3831"/>
                <a:gd name="T22" fmla="*/ 11733 w 17766"/>
                <a:gd name="T23" fmla="*/ 2587 h 3831"/>
                <a:gd name="T24" fmla="*/ 11620 w 17766"/>
                <a:gd name="T25" fmla="*/ 2661 h 3831"/>
                <a:gd name="T26" fmla="*/ 11671 w 17766"/>
                <a:gd name="T27" fmla="*/ 3499 h 3831"/>
                <a:gd name="T28" fmla="*/ 11366 w 17766"/>
                <a:gd name="T29" fmla="*/ 2787 h 3831"/>
                <a:gd name="T30" fmla="*/ 11322 w 17766"/>
                <a:gd name="T31" fmla="*/ 2584 h 3831"/>
                <a:gd name="T32" fmla="*/ 11213 w 17766"/>
                <a:gd name="T33" fmla="*/ 2661 h 3831"/>
                <a:gd name="T34" fmla="*/ 11256 w 17766"/>
                <a:gd name="T35" fmla="*/ 3499 h 3831"/>
                <a:gd name="T36" fmla="*/ 10789 w 17766"/>
                <a:gd name="T37" fmla="*/ 2072 h 3831"/>
                <a:gd name="T38" fmla="*/ 10354 w 17766"/>
                <a:gd name="T39" fmla="*/ 2072 h 3831"/>
                <a:gd name="T40" fmla="*/ 9178 w 17766"/>
                <a:gd name="T41" fmla="*/ 675 h 3831"/>
                <a:gd name="T42" fmla="*/ 8856 w 17766"/>
                <a:gd name="T43" fmla="*/ 2085 h 3831"/>
                <a:gd name="T44" fmla="*/ 8756 w 17766"/>
                <a:gd name="T45" fmla="*/ 531 h 3831"/>
                <a:gd name="T46" fmla="*/ 8344 w 17766"/>
                <a:gd name="T47" fmla="*/ 1077 h 3831"/>
                <a:gd name="T48" fmla="*/ 7722 w 17766"/>
                <a:gd name="T49" fmla="*/ 2273 h 3831"/>
                <a:gd name="T50" fmla="*/ 7620 w 17766"/>
                <a:gd name="T51" fmla="*/ 560 h 3831"/>
                <a:gd name="T52" fmla="*/ 7218 w 17766"/>
                <a:gd name="T53" fmla="*/ 1077 h 3831"/>
                <a:gd name="T54" fmla="*/ 6997 w 17766"/>
                <a:gd name="T55" fmla="*/ 2725 h 3831"/>
                <a:gd name="T56" fmla="*/ 6715 w 17766"/>
                <a:gd name="T57" fmla="*/ 2193 h 3831"/>
                <a:gd name="T58" fmla="*/ 6503 w 17766"/>
                <a:gd name="T59" fmla="*/ 2297 h 3831"/>
                <a:gd name="T60" fmla="*/ 6376 w 17766"/>
                <a:gd name="T61" fmla="*/ 2101 h 3831"/>
                <a:gd name="T62" fmla="*/ 6165 w 17766"/>
                <a:gd name="T63" fmla="*/ 2101 h 3831"/>
                <a:gd name="T64" fmla="*/ 5898 w 17766"/>
                <a:gd name="T65" fmla="*/ 2192 h 3831"/>
                <a:gd name="T66" fmla="*/ 5816 w 17766"/>
                <a:gd name="T67" fmla="*/ 2190 h 3831"/>
                <a:gd name="T68" fmla="*/ 5720 w 17766"/>
                <a:gd name="T69" fmla="*/ 2549 h 3831"/>
                <a:gd name="T70" fmla="*/ 5380 w 17766"/>
                <a:gd name="T71" fmla="*/ 1389 h 3831"/>
                <a:gd name="T72" fmla="*/ 5046 w 17766"/>
                <a:gd name="T73" fmla="*/ 1630 h 3831"/>
                <a:gd name="T74" fmla="*/ 4272 w 17766"/>
                <a:gd name="T75" fmla="*/ 2273 h 3831"/>
                <a:gd name="T76" fmla="*/ 3438 w 17766"/>
                <a:gd name="T77" fmla="*/ 2725 h 3831"/>
                <a:gd name="T78" fmla="*/ 3347 w 17766"/>
                <a:gd name="T79" fmla="*/ 3082 h 3831"/>
                <a:gd name="T80" fmla="*/ 2895 w 17766"/>
                <a:gd name="T81" fmla="*/ 2725 h 3831"/>
                <a:gd name="T82" fmla="*/ 2895 w 17766"/>
                <a:gd name="T83" fmla="*/ 1832 h 3831"/>
                <a:gd name="T84" fmla="*/ 2382 w 17766"/>
                <a:gd name="T85" fmla="*/ 1630 h 3831"/>
                <a:gd name="T86" fmla="*/ 2382 w 17766"/>
                <a:gd name="T87" fmla="*/ 2273 h 3831"/>
                <a:gd name="T88" fmla="*/ 1936 w 17766"/>
                <a:gd name="T89" fmla="*/ 2273 h 3831"/>
                <a:gd name="T90" fmla="*/ 661 w 17766"/>
                <a:gd name="T91" fmla="*/ 3073 h 3831"/>
                <a:gd name="T92" fmla="*/ 523 w 17766"/>
                <a:gd name="T93" fmla="*/ 3174 h 3831"/>
                <a:gd name="T94" fmla="*/ 0 w 17766"/>
                <a:gd name="T95" fmla="*/ 3831 h 3831"/>
                <a:gd name="T96" fmla="*/ 17305 w 17766"/>
                <a:gd name="T97" fmla="*/ 3626 h 3831"/>
                <a:gd name="T98" fmla="*/ 5954 w 17766"/>
                <a:gd name="T99" fmla="*/ 2990 h 3831"/>
                <a:gd name="T100" fmla="*/ 6477 w 17766"/>
                <a:gd name="T101" fmla="*/ 3499 h 3831"/>
                <a:gd name="T102" fmla="*/ 12932 w 17766"/>
                <a:gd name="T103" fmla="*/ 1554 h 3831"/>
                <a:gd name="T104" fmla="*/ 14731 w 17766"/>
                <a:gd name="T105" fmla="*/ 1722 h 3831"/>
                <a:gd name="T106" fmla="*/ 14946 w 17766"/>
                <a:gd name="T107" fmla="*/ 1507 h 3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66" h="3831">
                  <a:moveTo>
                    <a:pt x="17305" y="3626"/>
                  </a:moveTo>
                  <a:cubicBezTo>
                    <a:pt x="17305" y="2902"/>
                    <a:pt x="17305" y="2902"/>
                    <a:pt x="17305" y="2902"/>
                  </a:cubicBezTo>
                  <a:cubicBezTo>
                    <a:pt x="17047" y="2902"/>
                    <a:pt x="17047" y="2902"/>
                    <a:pt x="17047" y="2902"/>
                  </a:cubicBezTo>
                  <a:cubicBezTo>
                    <a:pt x="17047" y="3029"/>
                    <a:pt x="17047" y="3029"/>
                    <a:pt x="17047" y="3029"/>
                  </a:cubicBezTo>
                  <a:cubicBezTo>
                    <a:pt x="16779" y="3029"/>
                    <a:pt x="16779" y="3029"/>
                    <a:pt x="16779" y="3029"/>
                  </a:cubicBezTo>
                  <a:cubicBezTo>
                    <a:pt x="16779" y="2752"/>
                    <a:pt x="16779" y="2752"/>
                    <a:pt x="16779" y="2752"/>
                  </a:cubicBezTo>
                  <a:cubicBezTo>
                    <a:pt x="16290" y="2752"/>
                    <a:pt x="16290" y="2752"/>
                    <a:pt x="16290" y="2752"/>
                  </a:cubicBezTo>
                  <a:cubicBezTo>
                    <a:pt x="16290" y="3227"/>
                    <a:pt x="16290" y="3227"/>
                    <a:pt x="16290" y="3227"/>
                  </a:cubicBezTo>
                  <a:cubicBezTo>
                    <a:pt x="15890" y="3227"/>
                    <a:pt x="15890" y="3227"/>
                    <a:pt x="15890" y="3227"/>
                  </a:cubicBezTo>
                  <a:cubicBezTo>
                    <a:pt x="15890" y="3499"/>
                    <a:pt x="15890" y="3499"/>
                    <a:pt x="15890" y="3499"/>
                  </a:cubicBezTo>
                  <a:cubicBezTo>
                    <a:pt x="15733" y="3499"/>
                    <a:pt x="15733" y="3499"/>
                    <a:pt x="15733" y="3499"/>
                  </a:cubicBezTo>
                  <a:cubicBezTo>
                    <a:pt x="15733" y="2939"/>
                    <a:pt x="15733" y="2939"/>
                    <a:pt x="15733" y="2939"/>
                  </a:cubicBezTo>
                  <a:cubicBezTo>
                    <a:pt x="15572" y="2787"/>
                    <a:pt x="15572" y="2787"/>
                    <a:pt x="15572" y="2787"/>
                  </a:cubicBezTo>
                  <a:cubicBezTo>
                    <a:pt x="15165" y="2963"/>
                    <a:pt x="15165" y="2963"/>
                    <a:pt x="15165" y="2963"/>
                  </a:cubicBezTo>
                  <a:cubicBezTo>
                    <a:pt x="15029" y="2963"/>
                    <a:pt x="15029" y="2963"/>
                    <a:pt x="15029" y="2963"/>
                  </a:cubicBezTo>
                  <a:cubicBezTo>
                    <a:pt x="15029" y="1229"/>
                    <a:pt x="15029" y="1229"/>
                    <a:pt x="15029" y="1229"/>
                  </a:cubicBezTo>
                  <a:cubicBezTo>
                    <a:pt x="14944" y="857"/>
                    <a:pt x="14731" y="0"/>
                    <a:pt x="14731" y="0"/>
                  </a:cubicBezTo>
                  <a:cubicBezTo>
                    <a:pt x="14436" y="1243"/>
                    <a:pt x="14436" y="1243"/>
                    <a:pt x="14436" y="1243"/>
                  </a:cubicBezTo>
                  <a:cubicBezTo>
                    <a:pt x="14436" y="2273"/>
                    <a:pt x="14436" y="2273"/>
                    <a:pt x="14436" y="2273"/>
                  </a:cubicBezTo>
                  <a:cubicBezTo>
                    <a:pt x="13240" y="2273"/>
                    <a:pt x="13240" y="2273"/>
                    <a:pt x="13240" y="2273"/>
                  </a:cubicBezTo>
                  <a:cubicBezTo>
                    <a:pt x="13194" y="2613"/>
                    <a:pt x="13194" y="2613"/>
                    <a:pt x="13194" y="2613"/>
                  </a:cubicBezTo>
                  <a:cubicBezTo>
                    <a:pt x="13119" y="2613"/>
                    <a:pt x="13119" y="2613"/>
                    <a:pt x="13119" y="2613"/>
                  </a:cubicBezTo>
                  <a:cubicBezTo>
                    <a:pt x="13119" y="1363"/>
                    <a:pt x="13119" y="1363"/>
                    <a:pt x="13119" y="1363"/>
                  </a:cubicBezTo>
                  <a:cubicBezTo>
                    <a:pt x="13090" y="1200"/>
                    <a:pt x="12928" y="243"/>
                    <a:pt x="12928" y="243"/>
                  </a:cubicBezTo>
                  <a:cubicBezTo>
                    <a:pt x="12739" y="1367"/>
                    <a:pt x="12739" y="1367"/>
                    <a:pt x="12739" y="1367"/>
                  </a:cubicBezTo>
                  <a:cubicBezTo>
                    <a:pt x="12739" y="2273"/>
                    <a:pt x="12739" y="2273"/>
                    <a:pt x="12739" y="2273"/>
                  </a:cubicBezTo>
                  <a:cubicBezTo>
                    <a:pt x="12426" y="2273"/>
                    <a:pt x="12426" y="2273"/>
                    <a:pt x="12426" y="2273"/>
                  </a:cubicBezTo>
                  <a:cubicBezTo>
                    <a:pt x="12315" y="2156"/>
                    <a:pt x="12315" y="2156"/>
                    <a:pt x="12315" y="2156"/>
                  </a:cubicBezTo>
                  <a:cubicBezTo>
                    <a:pt x="11923" y="2575"/>
                    <a:pt x="11923" y="2575"/>
                    <a:pt x="11923" y="2575"/>
                  </a:cubicBezTo>
                  <a:cubicBezTo>
                    <a:pt x="11923" y="3499"/>
                    <a:pt x="11923" y="3499"/>
                    <a:pt x="11923" y="3499"/>
                  </a:cubicBezTo>
                  <a:cubicBezTo>
                    <a:pt x="11724" y="3499"/>
                    <a:pt x="11724" y="3499"/>
                    <a:pt x="11724" y="3499"/>
                  </a:cubicBezTo>
                  <a:cubicBezTo>
                    <a:pt x="11724" y="2787"/>
                    <a:pt x="11724" y="2787"/>
                    <a:pt x="11724" y="2787"/>
                  </a:cubicBezTo>
                  <a:cubicBezTo>
                    <a:pt x="11779" y="2787"/>
                    <a:pt x="11779" y="2787"/>
                    <a:pt x="11779" y="2787"/>
                  </a:cubicBezTo>
                  <a:cubicBezTo>
                    <a:pt x="11779" y="2661"/>
                    <a:pt x="11779" y="2661"/>
                    <a:pt x="11779" y="2661"/>
                  </a:cubicBezTo>
                  <a:cubicBezTo>
                    <a:pt x="11733" y="2661"/>
                    <a:pt x="11733" y="2661"/>
                    <a:pt x="11733" y="2661"/>
                  </a:cubicBezTo>
                  <a:cubicBezTo>
                    <a:pt x="11733" y="2587"/>
                    <a:pt x="11733" y="2587"/>
                    <a:pt x="11733" y="2587"/>
                  </a:cubicBezTo>
                  <a:cubicBezTo>
                    <a:pt x="11671" y="2587"/>
                    <a:pt x="11671" y="2587"/>
                    <a:pt x="11671" y="2587"/>
                  </a:cubicBezTo>
                  <a:cubicBezTo>
                    <a:pt x="11671" y="2661"/>
                    <a:pt x="11671" y="2661"/>
                    <a:pt x="11671" y="2661"/>
                  </a:cubicBezTo>
                  <a:cubicBezTo>
                    <a:pt x="11620" y="2661"/>
                    <a:pt x="11620" y="2661"/>
                    <a:pt x="11620" y="2661"/>
                  </a:cubicBezTo>
                  <a:cubicBezTo>
                    <a:pt x="11620" y="2787"/>
                    <a:pt x="11620" y="2787"/>
                    <a:pt x="11620" y="2787"/>
                  </a:cubicBezTo>
                  <a:cubicBezTo>
                    <a:pt x="11671" y="2787"/>
                    <a:pt x="11671" y="2787"/>
                    <a:pt x="11671" y="2787"/>
                  </a:cubicBezTo>
                  <a:cubicBezTo>
                    <a:pt x="11671" y="3499"/>
                    <a:pt x="11671" y="3499"/>
                    <a:pt x="11671" y="3499"/>
                  </a:cubicBezTo>
                  <a:cubicBezTo>
                    <a:pt x="11319" y="3499"/>
                    <a:pt x="11319" y="3499"/>
                    <a:pt x="11319" y="3499"/>
                  </a:cubicBezTo>
                  <a:cubicBezTo>
                    <a:pt x="11319" y="2787"/>
                    <a:pt x="11319" y="2787"/>
                    <a:pt x="11319" y="2787"/>
                  </a:cubicBezTo>
                  <a:cubicBezTo>
                    <a:pt x="11366" y="2787"/>
                    <a:pt x="11366" y="2787"/>
                    <a:pt x="11366" y="2787"/>
                  </a:cubicBezTo>
                  <a:cubicBezTo>
                    <a:pt x="11366" y="2661"/>
                    <a:pt x="11366" y="2661"/>
                    <a:pt x="11366" y="2661"/>
                  </a:cubicBezTo>
                  <a:cubicBezTo>
                    <a:pt x="11322" y="2661"/>
                    <a:pt x="11322" y="2661"/>
                    <a:pt x="11322" y="2661"/>
                  </a:cubicBezTo>
                  <a:cubicBezTo>
                    <a:pt x="11322" y="2584"/>
                    <a:pt x="11322" y="2584"/>
                    <a:pt x="11322" y="2584"/>
                  </a:cubicBezTo>
                  <a:cubicBezTo>
                    <a:pt x="11269" y="2584"/>
                    <a:pt x="11269" y="2584"/>
                    <a:pt x="11269" y="2584"/>
                  </a:cubicBezTo>
                  <a:cubicBezTo>
                    <a:pt x="11269" y="2661"/>
                    <a:pt x="11269" y="2661"/>
                    <a:pt x="11269" y="2661"/>
                  </a:cubicBezTo>
                  <a:cubicBezTo>
                    <a:pt x="11213" y="2661"/>
                    <a:pt x="11213" y="2661"/>
                    <a:pt x="11213" y="2661"/>
                  </a:cubicBezTo>
                  <a:cubicBezTo>
                    <a:pt x="11213" y="2789"/>
                    <a:pt x="11213" y="2789"/>
                    <a:pt x="11213" y="2789"/>
                  </a:cubicBezTo>
                  <a:cubicBezTo>
                    <a:pt x="11256" y="2789"/>
                    <a:pt x="11256" y="2789"/>
                    <a:pt x="11256" y="2789"/>
                  </a:cubicBezTo>
                  <a:cubicBezTo>
                    <a:pt x="11256" y="3499"/>
                    <a:pt x="11256" y="3499"/>
                    <a:pt x="11256" y="3499"/>
                  </a:cubicBezTo>
                  <a:cubicBezTo>
                    <a:pt x="11088" y="3499"/>
                    <a:pt x="11088" y="3499"/>
                    <a:pt x="11088" y="3499"/>
                  </a:cubicBezTo>
                  <a:cubicBezTo>
                    <a:pt x="11088" y="2480"/>
                    <a:pt x="11088" y="2480"/>
                    <a:pt x="11088" y="2480"/>
                  </a:cubicBezTo>
                  <a:cubicBezTo>
                    <a:pt x="10789" y="2072"/>
                    <a:pt x="10789" y="2072"/>
                    <a:pt x="10789" y="2072"/>
                  </a:cubicBezTo>
                  <a:cubicBezTo>
                    <a:pt x="10426" y="2072"/>
                    <a:pt x="10426" y="2072"/>
                    <a:pt x="10426" y="2072"/>
                  </a:cubicBezTo>
                  <a:cubicBezTo>
                    <a:pt x="10384" y="1429"/>
                    <a:pt x="10384" y="1429"/>
                    <a:pt x="10384" y="1429"/>
                  </a:cubicBezTo>
                  <a:cubicBezTo>
                    <a:pt x="10354" y="2072"/>
                    <a:pt x="10354" y="2072"/>
                    <a:pt x="10354" y="2072"/>
                  </a:cubicBezTo>
                  <a:cubicBezTo>
                    <a:pt x="9250" y="2072"/>
                    <a:pt x="9250" y="2072"/>
                    <a:pt x="9250" y="2072"/>
                  </a:cubicBezTo>
                  <a:cubicBezTo>
                    <a:pt x="9250" y="1832"/>
                    <a:pt x="9250" y="1832"/>
                    <a:pt x="9250" y="1832"/>
                  </a:cubicBezTo>
                  <a:cubicBezTo>
                    <a:pt x="9178" y="675"/>
                    <a:pt x="9178" y="675"/>
                    <a:pt x="9178" y="675"/>
                  </a:cubicBezTo>
                  <a:cubicBezTo>
                    <a:pt x="9104" y="1832"/>
                    <a:pt x="9104" y="1832"/>
                    <a:pt x="9104" y="1832"/>
                  </a:cubicBezTo>
                  <a:cubicBezTo>
                    <a:pt x="9104" y="2085"/>
                    <a:pt x="9104" y="2085"/>
                    <a:pt x="9104" y="2085"/>
                  </a:cubicBezTo>
                  <a:cubicBezTo>
                    <a:pt x="8856" y="2085"/>
                    <a:pt x="8856" y="2085"/>
                    <a:pt x="8856" y="2085"/>
                  </a:cubicBezTo>
                  <a:cubicBezTo>
                    <a:pt x="8856" y="1077"/>
                    <a:pt x="8856" y="1077"/>
                    <a:pt x="8856" y="1077"/>
                  </a:cubicBezTo>
                  <a:cubicBezTo>
                    <a:pt x="8756" y="1077"/>
                    <a:pt x="8756" y="1077"/>
                    <a:pt x="8756" y="1077"/>
                  </a:cubicBezTo>
                  <a:cubicBezTo>
                    <a:pt x="8756" y="531"/>
                    <a:pt x="8756" y="531"/>
                    <a:pt x="8756" y="531"/>
                  </a:cubicBezTo>
                  <a:cubicBezTo>
                    <a:pt x="8756" y="531"/>
                    <a:pt x="8756" y="123"/>
                    <a:pt x="8560" y="123"/>
                  </a:cubicBezTo>
                  <a:cubicBezTo>
                    <a:pt x="8364" y="123"/>
                    <a:pt x="8344" y="541"/>
                    <a:pt x="8344" y="541"/>
                  </a:cubicBezTo>
                  <a:cubicBezTo>
                    <a:pt x="8344" y="1077"/>
                    <a:pt x="8344" y="1077"/>
                    <a:pt x="8344" y="1077"/>
                  </a:cubicBezTo>
                  <a:cubicBezTo>
                    <a:pt x="8243" y="1077"/>
                    <a:pt x="8243" y="1077"/>
                    <a:pt x="8243" y="1077"/>
                  </a:cubicBezTo>
                  <a:cubicBezTo>
                    <a:pt x="8243" y="2273"/>
                    <a:pt x="8243" y="2273"/>
                    <a:pt x="8243" y="2273"/>
                  </a:cubicBezTo>
                  <a:cubicBezTo>
                    <a:pt x="7722" y="2273"/>
                    <a:pt x="7722" y="2273"/>
                    <a:pt x="7722" y="2273"/>
                  </a:cubicBezTo>
                  <a:cubicBezTo>
                    <a:pt x="7722" y="1077"/>
                    <a:pt x="7722" y="1077"/>
                    <a:pt x="7722" y="1077"/>
                  </a:cubicBezTo>
                  <a:cubicBezTo>
                    <a:pt x="7620" y="1077"/>
                    <a:pt x="7620" y="1077"/>
                    <a:pt x="7620" y="1077"/>
                  </a:cubicBezTo>
                  <a:cubicBezTo>
                    <a:pt x="7620" y="560"/>
                    <a:pt x="7620" y="560"/>
                    <a:pt x="7620" y="560"/>
                  </a:cubicBezTo>
                  <a:cubicBezTo>
                    <a:pt x="7620" y="560"/>
                    <a:pt x="7620" y="123"/>
                    <a:pt x="7419" y="123"/>
                  </a:cubicBezTo>
                  <a:cubicBezTo>
                    <a:pt x="7218" y="123"/>
                    <a:pt x="7218" y="557"/>
                    <a:pt x="7218" y="557"/>
                  </a:cubicBezTo>
                  <a:cubicBezTo>
                    <a:pt x="7218" y="1077"/>
                    <a:pt x="7218" y="1077"/>
                    <a:pt x="7218" y="1077"/>
                  </a:cubicBezTo>
                  <a:cubicBezTo>
                    <a:pt x="7107" y="1077"/>
                    <a:pt x="7107" y="1077"/>
                    <a:pt x="7107" y="1077"/>
                  </a:cubicBezTo>
                  <a:cubicBezTo>
                    <a:pt x="7107" y="2725"/>
                    <a:pt x="7107" y="2725"/>
                    <a:pt x="7107" y="2725"/>
                  </a:cubicBezTo>
                  <a:cubicBezTo>
                    <a:pt x="6997" y="2725"/>
                    <a:pt x="6997" y="2725"/>
                    <a:pt x="6997" y="2725"/>
                  </a:cubicBezTo>
                  <a:cubicBezTo>
                    <a:pt x="6997" y="2533"/>
                    <a:pt x="6997" y="2533"/>
                    <a:pt x="6997" y="2533"/>
                  </a:cubicBezTo>
                  <a:cubicBezTo>
                    <a:pt x="6715" y="2533"/>
                    <a:pt x="6715" y="2533"/>
                    <a:pt x="6715" y="2533"/>
                  </a:cubicBezTo>
                  <a:cubicBezTo>
                    <a:pt x="6715" y="2193"/>
                    <a:pt x="6715" y="2193"/>
                    <a:pt x="6715" y="2193"/>
                  </a:cubicBezTo>
                  <a:cubicBezTo>
                    <a:pt x="6592" y="2193"/>
                    <a:pt x="6592" y="2193"/>
                    <a:pt x="6592" y="2193"/>
                  </a:cubicBezTo>
                  <a:cubicBezTo>
                    <a:pt x="6592" y="2297"/>
                    <a:pt x="6592" y="2297"/>
                    <a:pt x="6592" y="2297"/>
                  </a:cubicBezTo>
                  <a:cubicBezTo>
                    <a:pt x="6503" y="2297"/>
                    <a:pt x="6503" y="2297"/>
                    <a:pt x="6503" y="2297"/>
                  </a:cubicBezTo>
                  <a:cubicBezTo>
                    <a:pt x="6503" y="2196"/>
                    <a:pt x="6503" y="2196"/>
                    <a:pt x="6503" y="2196"/>
                  </a:cubicBezTo>
                  <a:cubicBezTo>
                    <a:pt x="6376" y="2196"/>
                    <a:pt x="6376" y="2196"/>
                    <a:pt x="6376" y="2196"/>
                  </a:cubicBezTo>
                  <a:cubicBezTo>
                    <a:pt x="6376" y="2101"/>
                    <a:pt x="6376" y="2101"/>
                    <a:pt x="6376" y="2101"/>
                  </a:cubicBezTo>
                  <a:cubicBezTo>
                    <a:pt x="6270" y="2101"/>
                    <a:pt x="6270" y="2101"/>
                    <a:pt x="6270" y="2101"/>
                  </a:cubicBezTo>
                  <a:cubicBezTo>
                    <a:pt x="6213" y="1983"/>
                    <a:pt x="6213" y="1983"/>
                    <a:pt x="6213" y="1983"/>
                  </a:cubicBezTo>
                  <a:cubicBezTo>
                    <a:pt x="6165" y="2101"/>
                    <a:pt x="6165" y="2101"/>
                    <a:pt x="6165" y="2101"/>
                  </a:cubicBezTo>
                  <a:cubicBezTo>
                    <a:pt x="6063" y="2101"/>
                    <a:pt x="6063" y="2101"/>
                    <a:pt x="6063" y="2101"/>
                  </a:cubicBezTo>
                  <a:cubicBezTo>
                    <a:pt x="6063" y="2192"/>
                    <a:pt x="6063" y="2192"/>
                    <a:pt x="6063" y="2192"/>
                  </a:cubicBezTo>
                  <a:cubicBezTo>
                    <a:pt x="5898" y="2192"/>
                    <a:pt x="5898" y="2192"/>
                    <a:pt x="5898" y="2192"/>
                  </a:cubicBezTo>
                  <a:cubicBezTo>
                    <a:pt x="5898" y="2293"/>
                    <a:pt x="5898" y="2293"/>
                    <a:pt x="5898" y="2293"/>
                  </a:cubicBezTo>
                  <a:cubicBezTo>
                    <a:pt x="5816" y="2293"/>
                    <a:pt x="5816" y="2293"/>
                    <a:pt x="5816" y="2293"/>
                  </a:cubicBezTo>
                  <a:cubicBezTo>
                    <a:pt x="5816" y="2190"/>
                    <a:pt x="5816" y="2190"/>
                    <a:pt x="5816" y="2190"/>
                  </a:cubicBezTo>
                  <a:cubicBezTo>
                    <a:pt x="5720" y="2190"/>
                    <a:pt x="5720" y="2190"/>
                    <a:pt x="5720" y="2190"/>
                  </a:cubicBezTo>
                  <a:cubicBezTo>
                    <a:pt x="5720" y="2273"/>
                    <a:pt x="5720" y="2273"/>
                    <a:pt x="5720" y="2273"/>
                  </a:cubicBezTo>
                  <a:cubicBezTo>
                    <a:pt x="5720" y="2549"/>
                    <a:pt x="5720" y="2549"/>
                    <a:pt x="5720" y="2549"/>
                  </a:cubicBezTo>
                  <a:cubicBezTo>
                    <a:pt x="5599" y="2549"/>
                    <a:pt x="5599" y="2549"/>
                    <a:pt x="5599" y="2549"/>
                  </a:cubicBezTo>
                  <a:cubicBezTo>
                    <a:pt x="5599" y="1630"/>
                    <a:pt x="5599" y="1630"/>
                    <a:pt x="5599" y="1630"/>
                  </a:cubicBezTo>
                  <a:cubicBezTo>
                    <a:pt x="5380" y="1389"/>
                    <a:pt x="5380" y="1389"/>
                    <a:pt x="5380" y="1389"/>
                  </a:cubicBezTo>
                  <a:cubicBezTo>
                    <a:pt x="5333" y="850"/>
                    <a:pt x="5333" y="850"/>
                    <a:pt x="5333" y="850"/>
                  </a:cubicBezTo>
                  <a:cubicBezTo>
                    <a:pt x="5296" y="1383"/>
                    <a:pt x="5296" y="1383"/>
                    <a:pt x="5296" y="1383"/>
                  </a:cubicBezTo>
                  <a:cubicBezTo>
                    <a:pt x="5046" y="1630"/>
                    <a:pt x="5046" y="1630"/>
                    <a:pt x="5046" y="1630"/>
                  </a:cubicBezTo>
                  <a:cubicBezTo>
                    <a:pt x="5046" y="2273"/>
                    <a:pt x="5046" y="2273"/>
                    <a:pt x="5046" y="2273"/>
                  </a:cubicBezTo>
                  <a:cubicBezTo>
                    <a:pt x="5046" y="2273"/>
                    <a:pt x="5046" y="2725"/>
                    <a:pt x="4659" y="2725"/>
                  </a:cubicBezTo>
                  <a:cubicBezTo>
                    <a:pt x="4272" y="2725"/>
                    <a:pt x="4272" y="2273"/>
                    <a:pt x="4272" y="2273"/>
                  </a:cubicBezTo>
                  <a:cubicBezTo>
                    <a:pt x="3589" y="2273"/>
                    <a:pt x="3589" y="2273"/>
                    <a:pt x="3589" y="2273"/>
                  </a:cubicBezTo>
                  <a:cubicBezTo>
                    <a:pt x="3589" y="2725"/>
                    <a:pt x="3589" y="2725"/>
                    <a:pt x="3589" y="2725"/>
                  </a:cubicBezTo>
                  <a:cubicBezTo>
                    <a:pt x="3438" y="2725"/>
                    <a:pt x="3438" y="2725"/>
                    <a:pt x="3438" y="2725"/>
                  </a:cubicBezTo>
                  <a:cubicBezTo>
                    <a:pt x="3438" y="3499"/>
                    <a:pt x="3438" y="3499"/>
                    <a:pt x="3438" y="3499"/>
                  </a:cubicBezTo>
                  <a:cubicBezTo>
                    <a:pt x="3347" y="3499"/>
                    <a:pt x="3347" y="3499"/>
                    <a:pt x="3347" y="3499"/>
                  </a:cubicBezTo>
                  <a:cubicBezTo>
                    <a:pt x="3347" y="3082"/>
                    <a:pt x="3347" y="3082"/>
                    <a:pt x="3347" y="3082"/>
                  </a:cubicBezTo>
                  <a:cubicBezTo>
                    <a:pt x="3156" y="3082"/>
                    <a:pt x="3156" y="3082"/>
                    <a:pt x="3156" y="3082"/>
                  </a:cubicBezTo>
                  <a:cubicBezTo>
                    <a:pt x="3156" y="2894"/>
                    <a:pt x="3156" y="2894"/>
                    <a:pt x="3156" y="2894"/>
                  </a:cubicBezTo>
                  <a:cubicBezTo>
                    <a:pt x="2895" y="2725"/>
                    <a:pt x="2895" y="2725"/>
                    <a:pt x="2895" y="2725"/>
                  </a:cubicBezTo>
                  <a:cubicBezTo>
                    <a:pt x="2895" y="2273"/>
                    <a:pt x="2895" y="2273"/>
                    <a:pt x="2895" y="2273"/>
                  </a:cubicBezTo>
                  <a:cubicBezTo>
                    <a:pt x="2895" y="2273"/>
                    <a:pt x="2960" y="2229"/>
                    <a:pt x="2960" y="2072"/>
                  </a:cubicBezTo>
                  <a:cubicBezTo>
                    <a:pt x="2960" y="1915"/>
                    <a:pt x="2895" y="1832"/>
                    <a:pt x="2895" y="1832"/>
                  </a:cubicBezTo>
                  <a:cubicBezTo>
                    <a:pt x="2895" y="1630"/>
                    <a:pt x="2895" y="1630"/>
                    <a:pt x="2895" y="1630"/>
                  </a:cubicBezTo>
                  <a:cubicBezTo>
                    <a:pt x="2895" y="1630"/>
                    <a:pt x="2828" y="1481"/>
                    <a:pt x="2634" y="1481"/>
                  </a:cubicBezTo>
                  <a:cubicBezTo>
                    <a:pt x="2440" y="1481"/>
                    <a:pt x="2382" y="1630"/>
                    <a:pt x="2382" y="1630"/>
                  </a:cubicBezTo>
                  <a:cubicBezTo>
                    <a:pt x="2382" y="1832"/>
                    <a:pt x="2382" y="1832"/>
                    <a:pt x="2382" y="1832"/>
                  </a:cubicBezTo>
                  <a:cubicBezTo>
                    <a:pt x="2382" y="1832"/>
                    <a:pt x="2320" y="1931"/>
                    <a:pt x="2320" y="2072"/>
                  </a:cubicBezTo>
                  <a:cubicBezTo>
                    <a:pt x="2320" y="2213"/>
                    <a:pt x="2382" y="2273"/>
                    <a:pt x="2382" y="2273"/>
                  </a:cubicBezTo>
                  <a:cubicBezTo>
                    <a:pt x="2382" y="2725"/>
                    <a:pt x="2382" y="2725"/>
                    <a:pt x="2382" y="2725"/>
                  </a:cubicBezTo>
                  <a:cubicBezTo>
                    <a:pt x="2219" y="2725"/>
                    <a:pt x="2219" y="2725"/>
                    <a:pt x="2219" y="2725"/>
                  </a:cubicBezTo>
                  <a:cubicBezTo>
                    <a:pt x="2219" y="2725"/>
                    <a:pt x="2194" y="2273"/>
                    <a:pt x="1936" y="2273"/>
                  </a:cubicBezTo>
                  <a:cubicBezTo>
                    <a:pt x="1677" y="2273"/>
                    <a:pt x="1635" y="2725"/>
                    <a:pt x="1635" y="2725"/>
                  </a:cubicBezTo>
                  <a:cubicBezTo>
                    <a:pt x="955" y="2725"/>
                    <a:pt x="955" y="2725"/>
                    <a:pt x="955" y="2725"/>
                  </a:cubicBezTo>
                  <a:cubicBezTo>
                    <a:pt x="661" y="3073"/>
                    <a:pt x="661" y="3073"/>
                    <a:pt x="661" y="3073"/>
                  </a:cubicBezTo>
                  <a:cubicBezTo>
                    <a:pt x="618" y="2273"/>
                    <a:pt x="618" y="2273"/>
                    <a:pt x="618" y="2273"/>
                  </a:cubicBezTo>
                  <a:cubicBezTo>
                    <a:pt x="578" y="3073"/>
                    <a:pt x="578" y="3073"/>
                    <a:pt x="578" y="3073"/>
                  </a:cubicBezTo>
                  <a:cubicBezTo>
                    <a:pt x="523" y="3174"/>
                    <a:pt x="523" y="3174"/>
                    <a:pt x="523" y="3174"/>
                  </a:cubicBezTo>
                  <a:cubicBezTo>
                    <a:pt x="523" y="3499"/>
                    <a:pt x="523" y="3499"/>
                    <a:pt x="523" y="3499"/>
                  </a:cubicBezTo>
                  <a:cubicBezTo>
                    <a:pt x="0" y="3499"/>
                    <a:pt x="0" y="3499"/>
                    <a:pt x="0" y="3499"/>
                  </a:cubicBezTo>
                  <a:cubicBezTo>
                    <a:pt x="0" y="3831"/>
                    <a:pt x="0" y="3831"/>
                    <a:pt x="0" y="3831"/>
                  </a:cubicBezTo>
                  <a:cubicBezTo>
                    <a:pt x="17766" y="3831"/>
                    <a:pt x="17766" y="3831"/>
                    <a:pt x="17766" y="3831"/>
                  </a:cubicBezTo>
                  <a:cubicBezTo>
                    <a:pt x="17766" y="3626"/>
                    <a:pt x="17766" y="3626"/>
                    <a:pt x="17766" y="3626"/>
                  </a:cubicBezTo>
                  <a:lnTo>
                    <a:pt x="17305" y="3626"/>
                  </a:lnTo>
                  <a:close/>
                  <a:moveTo>
                    <a:pt x="6477" y="3499"/>
                  </a:moveTo>
                  <a:cubicBezTo>
                    <a:pt x="5954" y="3499"/>
                    <a:pt x="5954" y="3499"/>
                    <a:pt x="5954" y="3499"/>
                  </a:cubicBezTo>
                  <a:cubicBezTo>
                    <a:pt x="5954" y="2990"/>
                    <a:pt x="5954" y="2990"/>
                    <a:pt x="5954" y="2990"/>
                  </a:cubicBezTo>
                  <a:cubicBezTo>
                    <a:pt x="5954" y="2990"/>
                    <a:pt x="5958" y="2787"/>
                    <a:pt x="6213" y="2787"/>
                  </a:cubicBezTo>
                  <a:cubicBezTo>
                    <a:pt x="6467" y="2787"/>
                    <a:pt x="6477" y="2993"/>
                    <a:pt x="6477" y="2993"/>
                  </a:cubicBezTo>
                  <a:lnTo>
                    <a:pt x="6477" y="3499"/>
                  </a:lnTo>
                  <a:close/>
                  <a:moveTo>
                    <a:pt x="12932" y="1831"/>
                  </a:moveTo>
                  <a:cubicBezTo>
                    <a:pt x="12855" y="1831"/>
                    <a:pt x="12793" y="1769"/>
                    <a:pt x="12793" y="1693"/>
                  </a:cubicBezTo>
                  <a:cubicBezTo>
                    <a:pt x="12793" y="1616"/>
                    <a:pt x="12855" y="1554"/>
                    <a:pt x="12932" y="1554"/>
                  </a:cubicBezTo>
                  <a:cubicBezTo>
                    <a:pt x="13008" y="1554"/>
                    <a:pt x="13070" y="1616"/>
                    <a:pt x="13070" y="1693"/>
                  </a:cubicBezTo>
                  <a:cubicBezTo>
                    <a:pt x="13070" y="1769"/>
                    <a:pt x="13008" y="1831"/>
                    <a:pt x="12932" y="1831"/>
                  </a:cubicBezTo>
                  <a:close/>
                  <a:moveTo>
                    <a:pt x="14731" y="1722"/>
                  </a:moveTo>
                  <a:cubicBezTo>
                    <a:pt x="14613" y="1722"/>
                    <a:pt x="14517" y="1626"/>
                    <a:pt x="14517" y="1507"/>
                  </a:cubicBezTo>
                  <a:cubicBezTo>
                    <a:pt x="14517" y="1389"/>
                    <a:pt x="14613" y="1293"/>
                    <a:pt x="14731" y="1293"/>
                  </a:cubicBezTo>
                  <a:cubicBezTo>
                    <a:pt x="14850" y="1293"/>
                    <a:pt x="14946" y="1389"/>
                    <a:pt x="14946" y="1507"/>
                  </a:cubicBezTo>
                  <a:cubicBezTo>
                    <a:pt x="14946" y="1626"/>
                    <a:pt x="14850" y="1722"/>
                    <a:pt x="14731" y="17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1800">
                <a:solidFill>
                  <a:srgbClr val="001155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179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/>
          <p:cNvGrpSpPr/>
          <p:nvPr/>
        </p:nvGrpSpPr>
        <p:grpSpPr>
          <a:xfrm>
            <a:off x="0" y="0"/>
            <a:ext cx="12192000" cy="6864640"/>
            <a:chOff x="0" y="0"/>
            <a:chExt cx="9144000" cy="6864640"/>
          </a:xfrm>
        </p:grpSpPr>
        <p:sp>
          <p:nvSpPr>
            <p:cNvPr id="6" name="Rechteck 5"/>
            <p:cNvSpPr/>
            <p:nvPr>
              <p:custDataLst>
                <p:tags r:id="rId1"/>
              </p:custDataLst>
            </p:nvPr>
          </p:nvSpPr>
          <p:spPr bwMode="auto">
            <a:xfrm rot="10800000">
              <a:off x="0" y="0"/>
              <a:ext cx="9144000" cy="6858000"/>
            </a:xfrm>
            <a:prstGeom prst="rect">
              <a:avLst/>
            </a:prstGeom>
            <a:gradFill flip="none" rotWithShape="1">
              <a:gsLst>
                <a:gs pos="100000">
                  <a:srgbClr val="001E63"/>
                </a:gs>
                <a:gs pos="0">
                  <a:srgbClr val="2E8CD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1641" tIns="40820" rIns="81641" bIns="40820" numCol="1" rtlCol="0" anchor="ctr" anchorCtr="0" compatLnSpc="1">
              <a:prstTxWarp prst="textNoShape">
                <a:avLst/>
              </a:prstTxWarp>
            </a:bodyPr>
            <a:lstStyle/>
            <a:p>
              <a:pPr indent="158746" defTabSz="816409" fontAlgn="base">
                <a:spcBef>
                  <a:spcPct val="50000"/>
                </a:spcBef>
                <a:spcAft>
                  <a:spcPct val="0"/>
                </a:spcAft>
                <a:buClr>
                  <a:srgbClr val="11AAFF"/>
                </a:buClr>
              </a:pPr>
              <a:endParaRPr lang="de-CH" sz="1600">
                <a:solidFill>
                  <a:srgbClr val="001155"/>
                </a:solidFill>
              </a:endParaRPr>
            </a:p>
          </p:txBody>
        </p:sp>
        <p:sp>
          <p:nvSpPr>
            <p:cNvPr id="7" name="Rechteck 6"/>
            <p:cNvSpPr/>
            <p:nvPr/>
          </p:nvSpPr>
          <p:spPr bwMode="auto">
            <a:xfrm>
              <a:off x="0" y="6579215"/>
              <a:ext cx="8269287" cy="285425"/>
            </a:xfrm>
            <a:prstGeom prst="rect">
              <a:avLst/>
            </a:prstGeom>
            <a:gradFill flip="none" rotWithShape="1">
              <a:gsLst>
                <a:gs pos="0">
                  <a:srgbClr val="001E63">
                    <a:alpha val="0"/>
                  </a:srgbClr>
                </a:gs>
                <a:gs pos="44000">
                  <a:srgbClr val="2A83C8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indent="177800" fontAlgn="base">
                <a:spcBef>
                  <a:spcPct val="50000"/>
                </a:spcBef>
                <a:spcAft>
                  <a:spcPct val="0"/>
                </a:spcAft>
                <a:buClr>
                  <a:srgbClr val="11AAFF"/>
                </a:buClr>
              </a:pPr>
              <a:endParaRPr lang="de-DE" sz="1800">
                <a:solidFill>
                  <a:srgbClr val="001155"/>
                </a:solidFill>
              </a:endParaRPr>
            </a:p>
          </p:txBody>
        </p:sp>
      </p:grpSp>
      <p:pic>
        <p:nvPicPr>
          <p:cNvPr id="10" name="Picture 17" descr="Swisscom_Stacked_Primary_RGB_PP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9584" y="6081713"/>
            <a:ext cx="1056216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7" descr="Swisscom_Stacked_Primary_RGB_PPT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67"/>
          <a:stretch/>
        </p:blipFill>
        <p:spPr bwMode="auto">
          <a:xfrm>
            <a:off x="11059584" y="6084095"/>
            <a:ext cx="1056216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Freeform 17"/>
          <p:cNvSpPr>
            <a:spLocks/>
          </p:cNvSpPr>
          <p:nvPr/>
        </p:nvSpPr>
        <p:spPr bwMode="auto">
          <a:xfrm>
            <a:off x="0" y="5002829"/>
            <a:ext cx="11059584" cy="1576387"/>
          </a:xfrm>
          <a:custGeom>
            <a:avLst/>
            <a:gdLst>
              <a:gd name="T0" fmla="*/ 1314 w 2880"/>
              <a:gd name="T1" fmla="*/ 512 h 545"/>
              <a:gd name="T2" fmla="*/ 1202 w 2880"/>
              <a:gd name="T3" fmla="*/ 512 h 545"/>
              <a:gd name="T4" fmla="*/ 1084 w 2880"/>
              <a:gd name="T5" fmla="*/ 512 h 545"/>
              <a:gd name="T6" fmla="*/ 972 w 2880"/>
              <a:gd name="T7" fmla="*/ 512 h 545"/>
              <a:gd name="T8" fmla="*/ 0 w 2880"/>
              <a:gd name="T9" fmla="*/ 173 h 545"/>
              <a:gd name="T10" fmla="*/ 159 w 2880"/>
              <a:gd name="T11" fmla="*/ 259 h 545"/>
              <a:gd name="T12" fmla="*/ 276 w 2880"/>
              <a:gd name="T13" fmla="*/ 346 h 545"/>
              <a:gd name="T14" fmla="*/ 399 w 2880"/>
              <a:gd name="T15" fmla="*/ 354 h 545"/>
              <a:gd name="T16" fmla="*/ 435 w 2880"/>
              <a:gd name="T17" fmla="*/ 258 h 545"/>
              <a:gd name="T18" fmla="*/ 457 w 2880"/>
              <a:gd name="T19" fmla="*/ 209 h 545"/>
              <a:gd name="T20" fmla="*/ 532 w 2880"/>
              <a:gd name="T21" fmla="*/ 204 h 545"/>
              <a:gd name="T22" fmla="*/ 583 w 2880"/>
              <a:gd name="T23" fmla="*/ 375 h 545"/>
              <a:gd name="T24" fmla="*/ 620 w 2880"/>
              <a:gd name="T25" fmla="*/ 298 h 545"/>
              <a:gd name="T26" fmla="*/ 656 w 2880"/>
              <a:gd name="T27" fmla="*/ 258 h 545"/>
              <a:gd name="T28" fmla="*/ 718 w 2880"/>
              <a:gd name="T29" fmla="*/ 272 h 545"/>
              <a:gd name="T30" fmla="*/ 718 w 2880"/>
              <a:gd name="T31" fmla="*/ 310 h 545"/>
              <a:gd name="T32" fmla="*/ 751 w 2880"/>
              <a:gd name="T33" fmla="*/ 388 h 545"/>
              <a:gd name="T34" fmla="*/ 917 w 2880"/>
              <a:gd name="T35" fmla="*/ 375 h 545"/>
              <a:gd name="T36" fmla="*/ 964 w 2880"/>
              <a:gd name="T37" fmla="*/ 395 h 545"/>
              <a:gd name="T38" fmla="*/ 1021 w 2880"/>
              <a:gd name="T39" fmla="*/ 419 h 545"/>
              <a:gd name="T40" fmla="*/ 1084 w 2880"/>
              <a:gd name="T41" fmla="*/ 412 h 545"/>
              <a:gd name="T42" fmla="*/ 1175 w 2880"/>
              <a:gd name="T43" fmla="*/ 415 h 545"/>
              <a:gd name="T44" fmla="*/ 1210 w 2880"/>
              <a:gd name="T45" fmla="*/ 497 h 545"/>
              <a:gd name="T46" fmla="*/ 1225 w 2880"/>
              <a:gd name="T47" fmla="*/ 443 h 545"/>
              <a:gd name="T48" fmla="*/ 1280 w 2880"/>
              <a:gd name="T49" fmla="*/ 406 h 545"/>
              <a:gd name="T50" fmla="*/ 1349 w 2880"/>
              <a:gd name="T51" fmla="*/ 406 h 545"/>
              <a:gd name="T52" fmla="*/ 1369 w 2880"/>
              <a:gd name="T53" fmla="*/ 396 h 545"/>
              <a:gd name="T54" fmla="*/ 1415 w 2880"/>
              <a:gd name="T55" fmla="*/ 355 h 545"/>
              <a:gd name="T56" fmla="*/ 1548 w 2880"/>
              <a:gd name="T57" fmla="*/ 307 h 545"/>
              <a:gd name="T58" fmla="*/ 1550 w 2880"/>
              <a:gd name="T59" fmla="*/ 271 h 545"/>
              <a:gd name="T60" fmla="*/ 1559 w 2880"/>
              <a:gd name="T61" fmla="*/ 272 h 545"/>
              <a:gd name="T62" fmla="*/ 1562 w 2880"/>
              <a:gd name="T63" fmla="*/ 306 h 545"/>
              <a:gd name="T64" fmla="*/ 1616 w 2880"/>
              <a:gd name="T65" fmla="*/ 375 h 545"/>
              <a:gd name="T66" fmla="*/ 1696 w 2880"/>
              <a:gd name="T67" fmla="*/ 321 h 545"/>
              <a:gd name="T68" fmla="*/ 1704 w 2880"/>
              <a:gd name="T69" fmla="*/ 166 h 545"/>
              <a:gd name="T70" fmla="*/ 1725 w 2880"/>
              <a:gd name="T71" fmla="*/ 104 h 545"/>
              <a:gd name="T72" fmla="*/ 1778 w 2880"/>
              <a:gd name="T73" fmla="*/ 83 h 545"/>
              <a:gd name="T74" fmla="*/ 1786 w 2880"/>
              <a:gd name="T75" fmla="*/ 164 h 545"/>
              <a:gd name="T76" fmla="*/ 1802 w 2880"/>
              <a:gd name="T77" fmla="*/ 257 h 545"/>
              <a:gd name="T78" fmla="*/ 1805 w 2880"/>
              <a:gd name="T79" fmla="*/ 104 h 545"/>
              <a:gd name="T80" fmla="*/ 1844 w 2880"/>
              <a:gd name="T81" fmla="*/ 58 h 545"/>
              <a:gd name="T82" fmla="*/ 1878 w 2880"/>
              <a:gd name="T83" fmla="*/ 104 h 545"/>
              <a:gd name="T84" fmla="*/ 1886 w 2880"/>
              <a:gd name="T85" fmla="*/ 258 h 545"/>
              <a:gd name="T86" fmla="*/ 2018 w 2880"/>
              <a:gd name="T87" fmla="*/ 241 h 545"/>
              <a:gd name="T88" fmla="*/ 2028 w 2880"/>
              <a:gd name="T89" fmla="*/ 192 h 545"/>
              <a:gd name="T90" fmla="*/ 2035 w 2880"/>
              <a:gd name="T91" fmla="*/ 150 h 545"/>
              <a:gd name="T92" fmla="*/ 2051 w 2880"/>
              <a:gd name="T93" fmla="*/ 192 h 545"/>
              <a:gd name="T94" fmla="*/ 2064 w 2880"/>
              <a:gd name="T95" fmla="*/ 241 h 545"/>
              <a:gd name="T96" fmla="*/ 2077 w 2880"/>
              <a:gd name="T97" fmla="*/ 258 h 545"/>
              <a:gd name="T98" fmla="*/ 2136 w 2880"/>
              <a:gd name="T99" fmla="*/ 333 h 545"/>
              <a:gd name="T100" fmla="*/ 2221 w 2880"/>
              <a:gd name="T101" fmla="*/ 363 h 545"/>
              <a:gd name="T102" fmla="*/ 2295 w 2880"/>
              <a:gd name="T103" fmla="*/ 391 h 545"/>
              <a:gd name="T104" fmla="*/ 2377 w 2880"/>
              <a:gd name="T105" fmla="*/ 363 h 545"/>
              <a:gd name="T106" fmla="*/ 2419 w 2880"/>
              <a:gd name="T107" fmla="*/ 423 h 545"/>
              <a:gd name="T108" fmla="*/ 2557 w 2880"/>
              <a:gd name="T109" fmla="*/ 311 h 545"/>
              <a:gd name="T110" fmla="*/ 2647 w 2880"/>
              <a:gd name="T111" fmla="*/ 326 h 545"/>
              <a:gd name="T112" fmla="*/ 2707 w 2880"/>
              <a:gd name="T113" fmla="*/ 386 h 545"/>
              <a:gd name="T114" fmla="*/ 2800 w 2880"/>
              <a:gd name="T115" fmla="*/ 481 h 545"/>
              <a:gd name="T116" fmla="*/ 2880 w 2880"/>
              <a:gd name="T117" fmla="*/ 471 h 5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880" h="545">
                <a:moveTo>
                  <a:pt x="2537" y="545"/>
                </a:moveTo>
                <a:cubicBezTo>
                  <a:pt x="1363" y="545"/>
                  <a:pt x="1363" y="545"/>
                  <a:pt x="1363" y="545"/>
                </a:cubicBezTo>
                <a:cubicBezTo>
                  <a:pt x="1363" y="527"/>
                  <a:pt x="1341" y="512"/>
                  <a:pt x="1314" y="512"/>
                </a:cubicBezTo>
                <a:cubicBezTo>
                  <a:pt x="1286" y="512"/>
                  <a:pt x="1264" y="527"/>
                  <a:pt x="1264" y="545"/>
                </a:cubicBezTo>
                <a:cubicBezTo>
                  <a:pt x="1252" y="545"/>
                  <a:pt x="1252" y="545"/>
                  <a:pt x="1252" y="545"/>
                </a:cubicBezTo>
                <a:cubicBezTo>
                  <a:pt x="1252" y="527"/>
                  <a:pt x="1229" y="512"/>
                  <a:pt x="1202" y="512"/>
                </a:cubicBezTo>
                <a:cubicBezTo>
                  <a:pt x="1175" y="512"/>
                  <a:pt x="1153" y="527"/>
                  <a:pt x="1153" y="545"/>
                </a:cubicBezTo>
                <a:cubicBezTo>
                  <a:pt x="1133" y="545"/>
                  <a:pt x="1133" y="545"/>
                  <a:pt x="1133" y="545"/>
                </a:cubicBezTo>
                <a:cubicBezTo>
                  <a:pt x="1133" y="527"/>
                  <a:pt x="1111" y="512"/>
                  <a:pt x="1084" y="512"/>
                </a:cubicBezTo>
                <a:cubicBezTo>
                  <a:pt x="1057" y="512"/>
                  <a:pt x="1035" y="527"/>
                  <a:pt x="1035" y="545"/>
                </a:cubicBezTo>
                <a:cubicBezTo>
                  <a:pt x="1021" y="545"/>
                  <a:pt x="1021" y="545"/>
                  <a:pt x="1021" y="545"/>
                </a:cubicBezTo>
                <a:cubicBezTo>
                  <a:pt x="1021" y="527"/>
                  <a:pt x="999" y="512"/>
                  <a:pt x="972" y="512"/>
                </a:cubicBezTo>
                <a:cubicBezTo>
                  <a:pt x="945" y="512"/>
                  <a:pt x="923" y="527"/>
                  <a:pt x="923" y="545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173"/>
                  <a:pt x="0" y="173"/>
                  <a:pt x="0" y="173"/>
                </a:cubicBezTo>
                <a:cubicBezTo>
                  <a:pt x="32" y="162"/>
                  <a:pt x="32" y="162"/>
                  <a:pt x="32" y="162"/>
                </a:cubicBezTo>
                <a:cubicBezTo>
                  <a:pt x="112" y="259"/>
                  <a:pt x="112" y="259"/>
                  <a:pt x="112" y="259"/>
                </a:cubicBezTo>
                <a:cubicBezTo>
                  <a:pt x="159" y="259"/>
                  <a:pt x="159" y="259"/>
                  <a:pt x="159" y="259"/>
                </a:cubicBezTo>
                <a:cubicBezTo>
                  <a:pt x="187" y="281"/>
                  <a:pt x="187" y="281"/>
                  <a:pt x="187" y="281"/>
                </a:cubicBezTo>
                <a:cubicBezTo>
                  <a:pt x="232" y="306"/>
                  <a:pt x="232" y="306"/>
                  <a:pt x="232" y="306"/>
                </a:cubicBezTo>
                <a:cubicBezTo>
                  <a:pt x="276" y="346"/>
                  <a:pt x="276" y="346"/>
                  <a:pt x="276" y="346"/>
                </a:cubicBezTo>
                <a:cubicBezTo>
                  <a:pt x="319" y="334"/>
                  <a:pt x="319" y="334"/>
                  <a:pt x="319" y="334"/>
                </a:cubicBezTo>
                <a:cubicBezTo>
                  <a:pt x="363" y="387"/>
                  <a:pt x="363" y="387"/>
                  <a:pt x="363" y="387"/>
                </a:cubicBezTo>
                <a:cubicBezTo>
                  <a:pt x="399" y="354"/>
                  <a:pt x="399" y="354"/>
                  <a:pt x="399" y="354"/>
                </a:cubicBezTo>
                <a:cubicBezTo>
                  <a:pt x="418" y="287"/>
                  <a:pt x="418" y="287"/>
                  <a:pt x="418" y="287"/>
                </a:cubicBezTo>
                <a:cubicBezTo>
                  <a:pt x="426" y="258"/>
                  <a:pt x="426" y="258"/>
                  <a:pt x="426" y="258"/>
                </a:cubicBezTo>
                <a:cubicBezTo>
                  <a:pt x="435" y="258"/>
                  <a:pt x="435" y="258"/>
                  <a:pt x="435" y="258"/>
                </a:cubicBezTo>
                <a:cubicBezTo>
                  <a:pt x="446" y="304"/>
                  <a:pt x="446" y="304"/>
                  <a:pt x="446" y="304"/>
                </a:cubicBezTo>
                <a:cubicBezTo>
                  <a:pt x="457" y="304"/>
                  <a:pt x="457" y="304"/>
                  <a:pt x="457" y="304"/>
                </a:cubicBezTo>
                <a:cubicBezTo>
                  <a:pt x="457" y="209"/>
                  <a:pt x="457" y="209"/>
                  <a:pt x="457" y="209"/>
                </a:cubicBezTo>
                <a:cubicBezTo>
                  <a:pt x="469" y="206"/>
                  <a:pt x="469" y="206"/>
                  <a:pt x="469" y="206"/>
                </a:cubicBezTo>
                <a:cubicBezTo>
                  <a:pt x="500" y="0"/>
                  <a:pt x="500" y="0"/>
                  <a:pt x="500" y="0"/>
                </a:cubicBezTo>
                <a:cubicBezTo>
                  <a:pt x="532" y="204"/>
                  <a:pt x="532" y="204"/>
                  <a:pt x="532" y="204"/>
                </a:cubicBezTo>
                <a:cubicBezTo>
                  <a:pt x="546" y="205"/>
                  <a:pt x="546" y="205"/>
                  <a:pt x="546" y="205"/>
                </a:cubicBezTo>
                <a:cubicBezTo>
                  <a:pt x="546" y="337"/>
                  <a:pt x="546" y="337"/>
                  <a:pt x="546" y="337"/>
                </a:cubicBezTo>
                <a:cubicBezTo>
                  <a:pt x="583" y="375"/>
                  <a:pt x="583" y="375"/>
                  <a:pt x="583" y="375"/>
                </a:cubicBezTo>
                <a:cubicBezTo>
                  <a:pt x="639" y="375"/>
                  <a:pt x="639" y="375"/>
                  <a:pt x="639" y="375"/>
                </a:cubicBezTo>
                <a:cubicBezTo>
                  <a:pt x="639" y="311"/>
                  <a:pt x="639" y="311"/>
                  <a:pt x="639" y="311"/>
                </a:cubicBezTo>
                <a:cubicBezTo>
                  <a:pt x="639" y="311"/>
                  <a:pt x="620" y="307"/>
                  <a:pt x="620" y="298"/>
                </a:cubicBezTo>
                <a:cubicBezTo>
                  <a:pt x="620" y="290"/>
                  <a:pt x="639" y="286"/>
                  <a:pt x="639" y="286"/>
                </a:cubicBezTo>
                <a:cubicBezTo>
                  <a:pt x="639" y="275"/>
                  <a:pt x="639" y="275"/>
                  <a:pt x="639" y="275"/>
                </a:cubicBezTo>
                <a:cubicBezTo>
                  <a:pt x="656" y="258"/>
                  <a:pt x="656" y="258"/>
                  <a:pt x="656" y="258"/>
                </a:cubicBezTo>
                <a:cubicBezTo>
                  <a:pt x="680" y="180"/>
                  <a:pt x="680" y="180"/>
                  <a:pt x="680" y="180"/>
                </a:cubicBezTo>
                <a:cubicBezTo>
                  <a:pt x="699" y="258"/>
                  <a:pt x="699" y="258"/>
                  <a:pt x="699" y="258"/>
                </a:cubicBezTo>
                <a:cubicBezTo>
                  <a:pt x="718" y="272"/>
                  <a:pt x="718" y="272"/>
                  <a:pt x="718" y="272"/>
                </a:cubicBezTo>
                <a:cubicBezTo>
                  <a:pt x="718" y="286"/>
                  <a:pt x="718" y="286"/>
                  <a:pt x="718" y="286"/>
                </a:cubicBezTo>
                <a:cubicBezTo>
                  <a:pt x="718" y="286"/>
                  <a:pt x="734" y="290"/>
                  <a:pt x="734" y="299"/>
                </a:cubicBezTo>
                <a:cubicBezTo>
                  <a:pt x="734" y="308"/>
                  <a:pt x="718" y="310"/>
                  <a:pt x="718" y="310"/>
                </a:cubicBezTo>
                <a:cubicBezTo>
                  <a:pt x="718" y="403"/>
                  <a:pt x="718" y="403"/>
                  <a:pt x="718" y="403"/>
                </a:cubicBezTo>
                <a:cubicBezTo>
                  <a:pt x="737" y="403"/>
                  <a:pt x="737" y="403"/>
                  <a:pt x="737" y="403"/>
                </a:cubicBezTo>
                <a:cubicBezTo>
                  <a:pt x="751" y="388"/>
                  <a:pt x="751" y="388"/>
                  <a:pt x="751" y="388"/>
                </a:cubicBezTo>
                <a:cubicBezTo>
                  <a:pt x="789" y="388"/>
                  <a:pt x="789" y="388"/>
                  <a:pt x="789" y="388"/>
                </a:cubicBezTo>
                <a:cubicBezTo>
                  <a:pt x="789" y="375"/>
                  <a:pt x="789" y="375"/>
                  <a:pt x="789" y="375"/>
                </a:cubicBezTo>
                <a:cubicBezTo>
                  <a:pt x="917" y="375"/>
                  <a:pt x="917" y="375"/>
                  <a:pt x="917" y="375"/>
                </a:cubicBezTo>
                <a:cubicBezTo>
                  <a:pt x="917" y="383"/>
                  <a:pt x="917" y="383"/>
                  <a:pt x="917" y="383"/>
                </a:cubicBezTo>
                <a:cubicBezTo>
                  <a:pt x="954" y="383"/>
                  <a:pt x="954" y="383"/>
                  <a:pt x="954" y="383"/>
                </a:cubicBezTo>
                <a:cubicBezTo>
                  <a:pt x="964" y="395"/>
                  <a:pt x="964" y="395"/>
                  <a:pt x="964" y="395"/>
                </a:cubicBezTo>
                <a:cubicBezTo>
                  <a:pt x="964" y="435"/>
                  <a:pt x="964" y="435"/>
                  <a:pt x="964" y="435"/>
                </a:cubicBezTo>
                <a:cubicBezTo>
                  <a:pt x="1006" y="435"/>
                  <a:pt x="1006" y="435"/>
                  <a:pt x="1006" y="435"/>
                </a:cubicBezTo>
                <a:cubicBezTo>
                  <a:pt x="1021" y="419"/>
                  <a:pt x="1021" y="419"/>
                  <a:pt x="1021" y="419"/>
                </a:cubicBezTo>
                <a:cubicBezTo>
                  <a:pt x="1036" y="431"/>
                  <a:pt x="1036" y="431"/>
                  <a:pt x="1036" y="431"/>
                </a:cubicBezTo>
                <a:cubicBezTo>
                  <a:pt x="1065" y="431"/>
                  <a:pt x="1065" y="431"/>
                  <a:pt x="1065" y="431"/>
                </a:cubicBezTo>
                <a:cubicBezTo>
                  <a:pt x="1084" y="412"/>
                  <a:pt x="1084" y="412"/>
                  <a:pt x="1084" y="412"/>
                </a:cubicBezTo>
                <a:cubicBezTo>
                  <a:pt x="1104" y="429"/>
                  <a:pt x="1104" y="429"/>
                  <a:pt x="1104" y="429"/>
                </a:cubicBezTo>
                <a:cubicBezTo>
                  <a:pt x="1161" y="429"/>
                  <a:pt x="1161" y="429"/>
                  <a:pt x="1161" y="429"/>
                </a:cubicBezTo>
                <a:cubicBezTo>
                  <a:pt x="1175" y="415"/>
                  <a:pt x="1175" y="415"/>
                  <a:pt x="1175" y="415"/>
                </a:cubicBezTo>
                <a:cubicBezTo>
                  <a:pt x="1188" y="427"/>
                  <a:pt x="1188" y="427"/>
                  <a:pt x="1188" y="427"/>
                </a:cubicBezTo>
                <a:cubicBezTo>
                  <a:pt x="1210" y="427"/>
                  <a:pt x="1210" y="427"/>
                  <a:pt x="1210" y="427"/>
                </a:cubicBezTo>
                <a:cubicBezTo>
                  <a:pt x="1210" y="497"/>
                  <a:pt x="1210" y="497"/>
                  <a:pt x="1210" y="497"/>
                </a:cubicBezTo>
                <a:cubicBezTo>
                  <a:pt x="1246" y="497"/>
                  <a:pt x="1246" y="497"/>
                  <a:pt x="1246" y="497"/>
                </a:cubicBezTo>
                <a:cubicBezTo>
                  <a:pt x="1246" y="443"/>
                  <a:pt x="1246" y="443"/>
                  <a:pt x="1246" y="443"/>
                </a:cubicBezTo>
                <a:cubicBezTo>
                  <a:pt x="1225" y="443"/>
                  <a:pt x="1225" y="443"/>
                  <a:pt x="1225" y="443"/>
                </a:cubicBezTo>
                <a:cubicBezTo>
                  <a:pt x="1251" y="427"/>
                  <a:pt x="1251" y="427"/>
                  <a:pt x="1251" y="427"/>
                </a:cubicBezTo>
                <a:cubicBezTo>
                  <a:pt x="1251" y="406"/>
                  <a:pt x="1251" y="406"/>
                  <a:pt x="1251" y="406"/>
                </a:cubicBezTo>
                <a:cubicBezTo>
                  <a:pt x="1280" y="406"/>
                  <a:pt x="1280" y="406"/>
                  <a:pt x="1280" y="406"/>
                </a:cubicBezTo>
                <a:cubicBezTo>
                  <a:pt x="1299" y="390"/>
                  <a:pt x="1299" y="390"/>
                  <a:pt x="1299" y="390"/>
                </a:cubicBezTo>
                <a:cubicBezTo>
                  <a:pt x="1319" y="406"/>
                  <a:pt x="1319" y="406"/>
                  <a:pt x="1319" y="406"/>
                </a:cubicBezTo>
                <a:cubicBezTo>
                  <a:pt x="1349" y="406"/>
                  <a:pt x="1349" y="406"/>
                  <a:pt x="1349" y="406"/>
                </a:cubicBezTo>
                <a:cubicBezTo>
                  <a:pt x="1349" y="431"/>
                  <a:pt x="1349" y="431"/>
                  <a:pt x="1349" y="431"/>
                </a:cubicBezTo>
                <a:cubicBezTo>
                  <a:pt x="1369" y="431"/>
                  <a:pt x="1369" y="431"/>
                  <a:pt x="1369" y="431"/>
                </a:cubicBezTo>
                <a:cubicBezTo>
                  <a:pt x="1369" y="396"/>
                  <a:pt x="1369" y="396"/>
                  <a:pt x="1369" y="396"/>
                </a:cubicBezTo>
                <a:cubicBezTo>
                  <a:pt x="1390" y="375"/>
                  <a:pt x="1390" y="375"/>
                  <a:pt x="1390" y="375"/>
                </a:cubicBezTo>
                <a:cubicBezTo>
                  <a:pt x="1390" y="355"/>
                  <a:pt x="1390" y="355"/>
                  <a:pt x="1390" y="355"/>
                </a:cubicBezTo>
                <a:cubicBezTo>
                  <a:pt x="1415" y="355"/>
                  <a:pt x="1415" y="355"/>
                  <a:pt x="1415" y="355"/>
                </a:cubicBezTo>
                <a:cubicBezTo>
                  <a:pt x="1445" y="329"/>
                  <a:pt x="1445" y="329"/>
                  <a:pt x="1445" y="329"/>
                </a:cubicBezTo>
                <a:cubicBezTo>
                  <a:pt x="1548" y="329"/>
                  <a:pt x="1548" y="329"/>
                  <a:pt x="1548" y="329"/>
                </a:cubicBezTo>
                <a:cubicBezTo>
                  <a:pt x="1548" y="307"/>
                  <a:pt x="1548" y="307"/>
                  <a:pt x="1548" y="307"/>
                </a:cubicBezTo>
                <a:cubicBezTo>
                  <a:pt x="1540" y="307"/>
                  <a:pt x="1540" y="307"/>
                  <a:pt x="1540" y="307"/>
                </a:cubicBezTo>
                <a:cubicBezTo>
                  <a:pt x="1540" y="271"/>
                  <a:pt x="1540" y="271"/>
                  <a:pt x="1540" y="271"/>
                </a:cubicBezTo>
                <a:cubicBezTo>
                  <a:pt x="1550" y="271"/>
                  <a:pt x="1550" y="271"/>
                  <a:pt x="1550" y="271"/>
                </a:cubicBezTo>
                <a:cubicBezTo>
                  <a:pt x="1550" y="244"/>
                  <a:pt x="1550" y="244"/>
                  <a:pt x="1550" y="244"/>
                </a:cubicBezTo>
                <a:cubicBezTo>
                  <a:pt x="1559" y="244"/>
                  <a:pt x="1559" y="244"/>
                  <a:pt x="1559" y="244"/>
                </a:cubicBezTo>
                <a:cubicBezTo>
                  <a:pt x="1559" y="272"/>
                  <a:pt x="1559" y="272"/>
                  <a:pt x="1559" y="272"/>
                </a:cubicBezTo>
                <a:cubicBezTo>
                  <a:pt x="1569" y="272"/>
                  <a:pt x="1569" y="272"/>
                  <a:pt x="1569" y="272"/>
                </a:cubicBezTo>
                <a:cubicBezTo>
                  <a:pt x="1569" y="306"/>
                  <a:pt x="1569" y="306"/>
                  <a:pt x="1569" y="306"/>
                </a:cubicBezTo>
                <a:cubicBezTo>
                  <a:pt x="1562" y="306"/>
                  <a:pt x="1562" y="306"/>
                  <a:pt x="1562" y="306"/>
                </a:cubicBezTo>
                <a:cubicBezTo>
                  <a:pt x="1562" y="329"/>
                  <a:pt x="1562" y="329"/>
                  <a:pt x="1562" y="329"/>
                </a:cubicBezTo>
                <a:cubicBezTo>
                  <a:pt x="1588" y="329"/>
                  <a:pt x="1588" y="329"/>
                  <a:pt x="1588" y="329"/>
                </a:cubicBezTo>
                <a:cubicBezTo>
                  <a:pt x="1616" y="375"/>
                  <a:pt x="1616" y="375"/>
                  <a:pt x="1616" y="375"/>
                </a:cubicBezTo>
                <a:cubicBezTo>
                  <a:pt x="1676" y="375"/>
                  <a:pt x="1676" y="375"/>
                  <a:pt x="1676" y="375"/>
                </a:cubicBezTo>
                <a:cubicBezTo>
                  <a:pt x="1676" y="329"/>
                  <a:pt x="1676" y="329"/>
                  <a:pt x="1676" y="329"/>
                </a:cubicBezTo>
                <a:cubicBezTo>
                  <a:pt x="1696" y="321"/>
                  <a:pt x="1696" y="321"/>
                  <a:pt x="1696" y="321"/>
                </a:cubicBezTo>
                <a:cubicBezTo>
                  <a:pt x="1696" y="258"/>
                  <a:pt x="1696" y="258"/>
                  <a:pt x="1696" y="258"/>
                </a:cubicBezTo>
                <a:cubicBezTo>
                  <a:pt x="1704" y="258"/>
                  <a:pt x="1704" y="258"/>
                  <a:pt x="1704" y="258"/>
                </a:cubicBezTo>
                <a:cubicBezTo>
                  <a:pt x="1704" y="166"/>
                  <a:pt x="1704" y="166"/>
                  <a:pt x="1704" y="166"/>
                </a:cubicBezTo>
                <a:cubicBezTo>
                  <a:pt x="1713" y="166"/>
                  <a:pt x="1713" y="166"/>
                  <a:pt x="1713" y="166"/>
                </a:cubicBezTo>
                <a:cubicBezTo>
                  <a:pt x="1713" y="104"/>
                  <a:pt x="1713" y="104"/>
                  <a:pt x="1713" y="104"/>
                </a:cubicBezTo>
                <a:cubicBezTo>
                  <a:pt x="1725" y="104"/>
                  <a:pt x="1725" y="104"/>
                  <a:pt x="1725" y="104"/>
                </a:cubicBezTo>
                <a:cubicBezTo>
                  <a:pt x="1725" y="83"/>
                  <a:pt x="1725" y="83"/>
                  <a:pt x="1725" y="83"/>
                </a:cubicBezTo>
                <a:cubicBezTo>
                  <a:pt x="1725" y="83"/>
                  <a:pt x="1725" y="58"/>
                  <a:pt x="1751" y="58"/>
                </a:cubicBezTo>
                <a:cubicBezTo>
                  <a:pt x="1776" y="58"/>
                  <a:pt x="1778" y="83"/>
                  <a:pt x="1778" y="83"/>
                </a:cubicBezTo>
                <a:cubicBezTo>
                  <a:pt x="1778" y="104"/>
                  <a:pt x="1778" y="104"/>
                  <a:pt x="1778" y="104"/>
                </a:cubicBezTo>
                <a:cubicBezTo>
                  <a:pt x="1786" y="104"/>
                  <a:pt x="1786" y="104"/>
                  <a:pt x="1786" y="104"/>
                </a:cubicBezTo>
                <a:cubicBezTo>
                  <a:pt x="1786" y="164"/>
                  <a:pt x="1786" y="164"/>
                  <a:pt x="1786" y="164"/>
                </a:cubicBezTo>
                <a:cubicBezTo>
                  <a:pt x="1793" y="164"/>
                  <a:pt x="1793" y="164"/>
                  <a:pt x="1793" y="164"/>
                </a:cubicBezTo>
                <a:cubicBezTo>
                  <a:pt x="1793" y="257"/>
                  <a:pt x="1793" y="257"/>
                  <a:pt x="1793" y="257"/>
                </a:cubicBezTo>
                <a:cubicBezTo>
                  <a:pt x="1802" y="257"/>
                  <a:pt x="1802" y="257"/>
                  <a:pt x="1802" y="257"/>
                </a:cubicBezTo>
                <a:cubicBezTo>
                  <a:pt x="1802" y="164"/>
                  <a:pt x="1802" y="164"/>
                  <a:pt x="1802" y="164"/>
                </a:cubicBezTo>
                <a:cubicBezTo>
                  <a:pt x="1805" y="164"/>
                  <a:pt x="1805" y="164"/>
                  <a:pt x="1805" y="164"/>
                </a:cubicBezTo>
                <a:cubicBezTo>
                  <a:pt x="1805" y="104"/>
                  <a:pt x="1805" y="104"/>
                  <a:pt x="1805" y="104"/>
                </a:cubicBezTo>
                <a:cubicBezTo>
                  <a:pt x="1819" y="104"/>
                  <a:pt x="1819" y="104"/>
                  <a:pt x="1819" y="104"/>
                </a:cubicBezTo>
                <a:cubicBezTo>
                  <a:pt x="1819" y="83"/>
                  <a:pt x="1819" y="83"/>
                  <a:pt x="1819" y="83"/>
                </a:cubicBezTo>
                <a:cubicBezTo>
                  <a:pt x="1819" y="83"/>
                  <a:pt x="1819" y="58"/>
                  <a:pt x="1844" y="58"/>
                </a:cubicBezTo>
                <a:cubicBezTo>
                  <a:pt x="1870" y="58"/>
                  <a:pt x="1872" y="83"/>
                  <a:pt x="1872" y="83"/>
                </a:cubicBezTo>
                <a:cubicBezTo>
                  <a:pt x="1872" y="104"/>
                  <a:pt x="1872" y="104"/>
                  <a:pt x="1872" y="104"/>
                </a:cubicBezTo>
                <a:cubicBezTo>
                  <a:pt x="1878" y="104"/>
                  <a:pt x="1878" y="104"/>
                  <a:pt x="1878" y="104"/>
                </a:cubicBezTo>
                <a:cubicBezTo>
                  <a:pt x="1878" y="167"/>
                  <a:pt x="1878" y="167"/>
                  <a:pt x="1878" y="167"/>
                </a:cubicBezTo>
                <a:cubicBezTo>
                  <a:pt x="1886" y="167"/>
                  <a:pt x="1886" y="167"/>
                  <a:pt x="1886" y="167"/>
                </a:cubicBezTo>
                <a:cubicBezTo>
                  <a:pt x="1886" y="258"/>
                  <a:pt x="1886" y="258"/>
                  <a:pt x="1886" y="258"/>
                </a:cubicBezTo>
                <a:cubicBezTo>
                  <a:pt x="2028" y="258"/>
                  <a:pt x="2028" y="258"/>
                  <a:pt x="2028" y="258"/>
                </a:cubicBezTo>
                <a:cubicBezTo>
                  <a:pt x="2028" y="241"/>
                  <a:pt x="2028" y="241"/>
                  <a:pt x="2028" y="241"/>
                </a:cubicBezTo>
                <a:cubicBezTo>
                  <a:pt x="2018" y="241"/>
                  <a:pt x="2018" y="241"/>
                  <a:pt x="2018" y="241"/>
                </a:cubicBezTo>
                <a:cubicBezTo>
                  <a:pt x="2018" y="230"/>
                  <a:pt x="2018" y="230"/>
                  <a:pt x="2018" y="230"/>
                </a:cubicBezTo>
                <a:cubicBezTo>
                  <a:pt x="2028" y="230"/>
                  <a:pt x="2028" y="230"/>
                  <a:pt x="2028" y="230"/>
                </a:cubicBezTo>
                <a:cubicBezTo>
                  <a:pt x="2028" y="192"/>
                  <a:pt x="2028" y="192"/>
                  <a:pt x="2028" y="192"/>
                </a:cubicBezTo>
                <a:cubicBezTo>
                  <a:pt x="2035" y="192"/>
                  <a:pt x="2035" y="192"/>
                  <a:pt x="2035" y="192"/>
                </a:cubicBezTo>
                <a:cubicBezTo>
                  <a:pt x="2035" y="158"/>
                  <a:pt x="2035" y="158"/>
                  <a:pt x="2035" y="158"/>
                </a:cubicBezTo>
                <a:cubicBezTo>
                  <a:pt x="2035" y="150"/>
                  <a:pt x="2035" y="150"/>
                  <a:pt x="2035" y="150"/>
                </a:cubicBezTo>
                <a:cubicBezTo>
                  <a:pt x="2046" y="150"/>
                  <a:pt x="2046" y="150"/>
                  <a:pt x="2046" y="150"/>
                </a:cubicBezTo>
                <a:cubicBezTo>
                  <a:pt x="2046" y="192"/>
                  <a:pt x="2046" y="192"/>
                  <a:pt x="2046" y="192"/>
                </a:cubicBezTo>
                <a:cubicBezTo>
                  <a:pt x="2051" y="192"/>
                  <a:pt x="2051" y="192"/>
                  <a:pt x="2051" y="192"/>
                </a:cubicBezTo>
                <a:cubicBezTo>
                  <a:pt x="2051" y="230"/>
                  <a:pt x="2051" y="230"/>
                  <a:pt x="2051" y="230"/>
                </a:cubicBezTo>
                <a:cubicBezTo>
                  <a:pt x="2064" y="230"/>
                  <a:pt x="2064" y="230"/>
                  <a:pt x="2064" y="230"/>
                </a:cubicBezTo>
                <a:cubicBezTo>
                  <a:pt x="2064" y="241"/>
                  <a:pt x="2064" y="241"/>
                  <a:pt x="2064" y="241"/>
                </a:cubicBezTo>
                <a:cubicBezTo>
                  <a:pt x="2051" y="241"/>
                  <a:pt x="2051" y="241"/>
                  <a:pt x="2051" y="241"/>
                </a:cubicBezTo>
                <a:cubicBezTo>
                  <a:pt x="2051" y="258"/>
                  <a:pt x="2051" y="258"/>
                  <a:pt x="2051" y="258"/>
                </a:cubicBezTo>
                <a:cubicBezTo>
                  <a:pt x="2077" y="258"/>
                  <a:pt x="2077" y="258"/>
                  <a:pt x="2077" y="258"/>
                </a:cubicBezTo>
                <a:cubicBezTo>
                  <a:pt x="2104" y="286"/>
                  <a:pt x="2104" y="286"/>
                  <a:pt x="2104" y="286"/>
                </a:cubicBezTo>
                <a:cubicBezTo>
                  <a:pt x="2136" y="286"/>
                  <a:pt x="2136" y="286"/>
                  <a:pt x="2136" y="286"/>
                </a:cubicBezTo>
                <a:cubicBezTo>
                  <a:pt x="2136" y="333"/>
                  <a:pt x="2136" y="333"/>
                  <a:pt x="2136" y="333"/>
                </a:cubicBezTo>
                <a:cubicBezTo>
                  <a:pt x="2178" y="333"/>
                  <a:pt x="2178" y="333"/>
                  <a:pt x="2178" y="333"/>
                </a:cubicBezTo>
                <a:cubicBezTo>
                  <a:pt x="2178" y="363"/>
                  <a:pt x="2178" y="363"/>
                  <a:pt x="2178" y="363"/>
                </a:cubicBezTo>
                <a:cubicBezTo>
                  <a:pt x="2221" y="363"/>
                  <a:pt x="2221" y="363"/>
                  <a:pt x="2221" y="363"/>
                </a:cubicBezTo>
                <a:cubicBezTo>
                  <a:pt x="2221" y="343"/>
                  <a:pt x="2221" y="343"/>
                  <a:pt x="2221" y="343"/>
                </a:cubicBezTo>
                <a:cubicBezTo>
                  <a:pt x="2243" y="343"/>
                  <a:pt x="2243" y="343"/>
                  <a:pt x="2243" y="343"/>
                </a:cubicBezTo>
                <a:cubicBezTo>
                  <a:pt x="2295" y="391"/>
                  <a:pt x="2295" y="391"/>
                  <a:pt x="2295" y="391"/>
                </a:cubicBezTo>
                <a:cubicBezTo>
                  <a:pt x="2312" y="391"/>
                  <a:pt x="2312" y="391"/>
                  <a:pt x="2312" y="391"/>
                </a:cubicBezTo>
                <a:cubicBezTo>
                  <a:pt x="2312" y="363"/>
                  <a:pt x="2312" y="363"/>
                  <a:pt x="2312" y="363"/>
                </a:cubicBezTo>
                <a:cubicBezTo>
                  <a:pt x="2377" y="363"/>
                  <a:pt x="2377" y="363"/>
                  <a:pt x="2377" y="363"/>
                </a:cubicBezTo>
                <a:cubicBezTo>
                  <a:pt x="2377" y="453"/>
                  <a:pt x="2377" y="453"/>
                  <a:pt x="2377" y="453"/>
                </a:cubicBezTo>
                <a:cubicBezTo>
                  <a:pt x="2419" y="453"/>
                  <a:pt x="2419" y="453"/>
                  <a:pt x="2419" y="453"/>
                </a:cubicBezTo>
                <a:cubicBezTo>
                  <a:pt x="2419" y="423"/>
                  <a:pt x="2419" y="423"/>
                  <a:pt x="2419" y="423"/>
                </a:cubicBezTo>
                <a:cubicBezTo>
                  <a:pt x="2477" y="423"/>
                  <a:pt x="2477" y="423"/>
                  <a:pt x="2477" y="423"/>
                </a:cubicBezTo>
                <a:cubicBezTo>
                  <a:pt x="2512" y="311"/>
                  <a:pt x="2512" y="311"/>
                  <a:pt x="2512" y="311"/>
                </a:cubicBezTo>
                <a:cubicBezTo>
                  <a:pt x="2557" y="311"/>
                  <a:pt x="2557" y="311"/>
                  <a:pt x="2557" y="311"/>
                </a:cubicBezTo>
                <a:cubicBezTo>
                  <a:pt x="2587" y="341"/>
                  <a:pt x="2587" y="341"/>
                  <a:pt x="2587" y="341"/>
                </a:cubicBezTo>
                <a:cubicBezTo>
                  <a:pt x="2625" y="341"/>
                  <a:pt x="2625" y="341"/>
                  <a:pt x="2625" y="341"/>
                </a:cubicBezTo>
                <a:cubicBezTo>
                  <a:pt x="2647" y="326"/>
                  <a:pt x="2647" y="326"/>
                  <a:pt x="2647" y="326"/>
                </a:cubicBezTo>
                <a:cubicBezTo>
                  <a:pt x="2669" y="342"/>
                  <a:pt x="2669" y="342"/>
                  <a:pt x="2669" y="342"/>
                </a:cubicBezTo>
                <a:cubicBezTo>
                  <a:pt x="2707" y="342"/>
                  <a:pt x="2707" y="342"/>
                  <a:pt x="2707" y="342"/>
                </a:cubicBezTo>
                <a:cubicBezTo>
                  <a:pt x="2707" y="386"/>
                  <a:pt x="2707" y="386"/>
                  <a:pt x="2707" y="386"/>
                </a:cubicBezTo>
                <a:cubicBezTo>
                  <a:pt x="2743" y="386"/>
                  <a:pt x="2743" y="386"/>
                  <a:pt x="2743" y="386"/>
                </a:cubicBezTo>
                <a:cubicBezTo>
                  <a:pt x="2743" y="433"/>
                  <a:pt x="2743" y="433"/>
                  <a:pt x="2743" y="433"/>
                </a:cubicBezTo>
                <a:cubicBezTo>
                  <a:pt x="2800" y="481"/>
                  <a:pt x="2800" y="481"/>
                  <a:pt x="2800" y="481"/>
                </a:cubicBezTo>
                <a:cubicBezTo>
                  <a:pt x="2800" y="450"/>
                  <a:pt x="2800" y="450"/>
                  <a:pt x="2800" y="450"/>
                </a:cubicBezTo>
                <a:cubicBezTo>
                  <a:pt x="2880" y="450"/>
                  <a:pt x="2880" y="450"/>
                  <a:pt x="2880" y="450"/>
                </a:cubicBezTo>
                <a:cubicBezTo>
                  <a:pt x="2880" y="471"/>
                  <a:pt x="2880" y="471"/>
                  <a:pt x="2880" y="471"/>
                </a:cubicBezTo>
                <a:cubicBezTo>
                  <a:pt x="2880" y="545"/>
                  <a:pt x="2880" y="545"/>
                  <a:pt x="2880" y="545"/>
                </a:cubicBezTo>
                <a:lnTo>
                  <a:pt x="2537" y="545"/>
                </a:lnTo>
                <a:close/>
              </a:path>
            </a:pathLst>
          </a:custGeom>
          <a:solidFill>
            <a:schemeClr val="tx1"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1800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88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/>
          <p:cNvGrpSpPr/>
          <p:nvPr/>
        </p:nvGrpSpPr>
        <p:grpSpPr>
          <a:xfrm>
            <a:off x="0" y="0"/>
            <a:ext cx="12192000" cy="6864640"/>
            <a:chOff x="0" y="0"/>
            <a:chExt cx="9144000" cy="6864640"/>
          </a:xfrm>
        </p:grpSpPr>
        <p:sp>
          <p:nvSpPr>
            <p:cNvPr id="6" name="Rechteck 5"/>
            <p:cNvSpPr/>
            <p:nvPr>
              <p:custDataLst>
                <p:tags r:id="rId1"/>
              </p:custDataLst>
            </p:nvPr>
          </p:nvSpPr>
          <p:spPr bwMode="auto">
            <a:xfrm rot="10800000">
              <a:off x="0" y="0"/>
              <a:ext cx="9144000" cy="6858000"/>
            </a:xfrm>
            <a:prstGeom prst="rect">
              <a:avLst/>
            </a:prstGeom>
            <a:gradFill flip="none" rotWithShape="1">
              <a:gsLst>
                <a:gs pos="100000">
                  <a:srgbClr val="001E63"/>
                </a:gs>
                <a:gs pos="0">
                  <a:srgbClr val="2E8CD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1641" tIns="40820" rIns="81641" bIns="40820" numCol="1" rtlCol="0" anchor="ctr" anchorCtr="0" compatLnSpc="1">
              <a:prstTxWarp prst="textNoShape">
                <a:avLst/>
              </a:prstTxWarp>
            </a:bodyPr>
            <a:lstStyle/>
            <a:p>
              <a:pPr indent="158746" defTabSz="816409" fontAlgn="base">
                <a:spcBef>
                  <a:spcPct val="50000"/>
                </a:spcBef>
                <a:spcAft>
                  <a:spcPct val="0"/>
                </a:spcAft>
                <a:buClr>
                  <a:srgbClr val="11AAFF"/>
                </a:buClr>
              </a:pPr>
              <a:endParaRPr lang="de-CH" sz="1600">
                <a:solidFill>
                  <a:srgbClr val="001155"/>
                </a:solidFill>
              </a:endParaRPr>
            </a:p>
          </p:txBody>
        </p:sp>
        <p:sp>
          <p:nvSpPr>
            <p:cNvPr id="7" name="Rechteck 6"/>
            <p:cNvSpPr/>
            <p:nvPr/>
          </p:nvSpPr>
          <p:spPr bwMode="auto">
            <a:xfrm>
              <a:off x="0" y="6579215"/>
              <a:ext cx="8269287" cy="285425"/>
            </a:xfrm>
            <a:prstGeom prst="rect">
              <a:avLst/>
            </a:prstGeom>
            <a:gradFill flip="none" rotWithShape="1">
              <a:gsLst>
                <a:gs pos="0">
                  <a:srgbClr val="001E63">
                    <a:alpha val="0"/>
                  </a:srgbClr>
                </a:gs>
                <a:gs pos="44000">
                  <a:srgbClr val="2A83C8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indent="177800" fontAlgn="base">
                <a:spcBef>
                  <a:spcPct val="50000"/>
                </a:spcBef>
                <a:spcAft>
                  <a:spcPct val="0"/>
                </a:spcAft>
                <a:buClr>
                  <a:srgbClr val="11AAFF"/>
                </a:buClr>
              </a:pPr>
              <a:endParaRPr lang="de-DE" sz="1800">
                <a:solidFill>
                  <a:srgbClr val="001155"/>
                </a:solidFill>
              </a:endParaRPr>
            </a:p>
          </p:txBody>
        </p:sp>
      </p:grpSp>
      <p:pic>
        <p:nvPicPr>
          <p:cNvPr id="10" name="Picture 17" descr="Swisscom_Stacked_Primary_RGB_PP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9584" y="6081713"/>
            <a:ext cx="1056216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7" descr="Swisscom_Stacked_Primary_RGB_PPT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67"/>
          <a:stretch/>
        </p:blipFill>
        <p:spPr bwMode="auto">
          <a:xfrm>
            <a:off x="11059584" y="6084095"/>
            <a:ext cx="1056216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Freeform 5"/>
          <p:cNvSpPr>
            <a:spLocks/>
          </p:cNvSpPr>
          <p:nvPr/>
        </p:nvSpPr>
        <p:spPr bwMode="auto">
          <a:xfrm>
            <a:off x="21167" y="5022218"/>
            <a:ext cx="11004549" cy="1550358"/>
          </a:xfrm>
          <a:custGeom>
            <a:avLst/>
            <a:gdLst>
              <a:gd name="T0" fmla="*/ 565 w 2915"/>
              <a:gd name="T1" fmla="*/ 281 h 545"/>
              <a:gd name="T2" fmla="*/ 697 w 2915"/>
              <a:gd name="T3" fmla="*/ 334 h 545"/>
              <a:gd name="T4" fmla="*/ 796 w 2915"/>
              <a:gd name="T5" fmla="*/ 287 h 545"/>
              <a:gd name="T6" fmla="*/ 824 w 2915"/>
              <a:gd name="T7" fmla="*/ 304 h 545"/>
              <a:gd name="T8" fmla="*/ 847 w 2915"/>
              <a:gd name="T9" fmla="*/ 206 h 545"/>
              <a:gd name="T10" fmla="*/ 924 w 2915"/>
              <a:gd name="T11" fmla="*/ 205 h 545"/>
              <a:gd name="T12" fmla="*/ 1017 w 2915"/>
              <a:gd name="T13" fmla="*/ 375 h 545"/>
              <a:gd name="T14" fmla="*/ 1017 w 2915"/>
              <a:gd name="T15" fmla="*/ 286 h 545"/>
              <a:gd name="T16" fmla="*/ 1058 w 2915"/>
              <a:gd name="T17" fmla="*/ 180 h 545"/>
              <a:gd name="T18" fmla="*/ 1096 w 2915"/>
              <a:gd name="T19" fmla="*/ 286 h 545"/>
              <a:gd name="T20" fmla="*/ 1096 w 2915"/>
              <a:gd name="T21" fmla="*/ 403 h 545"/>
              <a:gd name="T22" fmla="*/ 1167 w 2915"/>
              <a:gd name="T23" fmla="*/ 388 h 545"/>
              <a:gd name="T24" fmla="*/ 1295 w 2915"/>
              <a:gd name="T25" fmla="*/ 383 h 545"/>
              <a:gd name="T26" fmla="*/ 1342 w 2915"/>
              <a:gd name="T27" fmla="*/ 435 h 545"/>
              <a:gd name="T28" fmla="*/ 1414 w 2915"/>
              <a:gd name="T29" fmla="*/ 431 h 545"/>
              <a:gd name="T30" fmla="*/ 1482 w 2915"/>
              <a:gd name="T31" fmla="*/ 429 h 545"/>
              <a:gd name="T32" fmla="*/ 1566 w 2915"/>
              <a:gd name="T33" fmla="*/ 427 h 545"/>
              <a:gd name="T34" fmla="*/ 1624 w 2915"/>
              <a:gd name="T35" fmla="*/ 497 h 545"/>
              <a:gd name="T36" fmla="*/ 1629 w 2915"/>
              <a:gd name="T37" fmla="*/ 427 h 545"/>
              <a:gd name="T38" fmla="*/ 1677 w 2915"/>
              <a:gd name="T39" fmla="*/ 390 h 545"/>
              <a:gd name="T40" fmla="*/ 1727 w 2915"/>
              <a:gd name="T41" fmla="*/ 431 h 545"/>
              <a:gd name="T42" fmla="*/ 1768 w 2915"/>
              <a:gd name="T43" fmla="*/ 375 h 545"/>
              <a:gd name="T44" fmla="*/ 1823 w 2915"/>
              <a:gd name="T45" fmla="*/ 329 h 545"/>
              <a:gd name="T46" fmla="*/ 1918 w 2915"/>
              <a:gd name="T47" fmla="*/ 307 h 545"/>
              <a:gd name="T48" fmla="*/ 1928 w 2915"/>
              <a:gd name="T49" fmla="*/ 244 h 545"/>
              <a:gd name="T50" fmla="*/ 1947 w 2915"/>
              <a:gd name="T51" fmla="*/ 272 h 545"/>
              <a:gd name="T52" fmla="*/ 1940 w 2915"/>
              <a:gd name="T53" fmla="*/ 329 h 545"/>
              <a:gd name="T54" fmla="*/ 2054 w 2915"/>
              <a:gd name="T55" fmla="*/ 375 h 545"/>
              <a:gd name="T56" fmla="*/ 2074 w 2915"/>
              <a:gd name="T57" fmla="*/ 258 h 545"/>
              <a:gd name="T58" fmla="*/ 2091 w 2915"/>
              <a:gd name="T59" fmla="*/ 166 h 545"/>
              <a:gd name="T60" fmla="*/ 2103 w 2915"/>
              <a:gd name="T61" fmla="*/ 83 h 545"/>
              <a:gd name="T62" fmla="*/ 2156 w 2915"/>
              <a:gd name="T63" fmla="*/ 104 h 545"/>
              <a:gd name="T64" fmla="*/ 2171 w 2915"/>
              <a:gd name="T65" fmla="*/ 164 h 545"/>
              <a:gd name="T66" fmla="*/ 2180 w 2915"/>
              <a:gd name="T67" fmla="*/ 164 h 545"/>
              <a:gd name="T68" fmla="*/ 2197 w 2915"/>
              <a:gd name="T69" fmla="*/ 104 h 545"/>
              <a:gd name="T70" fmla="*/ 2250 w 2915"/>
              <a:gd name="T71" fmla="*/ 83 h 545"/>
              <a:gd name="T72" fmla="*/ 2256 w 2915"/>
              <a:gd name="T73" fmla="*/ 167 h 545"/>
              <a:gd name="T74" fmla="*/ 2406 w 2915"/>
              <a:gd name="T75" fmla="*/ 258 h 545"/>
              <a:gd name="T76" fmla="*/ 2396 w 2915"/>
              <a:gd name="T77" fmla="*/ 230 h 545"/>
              <a:gd name="T78" fmla="*/ 2413 w 2915"/>
              <a:gd name="T79" fmla="*/ 192 h 545"/>
              <a:gd name="T80" fmla="*/ 2424 w 2915"/>
              <a:gd name="T81" fmla="*/ 150 h 545"/>
              <a:gd name="T82" fmla="*/ 2429 w 2915"/>
              <a:gd name="T83" fmla="*/ 230 h 545"/>
              <a:gd name="T84" fmla="*/ 2429 w 2915"/>
              <a:gd name="T85" fmla="*/ 241 h 545"/>
              <a:gd name="T86" fmla="*/ 2482 w 2915"/>
              <a:gd name="T87" fmla="*/ 286 h 545"/>
              <a:gd name="T88" fmla="*/ 2556 w 2915"/>
              <a:gd name="T89" fmla="*/ 333 h 545"/>
              <a:gd name="T90" fmla="*/ 2599 w 2915"/>
              <a:gd name="T91" fmla="*/ 343 h 545"/>
              <a:gd name="T92" fmla="*/ 2770 w 2915"/>
              <a:gd name="T93" fmla="*/ 391 h 545"/>
              <a:gd name="T94" fmla="*/ 2819 w 2915"/>
              <a:gd name="T95" fmla="*/ 453 h 545"/>
              <a:gd name="T96" fmla="*/ 2915 w 2915"/>
              <a:gd name="T97" fmla="*/ 423 h 545"/>
              <a:gd name="T98" fmla="*/ 1692 w 2915"/>
              <a:gd name="T99" fmla="*/ 512 h 545"/>
              <a:gd name="T100" fmla="*/ 1580 w 2915"/>
              <a:gd name="T101" fmla="*/ 512 h 545"/>
              <a:gd name="T102" fmla="*/ 1462 w 2915"/>
              <a:gd name="T103" fmla="*/ 512 h 545"/>
              <a:gd name="T104" fmla="*/ 1350 w 2915"/>
              <a:gd name="T105" fmla="*/ 512 h 545"/>
              <a:gd name="T106" fmla="*/ 0 w 2915"/>
              <a:gd name="T107" fmla="*/ 29 h 545"/>
              <a:gd name="T108" fmla="*/ 122 w 2915"/>
              <a:gd name="T109" fmla="*/ 152 h 545"/>
              <a:gd name="T110" fmla="*/ 187 w 2915"/>
              <a:gd name="T111" fmla="*/ 171 h 545"/>
              <a:gd name="T112" fmla="*/ 309 w 2915"/>
              <a:gd name="T113" fmla="*/ 130 h 545"/>
              <a:gd name="T114" fmla="*/ 490 w 2915"/>
              <a:gd name="T115" fmla="*/ 259 h 5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915" h="545">
                <a:moveTo>
                  <a:pt x="490" y="259"/>
                </a:moveTo>
                <a:cubicBezTo>
                  <a:pt x="537" y="259"/>
                  <a:pt x="537" y="259"/>
                  <a:pt x="537" y="259"/>
                </a:cubicBezTo>
                <a:cubicBezTo>
                  <a:pt x="565" y="281"/>
                  <a:pt x="565" y="281"/>
                  <a:pt x="565" y="281"/>
                </a:cubicBezTo>
                <a:cubicBezTo>
                  <a:pt x="610" y="306"/>
                  <a:pt x="610" y="306"/>
                  <a:pt x="610" y="306"/>
                </a:cubicBezTo>
                <a:cubicBezTo>
                  <a:pt x="654" y="346"/>
                  <a:pt x="654" y="346"/>
                  <a:pt x="654" y="346"/>
                </a:cubicBezTo>
                <a:cubicBezTo>
                  <a:pt x="697" y="334"/>
                  <a:pt x="697" y="334"/>
                  <a:pt x="697" y="334"/>
                </a:cubicBezTo>
                <a:cubicBezTo>
                  <a:pt x="741" y="387"/>
                  <a:pt x="741" y="387"/>
                  <a:pt x="741" y="387"/>
                </a:cubicBezTo>
                <a:cubicBezTo>
                  <a:pt x="777" y="354"/>
                  <a:pt x="777" y="354"/>
                  <a:pt x="777" y="354"/>
                </a:cubicBezTo>
                <a:cubicBezTo>
                  <a:pt x="796" y="287"/>
                  <a:pt x="796" y="287"/>
                  <a:pt x="796" y="287"/>
                </a:cubicBezTo>
                <a:cubicBezTo>
                  <a:pt x="804" y="258"/>
                  <a:pt x="804" y="258"/>
                  <a:pt x="804" y="258"/>
                </a:cubicBezTo>
                <a:cubicBezTo>
                  <a:pt x="813" y="258"/>
                  <a:pt x="813" y="258"/>
                  <a:pt x="813" y="258"/>
                </a:cubicBezTo>
                <a:cubicBezTo>
                  <a:pt x="824" y="304"/>
                  <a:pt x="824" y="304"/>
                  <a:pt x="824" y="304"/>
                </a:cubicBezTo>
                <a:cubicBezTo>
                  <a:pt x="835" y="304"/>
                  <a:pt x="835" y="304"/>
                  <a:pt x="835" y="304"/>
                </a:cubicBezTo>
                <a:cubicBezTo>
                  <a:pt x="835" y="209"/>
                  <a:pt x="835" y="209"/>
                  <a:pt x="835" y="209"/>
                </a:cubicBezTo>
                <a:cubicBezTo>
                  <a:pt x="847" y="206"/>
                  <a:pt x="847" y="206"/>
                  <a:pt x="847" y="206"/>
                </a:cubicBezTo>
                <a:cubicBezTo>
                  <a:pt x="878" y="0"/>
                  <a:pt x="878" y="0"/>
                  <a:pt x="878" y="0"/>
                </a:cubicBezTo>
                <a:cubicBezTo>
                  <a:pt x="910" y="204"/>
                  <a:pt x="910" y="204"/>
                  <a:pt x="910" y="204"/>
                </a:cubicBezTo>
                <a:cubicBezTo>
                  <a:pt x="924" y="205"/>
                  <a:pt x="924" y="205"/>
                  <a:pt x="924" y="205"/>
                </a:cubicBezTo>
                <a:cubicBezTo>
                  <a:pt x="924" y="337"/>
                  <a:pt x="924" y="337"/>
                  <a:pt x="924" y="337"/>
                </a:cubicBezTo>
                <a:cubicBezTo>
                  <a:pt x="961" y="375"/>
                  <a:pt x="961" y="375"/>
                  <a:pt x="961" y="375"/>
                </a:cubicBezTo>
                <a:cubicBezTo>
                  <a:pt x="1017" y="375"/>
                  <a:pt x="1017" y="375"/>
                  <a:pt x="1017" y="375"/>
                </a:cubicBezTo>
                <a:cubicBezTo>
                  <a:pt x="1017" y="311"/>
                  <a:pt x="1017" y="311"/>
                  <a:pt x="1017" y="311"/>
                </a:cubicBezTo>
                <a:cubicBezTo>
                  <a:pt x="1017" y="311"/>
                  <a:pt x="998" y="307"/>
                  <a:pt x="998" y="298"/>
                </a:cubicBezTo>
                <a:cubicBezTo>
                  <a:pt x="998" y="290"/>
                  <a:pt x="1017" y="286"/>
                  <a:pt x="1017" y="286"/>
                </a:cubicBezTo>
                <a:cubicBezTo>
                  <a:pt x="1017" y="275"/>
                  <a:pt x="1017" y="275"/>
                  <a:pt x="1017" y="275"/>
                </a:cubicBezTo>
                <a:cubicBezTo>
                  <a:pt x="1034" y="258"/>
                  <a:pt x="1034" y="258"/>
                  <a:pt x="1034" y="258"/>
                </a:cubicBezTo>
                <a:cubicBezTo>
                  <a:pt x="1058" y="180"/>
                  <a:pt x="1058" y="180"/>
                  <a:pt x="1058" y="180"/>
                </a:cubicBezTo>
                <a:cubicBezTo>
                  <a:pt x="1077" y="258"/>
                  <a:pt x="1077" y="258"/>
                  <a:pt x="1077" y="258"/>
                </a:cubicBezTo>
                <a:cubicBezTo>
                  <a:pt x="1096" y="272"/>
                  <a:pt x="1096" y="272"/>
                  <a:pt x="1096" y="272"/>
                </a:cubicBezTo>
                <a:cubicBezTo>
                  <a:pt x="1096" y="286"/>
                  <a:pt x="1096" y="286"/>
                  <a:pt x="1096" y="286"/>
                </a:cubicBezTo>
                <a:cubicBezTo>
                  <a:pt x="1096" y="286"/>
                  <a:pt x="1112" y="290"/>
                  <a:pt x="1112" y="299"/>
                </a:cubicBezTo>
                <a:cubicBezTo>
                  <a:pt x="1112" y="308"/>
                  <a:pt x="1096" y="310"/>
                  <a:pt x="1096" y="310"/>
                </a:cubicBezTo>
                <a:cubicBezTo>
                  <a:pt x="1096" y="403"/>
                  <a:pt x="1096" y="403"/>
                  <a:pt x="1096" y="403"/>
                </a:cubicBezTo>
                <a:cubicBezTo>
                  <a:pt x="1115" y="403"/>
                  <a:pt x="1115" y="403"/>
                  <a:pt x="1115" y="403"/>
                </a:cubicBezTo>
                <a:cubicBezTo>
                  <a:pt x="1129" y="388"/>
                  <a:pt x="1129" y="388"/>
                  <a:pt x="1129" y="388"/>
                </a:cubicBezTo>
                <a:cubicBezTo>
                  <a:pt x="1167" y="388"/>
                  <a:pt x="1167" y="388"/>
                  <a:pt x="1167" y="388"/>
                </a:cubicBezTo>
                <a:cubicBezTo>
                  <a:pt x="1167" y="375"/>
                  <a:pt x="1167" y="375"/>
                  <a:pt x="1167" y="375"/>
                </a:cubicBezTo>
                <a:cubicBezTo>
                  <a:pt x="1295" y="375"/>
                  <a:pt x="1295" y="375"/>
                  <a:pt x="1295" y="375"/>
                </a:cubicBezTo>
                <a:cubicBezTo>
                  <a:pt x="1295" y="383"/>
                  <a:pt x="1295" y="383"/>
                  <a:pt x="1295" y="383"/>
                </a:cubicBezTo>
                <a:cubicBezTo>
                  <a:pt x="1332" y="383"/>
                  <a:pt x="1332" y="383"/>
                  <a:pt x="1332" y="383"/>
                </a:cubicBezTo>
                <a:cubicBezTo>
                  <a:pt x="1342" y="395"/>
                  <a:pt x="1342" y="395"/>
                  <a:pt x="1342" y="395"/>
                </a:cubicBezTo>
                <a:cubicBezTo>
                  <a:pt x="1342" y="435"/>
                  <a:pt x="1342" y="435"/>
                  <a:pt x="1342" y="435"/>
                </a:cubicBezTo>
                <a:cubicBezTo>
                  <a:pt x="1384" y="435"/>
                  <a:pt x="1384" y="435"/>
                  <a:pt x="1384" y="435"/>
                </a:cubicBezTo>
                <a:cubicBezTo>
                  <a:pt x="1399" y="419"/>
                  <a:pt x="1399" y="419"/>
                  <a:pt x="1399" y="419"/>
                </a:cubicBezTo>
                <a:cubicBezTo>
                  <a:pt x="1414" y="431"/>
                  <a:pt x="1414" y="431"/>
                  <a:pt x="1414" y="431"/>
                </a:cubicBezTo>
                <a:cubicBezTo>
                  <a:pt x="1443" y="431"/>
                  <a:pt x="1443" y="431"/>
                  <a:pt x="1443" y="431"/>
                </a:cubicBezTo>
                <a:cubicBezTo>
                  <a:pt x="1462" y="412"/>
                  <a:pt x="1462" y="412"/>
                  <a:pt x="1462" y="412"/>
                </a:cubicBezTo>
                <a:cubicBezTo>
                  <a:pt x="1482" y="429"/>
                  <a:pt x="1482" y="429"/>
                  <a:pt x="1482" y="429"/>
                </a:cubicBezTo>
                <a:cubicBezTo>
                  <a:pt x="1539" y="429"/>
                  <a:pt x="1539" y="429"/>
                  <a:pt x="1539" y="429"/>
                </a:cubicBezTo>
                <a:cubicBezTo>
                  <a:pt x="1553" y="415"/>
                  <a:pt x="1553" y="415"/>
                  <a:pt x="1553" y="415"/>
                </a:cubicBezTo>
                <a:cubicBezTo>
                  <a:pt x="1566" y="427"/>
                  <a:pt x="1566" y="427"/>
                  <a:pt x="1566" y="427"/>
                </a:cubicBezTo>
                <a:cubicBezTo>
                  <a:pt x="1588" y="427"/>
                  <a:pt x="1588" y="427"/>
                  <a:pt x="1588" y="427"/>
                </a:cubicBezTo>
                <a:cubicBezTo>
                  <a:pt x="1588" y="497"/>
                  <a:pt x="1588" y="497"/>
                  <a:pt x="1588" y="497"/>
                </a:cubicBezTo>
                <a:cubicBezTo>
                  <a:pt x="1624" y="497"/>
                  <a:pt x="1624" y="497"/>
                  <a:pt x="1624" y="497"/>
                </a:cubicBezTo>
                <a:cubicBezTo>
                  <a:pt x="1624" y="443"/>
                  <a:pt x="1624" y="443"/>
                  <a:pt x="1624" y="443"/>
                </a:cubicBezTo>
                <a:cubicBezTo>
                  <a:pt x="1603" y="443"/>
                  <a:pt x="1603" y="443"/>
                  <a:pt x="1603" y="443"/>
                </a:cubicBezTo>
                <a:cubicBezTo>
                  <a:pt x="1629" y="427"/>
                  <a:pt x="1629" y="427"/>
                  <a:pt x="1629" y="427"/>
                </a:cubicBezTo>
                <a:cubicBezTo>
                  <a:pt x="1629" y="406"/>
                  <a:pt x="1629" y="406"/>
                  <a:pt x="1629" y="406"/>
                </a:cubicBezTo>
                <a:cubicBezTo>
                  <a:pt x="1658" y="406"/>
                  <a:pt x="1658" y="406"/>
                  <a:pt x="1658" y="406"/>
                </a:cubicBezTo>
                <a:cubicBezTo>
                  <a:pt x="1677" y="390"/>
                  <a:pt x="1677" y="390"/>
                  <a:pt x="1677" y="390"/>
                </a:cubicBezTo>
                <a:cubicBezTo>
                  <a:pt x="1697" y="406"/>
                  <a:pt x="1697" y="406"/>
                  <a:pt x="1697" y="406"/>
                </a:cubicBezTo>
                <a:cubicBezTo>
                  <a:pt x="1727" y="406"/>
                  <a:pt x="1727" y="406"/>
                  <a:pt x="1727" y="406"/>
                </a:cubicBezTo>
                <a:cubicBezTo>
                  <a:pt x="1727" y="431"/>
                  <a:pt x="1727" y="431"/>
                  <a:pt x="1727" y="431"/>
                </a:cubicBezTo>
                <a:cubicBezTo>
                  <a:pt x="1747" y="431"/>
                  <a:pt x="1747" y="431"/>
                  <a:pt x="1747" y="431"/>
                </a:cubicBezTo>
                <a:cubicBezTo>
                  <a:pt x="1747" y="396"/>
                  <a:pt x="1747" y="396"/>
                  <a:pt x="1747" y="396"/>
                </a:cubicBezTo>
                <a:cubicBezTo>
                  <a:pt x="1768" y="375"/>
                  <a:pt x="1768" y="375"/>
                  <a:pt x="1768" y="375"/>
                </a:cubicBezTo>
                <a:cubicBezTo>
                  <a:pt x="1768" y="355"/>
                  <a:pt x="1768" y="355"/>
                  <a:pt x="1768" y="355"/>
                </a:cubicBezTo>
                <a:cubicBezTo>
                  <a:pt x="1793" y="355"/>
                  <a:pt x="1793" y="355"/>
                  <a:pt x="1793" y="355"/>
                </a:cubicBezTo>
                <a:cubicBezTo>
                  <a:pt x="1823" y="329"/>
                  <a:pt x="1823" y="329"/>
                  <a:pt x="1823" y="329"/>
                </a:cubicBezTo>
                <a:cubicBezTo>
                  <a:pt x="1926" y="329"/>
                  <a:pt x="1926" y="329"/>
                  <a:pt x="1926" y="329"/>
                </a:cubicBezTo>
                <a:cubicBezTo>
                  <a:pt x="1926" y="307"/>
                  <a:pt x="1926" y="307"/>
                  <a:pt x="1926" y="307"/>
                </a:cubicBezTo>
                <a:cubicBezTo>
                  <a:pt x="1918" y="307"/>
                  <a:pt x="1918" y="307"/>
                  <a:pt x="1918" y="307"/>
                </a:cubicBezTo>
                <a:cubicBezTo>
                  <a:pt x="1918" y="271"/>
                  <a:pt x="1918" y="271"/>
                  <a:pt x="1918" y="271"/>
                </a:cubicBezTo>
                <a:cubicBezTo>
                  <a:pt x="1928" y="271"/>
                  <a:pt x="1928" y="271"/>
                  <a:pt x="1928" y="271"/>
                </a:cubicBezTo>
                <a:cubicBezTo>
                  <a:pt x="1928" y="244"/>
                  <a:pt x="1928" y="244"/>
                  <a:pt x="1928" y="244"/>
                </a:cubicBezTo>
                <a:cubicBezTo>
                  <a:pt x="1937" y="244"/>
                  <a:pt x="1937" y="244"/>
                  <a:pt x="1937" y="244"/>
                </a:cubicBezTo>
                <a:cubicBezTo>
                  <a:pt x="1937" y="272"/>
                  <a:pt x="1937" y="272"/>
                  <a:pt x="1937" y="272"/>
                </a:cubicBezTo>
                <a:cubicBezTo>
                  <a:pt x="1947" y="272"/>
                  <a:pt x="1947" y="272"/>
                  <a:pt x="1947" y="272"/>
                </a:cubicBezTo>
                <a:cubicBezTo>
                  <a:pt x="1947" y="306"/>
                  <a:pt x="1947" y="306"/>
                  <a:pt x="1947" y="306"/>
                </a:cubicBezTo>
                <a:cubicBezTo>
                  <a:pt x="1940" y="306"/>
                  <a:pt x="1940" y="306"/>
                  <a:pt x="1940" y="306"/>
                </a:cubicBezTo>
                <a:cubicBezTo>
                  <a:pt x="1940" y="329"/>
                  <a:pt x="1940" y="329"/>
                  <a:pt x="1940" y="329"/>
                </a:cubicBezTo>
                <a:cubicBezTo>
                  <a:pt x="1966" y="329"/>
                  <a:pt x="1966" y="329"/>
                  <a:pt x="1966" y="329"/>
                </a:cubicBezTo>
                <a:cubicBezTo>
                  <a:pt x="1994" y="375"/>
                  <a:pt x="1994" y="375"/>
                  <a:pt x="1994" y="375"/>
                </a:cubicBezTo>
                <a:cubicBezTo>
                  <a:pt x="2054" y="375"/>
                  <a:pt x="2054" y="375"/>
                  <a:pt x="2054" y="375"/>
                </a:cubicBezTo>
                <a:cubicBezTo>
                  <a:pt x="2054" y="329"/>
                  <a:pt x="2054" y="329"/>
                  <a:pt x="2054" y="329"/>
                </a:cubicBezTo>
                <a:cubicBezTo>
                  <a:pt x="2074" y="321"/>
                  <a:pt x="2074" y="321"/>
                  <a:pt x="2074" y="321"/>
                </a:cubicBezTo>
                <a:cubicBezTo>
                  <a:pt x="2074" y="258"/>
                  <a:pt x="2074" y="258"/>
                  <a:pt x="2074" y="258"/>
                </a:cubicBezTo>
                <a:cubicBezTo>
                  <a:pt x="2082" y="258"/>
                  <a:pt x="2082" y="258"/>
                  <a:pt x="2082" y="258"/>
                </a:cubicBezTo>
                <a:cubicBezTo>
                  <a:pt x="2082" y="166"/>
                  <a:pt x="2082" y="166"/>
                  <a:pt x="2082" y="166"/>
                </a:cubicBezTo>
                <a:cubicBezTo>
                  <a:pt x="2091" y="166"/>
                  <a:pt x="2091" y="166"/>
                  <a:pt x="2091" y="166"/>
                </a:cubicBezTo>
                <a:cubicBezTo>
                  <a:pt x="2091" y="104"/>
                  <a:pt x="2091" y="104"/>
                  <a:pt x="2091" y="104"/>
                </a:cubicBezTo>
                <a:cubicBezTo>
                  <a:pt x="2103" y="104"/>
                  <a:pt x="2103" y="104"/>
                  <a:pt x="2103" y="104"/>
                </a:cubicBezTo>
                <a:cubicBezTo>
                  <a:pt x="2103" y="83"/>
                  <a:pt x="2103" y="83"/>
                  <a:pt x="2103" y="83"/>
                </a:cubicBezTo>
                <a:cubicBezTo>
                  <a:pt x="2103" y="83"/>
                  <a:pt x="2103" y="58"/>
                  <a:pt x="2129" y="58"/>
                </a:cubicBezTo>
                <a:cubicBezTo>
                  <a:pt x="2154" y="58"/>
                  <a:pt x="2156" y="83"/>
                  <a:pt x="2156" y="83"/>
                </a:cubicBezTo>
                <a:cubicBezTo>
                  <a:pt x="2156" y="104"/>
                  <a:pt x="2156" y="104"/>
                  <a:pt x="2156" y="104"/>
                </a:cubicBezTo>
                <a:cubicBezTo>
                  <a:pt x="2164" y="104"/>
                  <a:pt x="2164" y="104"/>
                  <a:pt x="2164" y="104"/>
                </a:cubicBezTo>
                <a:cubicBezTo>
                  <a:pt x="2164" y="164"/>
                  <a:pt x="2164" y="164"/>
                  <a:pt x="2164" y="164"/>
                </a:cubicBezTo>
                <a:cubicBezTo>
                  <a:pt x="2171" y="164"/>
                  <a:pt x="2171" y="164"/>
                  <a:pt x="2171" y="164"/>
                </a:cubicBezTo>
                <a:cubicBezTo>
                  <a:pt x="2171" y="257"/>
                  <a:pt x="2171" y="257"/>
                  <a:pt x="2171" y="257"/>
                </a:cubicBezTo>
                <a:cubicBezTo>
                  <a:pt x="2180" y="257"/>
                  <a:pt x="2180" y="257"/>
                  <a:pt x="2180" y="257"/>
                </a:cubicBezTo>
                <a:cubicBezTo>
                  <a:pt x="2180" y="164"/>
                  <a:pt x="2180" y="164"/>
                  <a:pt x="2180" y="164"/>
                </a:cubicBezTo>
                <a:cubicBezTo>
                  <a:pt x="2183" y="164"/>
                  <a:pt x="2183" y="164"/>
                  <a:pt x="2183" y="164"/>
                </a:cubicBezTo>
                <a:cubicBezTo>
                  <a:pt x="2183" y="104"/>
                  <a:pt x="2183" y="104"/>
                  <a:pt x="2183" y="104"/>
                </a:cubicBezTo>
                <a:cubicBezTo>
                  <a:pt x="2197" y="104"/>
                  <a:pt x="2197" y="104"/>
                  <a:pt x="2197" y="104"/>
                </a:cubicBezTo>
                <a:cubicBezTo>
                  <a:pt x="2197" y="83"/>
                  <a:pt x="2197" y="83"/>
                  <a:pt x="2197" y="83"/>
                </a:cubicBezTo>
                <a:cubicBezTo>
                  <a:pt x="2197" y="83"/>
                  <a:pt x="2197" y="58"/>
                  <a:pt x="2222" y="58"/>
                </a:cubicBezTo>
                <a:cubicBezTo>
                  <a:pt x="2248" y="58"/>
                  <a:pt x="2250" y="83"/>
                  <a:pt x="2250" y="83"/>
                </a:cubicBezTo>
                <a:cubicBezTo>
                  <a:pt x="2250" y="104"/>
                  <a:pt x="2250" y="104"/>
                  <a:pt x="2250" y="104"/>
                </a:cubicBezTo>
                <a:cubicBezTo>
                  <a:pt x="2256" y="104"/>
                  <a:pt x="2256" y="104"/>
                  <a:pt x="2256" y="104"/>
                </a:cubicBezTo>
                <a:cubicBezTo>
                  <a:pt x="2256" y="167"/>
                  <a:pt x="2256" y="167"/>
                  <a:pt x="2256" y="167"/>
                </a:cubicBezTo>
                <a:cubicBezTo>
                  <a:pt x="2264" y="167"/>
                  <a:pt x="2264" y="167"/>
                  <a:pt x="2264" y="167"/>
                </a:cubicBezTo>
                <a:cubicBezTo>
                  <a:pt x="2264" y="258"/>
                  <a:pt x="2264" y="258"/>
                  <a:pt x="2264" y="258"/>
                </a:cubicBezTo>
                <a:cubicBezTo>
                  <a:pt x="2406" y="258"/>
                  <a:pt x="2406" y="258"/>
                  <a:pt x="2406" y="258"/>
                </a:cubicBezTo>
                <a:cubicBezTo>
                  <a:pt x="2406" y="241"/>
                  <a:pt x="2406" y="241"/>
                  <a:pt x="2406" y="241"/>
                </a:cubicBezTo>
                <a:cubicBezTo>
                  <a:pt x="2396" y="241"/>
                  <a:pt x="2396" y="241"/>
                  <a:pt x="2396" y="241"/>
                </a:cubicBezTo>
                <a:cubicBezTo>
                  <a:pt x="2396" y="230"/>
                  <a:pt x="2396" y="230"/>
                  <a:pt x="2396" y="230"/>
                </a:cubicBezTo>
                <a:cubicBezTo>
                  <a:pt x="2406" y="230"/>
                  <a:pt x="2406" y="230"/>
                  <a:pt x="2406" y="230"/>
                </a:cubicBezTo>
                <a:cubicBezTo>
                  <a:pt x="2406" y="192"/>
                  <a:pt x="2406" y="192"/>
                  <a:pt x="2406" y="192"/>
                </a:cubicBezTo>
                <a:cubicBezTo>
                  <a:pt x="2413" y="192"/>
                  <a:pt x="2413" y="192"/>
                  <a:pt x="2413" y="192"/>
                </a:cubicBezTo>
                <a:cubicBezTo>
                  <a:pt x="2413" y="158"/>
                  <a:pt x="2413" y="158"/>
                  <a:pt x="2413" y="158"/>
                </a:cubicBezTo>
                <a:cubicBezTo>
                  <a:pt x="2413" y="150"/>
                  <a:pt x="2413" y="150"/>
                  <a:pt x="2413" y="150"/>
                </a:cubicBezTo>
                <a:cubicBezTo>
                  <a:pt x="2424" y="150"/>
                  <a:pt x="2424" y="150"/>
                  <a:pt x="2424" y="150"/>
                </a:cubicBezTo>
                <a:cubicBezTo>
                  <a:pt x="2424" y="192"/>
                  <a:pt x="2424" y="192"/>
                  <a:pt x="2424" y="192"/>
                </a:cubicBezTo>
                <a:cubicBezTo>
                  <a:pt x="2429" y="192"/>
                  <a:pt x="2429" y="192"/>
                  <a:pt x="2429" y="192"/>
                </a:cubicBezTo>
                <a:cubicBezTo>
                  <a:pt x="2429" y="230"/>
                  <a:pt x="2429" y="230"/>
                  <a:pt x="2429" y="230"/>
                </a:cubicBezTo>
                <a:cubicBezTo>
                  <a:pt x="2442" y="230"/>
                  <a:pt x="2442" y="230"/>
                  <a:pt x="2442" y="230"/>
                </a:cubicBezTo>
                <a:cubicBezTo>
                  <a:pt x="2442" y="241"/>
                  <a:pt x="2442" y="241"/>
                  <a:pt x="2442" y="241"/>
                </a:cubicBezTo>
                <a:cubicBezTo>
                  <a:pt x="2429" y="241"/>
                  <a:pt x="2429" y="241"/>
                  <a:pt x="2429" y="241"/>
                </a:cubicBezTo>
                <a:cubicBezTo>
                  <a:pt x="2429" y="258"/>
                  <a:pt x="2429" y="258"/>
                  <a:pt x="2429" y="258"/>
                </a:cubicBezTo>
                <a:cubicBezTo>
                  <a:pt x="2455" y="258"/>
                  <a:pt x="2455" y="258"/>
                  <a:pt x="2455" y="258"/>
                </a:cubicBezTo>
                <a:cubicBezTo>
                  <a:pt x="2482" y="286"/>
                  <a:pt x="2482" y="286"/>
                  <a:pt x="2482" y="286"/>
                </a:cubicBezTo>
                <a:cubicBezTo>
                  <a:pt x="2514" y="286"/>
                  <a:pt x="2514" y="286"/>
                  <a:pt x="2514" y="286"/>
                </a:cubicBezTo>
                <a:cubicBezTo>
                  <a:pt x="2514" y="333"/>
                  <a:pt x="2514" y="333"/>
                  <a:pt x="2514" y="333"/>
                </a:cubicBezTo>
                <a:cubicBezTo>
                  <a:pt x="2556" y="333"/>
                  <a:pt x="2556" y="333"/>
                  <a:pt x="2556" y="333"/>
                </a:cubicBezTo>
                <a:cubicBezTo>
                  <a:pt x="2556" y="363"/>
                  <a:pt x="2556" y="363"/>
                  <a:pt x="2556" y="363"/>
                </a:cubicBezTo>
                <a:cubicBezTo>
                  <a:pt x="2599" y="363"/>
                  <a:pt x="2599" y="363"/>
                  <a:pt x="2599" y="363"/>
                </a:cubicBezTo>
                <a:cubicBezTo>
                  <a:pt x="2599" y="343"/>
                  <a:pt x="2599" y="343"/>
                  <a:pt x="2599" y="343"/>
                </a:cubicBezTo>
                <a:cubicBezTo>
                  <a:pt x="2621" y="343"/>
                  <a:pt x="2621" y="343"/>
                  <a:pt x="2621" y="343"/>
                </a:cubicBezTo>
                <a:cubicBezTo>
                  <a:pt x="2673" y="391"/>
                  <a:pt x="2673" y="391"/>
                  <a:pt x="2673" y="391"/>
                </a:cubicBezTo>
                <a:cubicBezTo>
                  <a:pt x="2770" y="391"/>
                  <a:pt x="2770" y="391"/>
                  <a:pt x="2770" y="391"/>
                </a:cubicBezTo>
                <a:cubicBezTo>
                  <a:pt x="2770" y="363"/>
                  <a:pt x="2770" y="363"/>
                  <a:pt x="2770" y="363"/>
                </a:cubicBezTo>
                <a:cubicBezTo>
                  <a:pt x="2819" y="363"/>
                  <a:pt x="2819" y="363"/>
                  <a:pt x="2819" y="363"/>
                </a:cubicBezTo>
                <a:cubicBezTo>
                  <a:pt x="2819" y="453"/>
                  <a:pt x="2819" y="453"/>
                  <a:pt x="2819" y="453"/>
                </a:cubicBezTo>
                <a:cubicBezTo>
                  <a:pt x="2869" y="453"/>
                  <a:pt x="2869" y="453"/>
                  <a:pt x="2869" y="453"/>
                </a:cubicBezTo>
                <a:cubicBezTo>
                  <a:pt x="2869" y="423"/>
                  <a:pt x="2869" y="423"/>
                  <a:pt x="2869" y="423"/>
                </a:cubicBezTo>
                <a:cubicBezTo>
                  <a:pt x="2915" y="423"/>
                  <a:pt x="2915" y="423"/>
                  <a:pt x="2915" y="423"/>
                </a:cubicBezTo>
                <a:cubicBezTo>
                  <a:pt x="2915" y="545"/>
                  <a:pt x="2915" y="545"/>
                  <a:pt x="2915" y="545"/>
                </a:cubicBezTo>
                <a:cubicBezTo>
                  <a:pt x="1741" y="545"/>
                  <a:pt x="1741" y="545"/>
                  <a:pt x="1741" y="545"/>
                </a:cubicBezTo>
                <a:cubicBezTo>
                  <a:pt x="1741" y="527"/>
                  <a:pt x="1719" y="512"/>
                  <a:pt x="1692" y="512"/>
                </a:cubicBezTo>
                <a:cubicBezTo>
                  <a:pt x="1664" y="512"/>
                  <a:pt x="1642" y="527"/>
                  <a:pt x="1642" y="545"/>
                </a:cubicBezTo>
                <a:cubicBezTo>
                  <a:pt x="1630" y="545"/>
                  <a:pt x="1630" y="545"/>
                  <a:pt x="1630" y="545"/>
                </a:cubicBezTo>
                <a:cubicBezTo>
                  <a:pt x="1630" y="527"/>
                  <a:pt x="1607" y="512"/>
                  <a:pt x="1580" y="512"/>
                </a:cubicBezTo>
                <a:cubicBezTo>
                  <a:pt x="1553" y="512"/>
                  <a:pt x="1531" y="527"/>
                  <a:pt x="1531" y="545"/>
                </a:cubicBezTo>
                <a:cubicBezTo>
                  <a:pt x="1511" y="545"/>
                  <a:pt x="1511" y="545"/>
                  <a:pt x="1511" y="545"/>
                </a:cubicBezTo>
                <a:cubicBezTo>
                  <a:pt x="1511" y="527"/>
                  <a:pt x="1489" y="512"/>
                  <a:pt x="1462" y="512"/>
                </a:cubicBezTo>
                <a:cubicBezTo>
                  <a:pt x="1435" y="512"/>
                  <a:pt x="1413" y="527"/>
                  <a:pt x="1413" y="545"/>
                </a:cubicBezTo>
                <a:cubicBezTo>
                  <a:pt x="1399" y="545"/>
                  <a:pt x="1399" y="545"/>
                  <a:pt x="1399" y="545"/>
                </a:cubicBezTo>
                <a:cubicBezTo>
                  <a:pt x="1399" y="527"/>
                  <a:pt x="1377" y="512"/>
                  <a:pt x="1350" y="512"/>
                </a:cubicBezTo>
                <a:cubicBezTo>
                  <a:pt x="1323" y="512"/>
                  <a:pt x="1301" y="527"/>
                  <a:pt x="1301" y="545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29"/>
                  <a:pt x="0" y="29"/>
                  <a:pt x="0" y="29"/>
                </a:cubicBezTo>
                <a:cubicBezTo>
                  <a:pt x="84" y="106"/>
                  <a:pt x="84" y="106"/>
                  <a:pt x="84" y="106"/>
                </a:cubicBezTo>
                <a:cubicBezTo>
                  <a:pt x="93" y="100"/>
                  <a:pt x="93" y="100"/>
                  <a:pt x="93" y="100"/>
                </a:cubicBezTo>
                <a:cubicBezTo>
                  <a:pt x="122" y="152"/>
                  <a:pt x="122" y="152"/>
                  <a:pt x="122" y="152"/>
                </a:cubicBezTo>
                <a:cubicBezTo>
                  <a:pt x="141" y="144"/>
                  <a:pt x="141" y="144"/>
                  <a:pt x="141" y="144"/>
                </a:cubicBezTo>
                <a:cubicBezTo>
                  <a:pt x="170" y="171"/>
                  <a:pt x="170" y="171"/>
                  <a:pt x="17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241" y="148"/>
                  <a:pt x="241" y="148"/>
                  <a:pt x="241" y="148"/>
                </a:cubicBezTo>
                <a:cubicBezTo>
                  <a:pt x="290" y="148"/>
                  <a:pt x="290" y="148"/>
                  <a:pt x="290" y="148"/>
                </a:cubicBezTo>
                <a:cubicBezTo>
                  <a:pt x="309" y="130"/>
                  <a:pt x="309" y="130"/>
                  <a:pt x="309" y="130"/>
                </a:cubicBezTo>
                <a:cubicBezTo>
                  <a:pt x="340" y="187"/>
                  <a:pt x="340" y="187"/>
                  <a:pt x="340" y="187"/>
                </a:cubicBezTo>
                <a:cubicBezTo>
                  <a:pt x="410" y="162"/>
                  <a:pt x="410" y="162"/>
                  <a:pt x="410" y="162"/>
                </a:cubicBezTo>
                <a:lnTo>
                  <a:pt x="490" y="259"/>
                </a:lnTo>
                <a:close/>
              </a:path>
            </a:pathLst>
          </a:custGeom>
          <a:solidFill>
            <a:schemeClr val="tx1"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1800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919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1"/>
          <p:cNvSpPr>
            <a:spLocks noChangeShapeType="1"/>
          </p:cNvSpPr>
          <p:nvPr/>
        </p:nvSpPr>
        <p:spPr bwMode="auto">
          <a:xfrm>
            <a:off x="1221318" y="3357563"/>
            <a:ext cx="478578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11AAFF"/>
              </a:buClr>
            </a:pPr>
            <a:endParaRPr lang="de-CH" sz="1800">
              <a:solidFill>
                <a:srgbClr val="001155"/>
              </a:solidFill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21318" y="1770064"/>
            <a:ext cx="9766300" cy="1570037"/>
          </a:xfrm>
        </p:spPr>
        <p:txBody>
          <a:bodyPr tIns="46800" rIns="90000" bIns="46800"/>
          <a:lstStyle>
            <a:lvl1pPr marL="0" indent="0">
              <a:defRPr/>
            </a:lvl1pPr>
          </a:lstStyle>
          <a:p>
            <a:pPr lvl="0"/>
            <a:r>
              <a:rPr lang="de-DE" altLang="de-DE" noProof="0"/>
              <a:t>Titelmasterformat durch Klicken bearbeiten</a:t>
            </a:r>
            <a:endParaRPr lang="en-GB" altLang="de-DE" noProof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21318" y="3590925"/>
            <a:ext cx="4785783" cy="1062038"/>
          </a:xfrm>
        </p:spPr>
        <p:txBody>
          <a:bodyPr tIns="45720" rIns="91440" bIns="45720"/>
          <a:lstStyle>
            <a:lvl1pPr marL="0" indent="0">
              <a:buFontTx/>
              <a:buNone/>
              <a:defRPr sz="1200"/>
            </a:lvl1pPr>
          </a:lstStyle>
          <a:p>
            <a:pPr lvl="0"/>
            <a:r>
              <a:rPr lang="de-DE" altLang="de-DE" noProof="0"/>
              <a:t>Formatvorlage des Untertitelmasters durch Klicken bearbeiten</a:t>
            </a:r>
            <a:endParaRPr lang="en-GB" altLang="de-DE" noProof="0"/>
          </a:p>
        </p:txBody>
      </p:sp>
    </p:spTree>
    <p:extLst>
      <p:ext uri="{BB962C8B-B14F-4D97-AF65-F5344CB8AC3E}">
        <p14:creationId xmlns:p14="http://schemas.microsoft.com/office/powerpoint/2010/main" val="30825234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 altLang="de-DE">
                <a:solidFill>
                  <a:srgbClr val="001155"/>
                </a:solidFill>
              </a:rPr>
              <a:t>dd/mm/yyyy</a:t>
            </a:r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31BB88-B64E-4F87-B7BA-C7F0D5AA36CE}" type="slidenum">
              <a:rPr lang="en-GB" altLang="de-DE">
                <a:solidFill>
                  <a:srgbClr val="001155"/>
                </a:solidFill>
              </a:rPr>
              <a:pPr/>
              <a:t>‹#›</a:t>
            </a:fld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de-DE">
                <a:solidFill>
                  <a:srgbClr val="001155"/>
                </a:solidFill>
              </a:rPr>
              <a:t>Classification, First name &amp; surname, Organization, Filename_Version</a:t>
            </a:r>
          </a:p>
        </p:txBody>
      </p:sp>
    </p:spTree>
    <p:extLst>
      <p:ext uri="{BB962C8B-B14F-4D97-AF65-F5344CB8AC3E}">
        <p14:creationId xmlns:p14="http://schemas.microsoft.com/office/powerpoint/2010/main" val="23477822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 altLang="de-DE">
                <a:solidFill>
                  <a:srgbClr val="001155"/>
                </a:solidFill>
              </a:rPr>
              <a:t>dd/mm/yyyy</a:t>
            </a:r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A31BF8-EAAD-4C00-9914-890E882E5A62}" type="slidenum">
              <a:rPr lang="en-GB" altLang="de-DE">
                <a:solidFill>
                  <a:srgbClr val="001155"/>
                </a:solidFill>
              </a:rPr>
              <a:pPr/>
              <a:t>‹#›</a:t>
            </a:fld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de-DE">
                <a:solidFill>
                  <a:srgbClr val="001155"/>
                </a:solidFill>
              </a:rPr>
              <a:t>Classification, First name &amp; surname, Organization, Filename_Version</a:t>
            </a:r>
          </a:p>
        </p:txBody>
      </p:sp>
    </p:spTree>
    <p:extLst>
      <p:ext uri="{BB962C8B-B14F-4D97-AF65-F5344CB8AC3E}">
        <p14:creationId xmlns:p14="http://schemas.microsoft.com/office/powerpoint/2010/main" val="34418940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221317" y="1771651"/>
            <a:ext cx="4783667" cy="4354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08184" y="1771651"/>
            <a:ext cx="4783667" cy="4354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 altLang="de-DE">
                <a:solidFill>
                  <a:srgbClr val="001155"/>
                </a:solidFill>
              </a:rPr>
              <a:t>dd/mm/yyyy</a:t>
            </a:r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CA2120-0E62-4712-8D6B-4335EA1C6FC3}" type="slidenum">
              <a:rPr lang="en-GB" altLang="de-DE">
                <a:solidFill>
                  <a:srgbClr val="001155"/>
                </a:solidFill>
              </a:rPr>
              <a:pPr/>
              <a:t>‹#›</a:t>
            </a:fld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de-DE">
                <a:solidFill>
                  <a:srgbClr val="001155"/>
                </a:solidFill>
              </a:rPr>
              <a:t>Classification, First name &amp; surname, Organization, Filename_Version</a:t>
            </a:r>
          </a:p>
        </p:txBody>
      </p:sp>
    </p:spTree>
    <p:extLst>
      <p:ext uri="{BB962C8B-B14F-4D97-AF65-F5344CB8AC3E}">
        <p14:creationId xmlns:p14="http://schemas.microsoft.com/office/powerpoint/2010/main" val="230970030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 altLang="de-DE">
                <a:solidFill>
                  <a:srgbClr val="001155"/>
                </a:solidFill>
              </a:rPr>
              <a:t>dd/mm/yyyy</a:t>
            </a:r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54559B-B187-43E3-8564-19F38DFDB047}" type="slidenum">
              <a:rPr lang="en-GB" altLang="de-DE">
                <a:solidFill>
                  <a:srgbClr val="001155"/>
                </a:solidFill>
              </a:rPr>
              <a:pPr/>
              <a:t>‹#›</a:t>
            </a:fld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de-DE">
                <a:solidFill>
                  <a:srgbClr val="001155"/>
                </a:solidFill>
              </a:rPr>
              <a:t>Classification, First name &amp; surname, Organization, Filename_Version</a:t>
            </a:r>
          </a:p>
        </p:txBody>
      </p:sp>
    </p:spTree>
    <p:extLst>
      <p:ext uri="{BB962C8B-B14F-4D97-AF65-F5344CB8AC3E}">
        <p14:creationId xmlns:p14="http://schemas.microsoft.com/office/powerpoint/2010/main" val="33111762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 altLang="de-DE">
                <a:solidFill>
                  <a:srgbClr val="001155"/>
                </a:solidFill>
              </a:rPr>
              <a:t>dd/mm/yyyy</a:t>
            </a:r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EAE5C9-B0E1-4ECD-BCC7-FAE5CACE1137}" type="slidenum">
              <a:rPr lang="en-GB" altLang="de-DE">
                <a:solidFill>
                  <a:srgbClr val="001155"/>
                </a:solidFill>
              </a:rPr>
              <a:pPr/>
              <a:t>‹#›</a:t>
            </a:fld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de-DE">
                <a:solidFill>
                  <a:srgbClr val="001155"/>
                </a:solidFill>
              </a:rPr>
              <a:t>Classification, First name &amp; surname, Organization, Filename_Version</a:t>
            </a:r>
          </a:p>
        </p:txBody>
      </p:sp>
    </p:spTree>
    <p:extLst>
      <p:ext uri="{BB962C8B-B14F-4D97-AF65-F5344CB8AC3E}">
        <p14:creationId xmlns:p14="http://schemas.microsoft.com/office/powerpoint/2010/main" val="168286434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 altLang="de-DE">
                <a:solidFill>
                  <a:srgbClr val="001155"/>
                </a:solidFill>
              </a:rPr>
              <a:t>dd/mm/yyyy</a:t>
            </a:r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D48744-5288-45AD-AE5F-C3DB092490A5}" type="slidenum">
              <a:rPr lang="en-GB" altLang="de-DE">
                <a:solidFill>
                  <a:srgbClr val="001155"/>
                </a:solidFill>
              </a:rPr>
              <a:pPr/>
              <a:t>‹#›</a:t>
            </a:fld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de-DE">
                <a:solidFill>
                  <a:srgbClr val="001155"/>
                </a:solidFill>
              </a:rPr>
              <a:t>Classification, First name &amp; surname, Organization, Filename_Version</a:t>
            </a:r>
          </a:p>
        </p:txBody>
      </p:sp>
    </p:spTree>
    <p:extLst>
      <p:ext uri="{BB962C8B-B14F-4D97-AF65-F5344CB8AC3E}">
        <p14:creationId xmlns:p14="http://schemas.microsoft.com/office/powerpoint/2010/main" val="6749002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 altLang="de-DE">
                <a:solidFill>
                  <a:srgbClr val="001155"/>
                </a:solidFill>
              </a:rPr>
              <a:t>dd/mm/yyyy</a:t>
            </a:r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5D8147-0AD4-429F-A157-199D6CFAC5AA}" type="slidenum">
              <a:rPr lang="en-GB" altLang="de-DE">
                <a:solidFill>
                  <a:srgbClr val="001155"/>
                </a:solidFill>
              </a:rPr>
              <a:pPr/>
              <a:t>‹#›</a:t>
            </a:fld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de-DE">
                <a:solidFill>
                  <a:srgbClr val="001155"/>
                </a:solidFill>
              </a:rPr>
              <a:t>Classification, First name &amp; surname, Organization, Filename_Version</a:t>
            </a:r>
          </a:p>
        </p:txBody>
      </p:sp>
    </p:spTree>
    <p:extLst>
      <p:ext uri="{BB962C8B-B14F-4D97-AF65-F5344CB8AC3E}">
        <p14:creationId xmlns:p14="http://schemas.microsoft.com/office/powerpoint/2010/main" val="29031766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 altLang="de-DE">
                <a:solidFill>
                  <a:srgbClr val="001155"/>
                </a:solidFill>
              </a:rPr>
              <a:t>dd/mm/yyyy</a:t>
            </a:r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ACBF4F-1939-43FF-A860-0BFC513337AF}" type="slidenum">
              <a:rPr lang="en-GB" altLang="de-DE">
                <a:solidFill>
                  <a:srgbClr val="001155"/>
                </a:solidFill>
              </a:rPr>
              <a:pPr/>
              <a:t>‹#›</a:t>
            </a:fld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de-DE">
                <a:solidFill>
                  <a:srgbClr val="001155"/>
                </a:solidFill>
              </a:rPr>
              <a:t>Classification, First name &amp; surname, Organization, Filename_Version</a:t>
            </a:r>
          </a:p>
        </p:txBody>
      </p:sp>
    </p:spTree>
    <p:extLst>
      <p:ext uri="{BB962C8B-B14F-4D97-AF65-F5344CB8AC3E}">
        <p14:creationId xmlns:p14="http://schemas.microsoft.com/office/powerpoint/2010/main" val="343654403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 altLang="de-DE">
                <a:solidFill>
                  <a:srgbClr val="001155"/>
                </a:solidFill>
              </a:rPr>
              <a:t>dd/mm/yyyy</a:t>
            </a:r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ACF898-5135-498C-A034-5A8E2E980821}" type="slidenum">
              <a:rPr lang="en-GB" altLang="de-DE">
                <a:solidFill>
                  <a:srgbClr val="001155"/>
                </a:solidFill>
              </a:rPr>
              <a:pPr/>
              <a:t>‹#›</a:t>
            </a:fld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de-DE">
                <a:solidFill>
                  <a:srgbClr val="001155"/>
                </a:solidFill>
              </a:rPr>
              <a:t>Classification, First name &amp; surname, Organization, Filename_Version</a:t>
            </a:r>
          </a:p>
        </p:txBody>
      </p:sp>
    </p:spTree>
    <p:extLst>
      <p:ext uri="{BB962C8B-B14F-4D97-AF65-F5344CB8AC3E}">
        <p14:creationId xmlns:p14="http://schemas.microsoft.com/office/powerpoint/2010/main" val="316090664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375651" y="269875"/>
            <a:ext cx="2616200" cy="585628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527051" y="269875"/>
            <a:ext cx="7645400" cy="585628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 altLang="de-DE">
                <a:solidFill>
                  <a:srgbClr val="001155"/>
                </a:solidFill>
              </a:rPr>
              <a:t>dd/mm/yyyy</a:t>
            </a:r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2E4D31-62A4-41C5-B846-56D70908F69E}" type="slidenum">
              <a:rPr lang="en-GB" altLang="de-DE">
                <a:solidFill>
                  <a:srgbClr val="001155"/>
                </a:solidFill>
              </a:rPr>
              <a:pPr/>
              <a:t>‹#›</a:t>
            </a:fld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de-DE">
                <a:solidFill>
                  <a:srgbClr val="001155"/>
                </a:solidFill>
              </a:rPr>
              <a:t>Classification, First name &amp; surname, Organization, Filename_Version</a:t>
            </a:r>
          </a:p>
        </p:txBody>
      </p:sp>
    </p:spTree>
    <p:extLst>
      <p:ext uri="{BB962C8B-B14F-4D97-AF65-F5344CB8AC3E}">
        <p14:creationId xmlns:p14="http://schemas.microsoft.com/office/powerpoint/2010/main" val="248979580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04" y="283"/>
            <a:ext cx="12190993" cy="685743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1200151" y="1773238"/>
            <a:ext cx="8736276" cy="1584326"/>
          </a:xfrm>
          <a:prstGeom prst="rect">
            <a:avLst/>
          </a:prstGeom>
        </p:spPr>
        <p:txBody>
          <a:bodyPr bIns="126000" anchor="b"/>
          <a:lstStyle>
            <a:lvl1pPr marL="0" indent="0">
              <a:lnSpc>
                <a:spcPct val="90000"/>
              </a:lnSpc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6560" y="5652279"/>
            <a:ext cx="1728000" cy="958960"/>
          </a:xfrm>
          <a:prstGeom prst="rect">
            <a:avLst/>
          </a:prstGeom>
        </p:spPr>
      </p:pic>
      <p:sp>
        <p:nvSpPr>
          <p:cNvPr id="9" name="Line 11"/>
          <p:cNvSpPr>
            <a:spLocks noChangeShapeType="1"/>
          </p:cNvSpPr>
          <p:nvPr userDrawn="1"/>
        </p:nvSpPr>
        <p:spPr bwMode="gray">
          <a:xfrm>
            <a:off x="1200152" y="3357563"/>
            <a:ext cx="48958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800">
              <a:solidFill>
                <a:srgbClr val="001155"/>
              </a:solidFill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1200151" y="3573464"/>
            <a:ext cx="4895848" cy="1223689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288"/>
              </a:spcBef>
              <a:buNone/>
              <a:defRPr sz="1200">
                <a:solidFill>
                  <a:schemeClr val="tx1"/>
                </a:solidFill>
              </a:defRPr>
            </a:lvl1pPr>
            <a:lvl2pPr marL="3175" indent="0" algn="l">
              <a:buNone/>
              <a:defRPr sz="1200">
                <a:solidFill>
                  <a:schemeClr val="tx1"/>
                </a:solidFill>
              </a:defRPr>
            </a:lvl2pPr>
            <a:lvl3pPr marL="3175" indent="0" algn="l">
              <a:buNone/>
              <a:defRPr sz="1200">
                <a:solidFill>
                  <a:schemeClr val="tx1"/>
                </a:solidFill>
              </a:defRPr>
            </a:lvl3pPr>
            <a:lvl4pPr marL="3175" indent="0" algn="l">
              <a:buNone/>
              <a:defRPr sz="1200">
                <a:solidFill>
                  <a:schemeClr val="tx1"/>
                </a:solidFill>
              </a:defRPr>
            </a:lvl4pPr>
            <a:lvl5pPr marL="3175" indent="0" algn="l">
              <a:buNone/>
              <a:defRPr sz="1200">
                <a:solidFill>
                  <a:schemeClr val="tx1"/>
                </a:solidFill>
              </a:defRPr>
            </a:lvl5pPr>
            <a:lvl6pPr marL="3175" indent="0" algn="l">
              <a:buNone/>
              <a:defRPr sz="1200">
                <a:solidFill>
                  <a:schemeClr val="tx1"/>
                </a:solidFill>
              </a:defRPr>
            </a:lvl6pPr>
            <a:lvl7pPr marL="3175" indent="0" algn="l">
              <a:buNone/>
              <a:defRPr sz="1200">
                <a:solidFill>
                  <a:schemeClr val="tx1"/>
                </a:solidFill>
              </a:defRPr>
            </a:lvl7pPr>
            <a:lvl8pPr marL="3175" indent="0" algn="l">
              <a:buNone/>
              <a:defRPr sz="1200">
                <a:solidFill>
                  <a:schemeClr val="tx1"/>
                </a:solidFill>
              </a:defRPr>
            </a:lvl8pPr>
            <a:lvl9pPr marL="3175" indent="0" algn="l">
              <a:buNone/>
              <a:defRPr sz="12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923215320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527051" y="260351"/>
            <a:ext cx="10464800" cy="1152525"/>
          </a:xfrm>
          <a:prstGeom prst="rect">
            <a:avLst/>
          </a:prstGeom>
        </p:spPr>
        <p:txBody>
          <a:bodyPr tIns="0" rIns="0" bIns="108000"/>
          <a:lstStyle>
            <a:lvl1pPr marL="490538" indent="-490538">
              <a:defRPr>
                <a:latin typeface="+mj-lt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gray">
          <a:xfrm>
            <a:off x="1200150" y="1772770"/>
            <a:ext cx="9791700" cy="4248618"/>
          </a:xfrm>
          <a:prstGeom prst="rect">
            <a:avLst/>
          </a:prstGeom>
        </p:spPr>
        <p:txBody>
          <a:bodyPr/>
          <a:lstStyle>
            <a:lvl1pPr marL="182563" indent="-182563">
              <a:defRPr/>
            </a:lvl1pPr>
            <a:lvl2pPr marL="539750" indent="-182563">
              <a:defRPr/>
            </a:lvl2pPr>
            <a:lvl3pPr marL="898525" indent="-184150">
              <a:defRPr/>
            </a:lvl3pPr>
            <a:lvl4pPr marL="1255713" indent="-184150">
              <a:defRPr/>
            </a:lvl4pPr>
            <a:lvl5pPr marL="1612900" indent="-174625"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1155"/>
                </a:solidFill>
              </a:rPr>
              <a:t>02.05.2016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fld id="{C75F937F-578B-432D-B413-03DE4E4B2A9B}" type="slidenum">
              <a:rPr lang="de-DE" smtClean="0">
                <a:solidFill>
                  <a:srgbClr val="001155"/>
                </a:solidFill>
              </a:rPr>
              <a:pPr/>
              <a:t>‹#›</a:t>
            </a:fld>
            <a:endParaRPr lang="de-DE">
              <a:solidFill>
                <a:srgbClr val="001155"/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CH">
                <a:solidFill>
                  <a:srgbClr val="001155"/>
                </a:solidFill>
              </a:rPr>
              <a:t>DCS Produkt in S-Stack und SAM-Stack</a:t>
            </a:r>
            <a:endParaRPr lang="de-DE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441810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527051" y="260351"/>
            <a:ext cx="10464800" cy="11525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gray">
          <a:xfrm>
            <a:off x="1200151" y="1773238"/>
            <a:ext cx="4799836" cy="424815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gray">
          <a:xfrm>
            <a:off x="6192014" y="1773238"/>
            <a:ext cx="4799837" cy="424815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1155"/>
                </a:solidFill>
              </a:rPr>
              <a:t>02.05.2016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fld id="{6E2ED10C-ECB2-4B41-A6C4-3496B8D66DB4}" type="slidenum">
              <a:rPr lang="de-DE" smtClean="0">
                <a:solidFill>
                  <a:srgbClr val="001155"/>
                </a:solidFill>
              </a:rPr>
              <a:pPr/>
              <a:t>‹#›</a:t>
            </a:fld>
            <a:endParaRPr lang="de-DE">
              <a:solidFill>
                <a:srgbClr val="001155"/>
              </a:solidFill>
            </a:endParaRP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CH">
                <a:solidFill>
                  <a:srgbClr val="001155"/>
                </a:solidFill>
              </a:rPr>
              <a:t>DCS Produkt in S-Stack und SAM-Stack</a:t>
            </a:r>
            <a:endParaRPr lang="de-DE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4524472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527051" y="260351"/>
            <a:ext cx="10464800" cy="1152525"/>
          </a:xfrm>
          <a:prstGeom prst="rect">
            <a:avLst/>
          </a:prstGeom>
        </p:spPr>
        <p:txBody>
          <a:bodyPr/>
          <a:lstStyle/>
          <a:p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gray">
          <a:xfrm>
            <a:off x="1200151" y="1773238"/>
            <a:ext cx="4799836" cy="424815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1155"/>
                </a:solidFill>
              </a:rPr>
              <a:t>02.05.2016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fld id="{6E2ED10C-ECB2-4B41-A6C4-3496B8D66DB4}" type="slidenum">
              <a:rPr lang="de-DE" smtClean="0">
                <a:solidFill>
                  <a:srgbClr val="001155"/>
                </a:solidFill>
              </a:rPr>
              <a:pPr/>
              <a:t>‹#›</a:t>
            </a:fld>
            <a:endParaRPr lang="de-DE">
              <a:solidFill>
                <a:srgbClr val="001155"/>
              </a:solidFill>
            </a:endParaRP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CH">
                <a:solidFill>
                  <a:srgbClr val="001155"/>
                </a:solidFill>
              </a:rPr>
              <a:t>DCS Produkt in S-Stack und SAM-Stack</a:t>
            </a:r>
            <a:endParaRPr lang="de-DE">
              <a:solidFill>
                <a:srgbClr val="001155"/>
              </a:solidFill>
            </a:endParaRP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191251" y="1773238"/>
            <a:ext cx="4800600" cy="42481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Fügen Sie in diesen</a:t>
            </a:r>
            <a:br>
              <a:rPr lang="de-DE" noProof="0"/>
            </a:br>
            <a:r>
              <a:rPr lang="de-DE" noProof="0"/>
              <a:t>Bereich ein Bild ein.</a:t>
            </a:r>
          </a:p>
        </p:txBody>
      </p:sp>
    </p:spTree>
    <p:extLst>
      <p:ext uri="{BB962C8B-B14F-4D97-AF65-F5344CB8AC3E}">
        <p14:creationId xmlns:p14="http://schemas.microsoft.com/office/powerpoint/2010/main" val="2203364699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527051" y="260351"/>
            <a:ext cx="10464800" cy="1152525"/>
          </a:xfrm>
          <a:prstGeom prst="rect">
            <a:avLst/>
          </a:prstGeom>
        </p:spPr>
        <p:txBody>
          <a:bodyPr/>
          <a:lstStyle/>
          <a:p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gray">
          <a:xfrm>
            <a:off x="1200151" y="1773238"/>
            <a:ext cx="4799836" cy="23038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182563" indent="-182563">
              <a:buClr>
                <a:schemeClr val="accent2"/>
              </a:buClr>
              <a:buFont typeface="Arial" pitchFamily="34" charset="0"/>
              <a:buChar char="•"/>
              <a:defRPr sz="1200"/>
            </a:lvl2pPr>
            <a:lvl3pPr marL="361950" indent="-184150">
              <a:defRPr sz="1200"/>
            </a:lvl3pPr>
            <a:lvl4pPr marL="536575" indent="-184150">
              <a:defRPr sz="1200"/>
            </a:lvl4pPr>
            <a:lvl5pPr marL="714375" indent="-182563">
              <a:defRPr sz="1200"/>
            </a:lvl5pPr>
            <a:lvl6pPr marL="714375" indent="-174625">
              <a:defRPr sz="1200"/>
            </a:lvl6pPr>
            <a:lvl7pPr marL="714375" indent="-174625">
              <a:defRPr sz="1200"/>
            </a:lvl7pPr>
            <a:lvl8pPr marL="714375" indent="-174625">
              <a:defRPr sz="1200"/>
            </a:lvl8pPr>
            <a:lvl9pPr marL="714375" indent="-174625">
              <a:defRPr sz="1200"/>
            </a:lvl9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1155"/>
                </a:solidFill>
              </a:rPr>
              <a:t>02.05.2016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fld id="{6E2ED10C-ECB2-4B41-A6C4-3496B8D66DB4}" type="slidenum">
              <a:rPr lang="de-DE" smtClean="0">
                <a:solidFill>
                  <a:srgbClr val="001155"/>
                </a:solidFill>
              </a:rPr>
              <a:pPr/>
              <a:t>‹#›</a:t>
            </a:fld>
            <a:endParaRPr lang="de-DE">
              <a:solidFill>
                <a:srgbClr val="001155"/>
              </a:solidFill>
            </a:endParaRP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CH">
                <a:solidFill>
                  <a:srgbClr val="001155"/>
                </a:solidFill>
              </a:rPr>
              <a:t>DCS Produkt in S-Stack und SAM-Stack</a:t>
            </a:r>
            <a:endParaRPr lang="de-DE">
              <a:solidFill>
                <a:srgbClr val="001155"/>
              </a:solidFill>
            </a:endParaRP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191251" y="1773238"/>
            <a:ext cx="4800600" cy="230385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Fügen Sie in diesen</a:t>
            </a:r>
            <a:br>
              <a:rPr lang="de-DE" noProof="0"/>
            </a:br>
            <a:r>
              <a:rPr lang="de-DE" noProof="0"/>
              <a:t>Bereich ein Bild ein.</a:t>
            </a:r>
          </a:p>
        </p:txBody>
      </p:sp>
      <p:sp>
        <p:nvSpPr>
          <p:cNvPr id="10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943840" y="4220564"/>
            <a:ext cx="6048011" cy="24485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Fügen Sie in diesen</a:t>
            </a:r>
            <a:br>
              <a:rPr lang="de-DE" noProof="0"/>
            </a:br>
            <a:r>
              <a:rPr lang="de-DE" noProof="0"/>
              <a:t>Bereich ein Bild ein.</a:t>
            </a:r>
          </a:p>
        </p:txBody>
      </p:sp>
      <p:sp>
        <p:nvSpPr>
          <p:cNvPr id="11" name="Bildplatzhalter 8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196143" y="4220564"/>
            <a:ext cx="3555671" cy="24485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Fügen Sie in diesen</a:t>
            </a:r>
            <a:br>
              <a:rPr lang="de-DE" noProof="0"/>
            </a:br>
            <a:r>
              <a:rPr lang="de-DE" noProof="0"/>
              <a:t>Bereich ein Bild ein.</a:t>
            </a:r>
          </a:p>
        </p:txBody>
      </p:sp>
    </p:spTree>
    <p:extLst>
      <p:ext uri="{BB962C8B-B14F-4D97-AF65-F5344CB8AC3E}">
        <p14:creationId xmlns:p14="http://schemas.microsoft.com/office/powerpoint/2010/main" val="3677906620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527051" y="260351"/>
            <a:ext cx="10464800" cy="1152525"/>
          </a:xfrm>
          <a:prstGeom prst="rect">
            <a:avLst/>
          </a:prstGeom>
        </p:spPr>
        <p:txBody>
          <a:bodyPr/>
          <a:lstStyle/>
          <a:p>
            <a:r>
              <a:rPr lang="de-DE" noProof="0"/>
              <a:t>Titelmasterformat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1155"/>
                </a:solidFill>
              </a:rPr>
              <a:t>02.05.2016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fld id="{6E2ED10C-ECB2-4B41-A6C4-3496B8D66DB4}" type="slidenum">
              <a:rPr lang="de-DE" smtClean="0">
                <a:solidFill>
                  <a:srgbClr val="001155"/>
                </a:solidFill>
              </a:rPr>
              <a:pPr/>
              <a:t>‹#›</a:t>
            </a:fld>
            <a:endParaRPr lang="de-DE">
              <a:solidFill>
                <a:srgbClr val="001155"/>
              </a:solidFill>
            </a:endParaRP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CH">
                <a:solidFill>
                  <a:srgbClr val="001155"/>
                </a:solidFill>
              </a:rPr>
              <a:t>DCS Produkt in S-Stack und SAM-Stack</a:t>
            </a:r>
            <a:endParaRPr lang="de-DE">
              <a:solidFill>
                <a:srgbClr val="001155"/>
              </a:solidFill>
            </a:endParaRPr>
          </a:p>
        </p:txBody>
      </p:sp>
      <p:sp>
        <p:nvSpPr>
          <p:cNvPr id="8" name="Inhaltsplatzhalter 7"/>
          <p:cNvSpPr>
            <a:spLocks noGrp="1"/>
          </p:cNvSpPr>
          <p:nvPr>
            <p:ph sz="quarter" idx="17"/>
          </p:nvPr>
        </p:nvSpPr>
        <p:spPr>
          <a:xfrm>
            <a:off x="1200151" y="1773239"/>
            <a:ext cx="4800600" cy="2087809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18"/>
          </p:nvPr>
        </p:nvSpPr>
        <p:spPr>
          <a:xfrm>
            <a:off x="6191251" y="1773239"/>
            <a:ext cx="4800600" cy="2087809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6" name="Inhaltsplatzhalter 7"/>
          <p:cNvSpPr>
            <a:spLocks noGrp="1"/>
          </p:cNvSpPr>
          <p:nvPr>
            <p:ph sz="quarter" idx="19"/>
          </p:nvPr>
        </p:nvSpPr>
        <p:spPr>
          <a:xfrm>
            <a:off x="1200151" y="4005064"/>
            <a:ext cx="4800600" cy="2016224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7" name="Inhaltsplatzhalter 7"/>
          <p:cNvSpPr>
            <a:spLocks noGrp="1"/>
          </p:cNvSpPr>
          <p:nvPr>
            <p:ph sz="quarter" idx="20"/>
          </p:nvPr>
        </p:nvSpPr>
        <p:spPr>
          <a:xfrm>
            <a:off x="6191251" y="4005064"/>
            <a:ext cx="4800600" cy="2016224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79632554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anzseitig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Fügen Sie in diesen</a:t>
            </a:r>
            <a:br>
              <a:rPr lang="de-DE" noProof="0"/>
            </a:br>
            <a:r>
              <a:rPr lang="de-DE" noProof="0"/>
              <a:t>Bereich ein Bild ein.</a:t>
            </a:r>
          </a:p>
        </p:txBody>
      </p:sp>
    </p:spTree>
    <p:extLst>
      <p:ext uri="{BB962C8B-B14F-4D97-AF65-F5344CB8AC3E}">
        <p14:creationId xmlns:p14="http://schemas.microsoft.com/office/powerpoint/2010/main" val="1400737647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527051" y="260351"/>
            <a:ext cx="10464800" cy="11525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1155"/>
                </a:solidFill>
              </a:rPr>
              <a:t>02.05.2016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fld id="{C9256D23-CF6F-4568-8D84-AFC419FB7476}" type="slidenum">
              <a:rPr lang="de-DE" smtClean="0">
                <a:solidFill>
                  <a:srgbClr val="001155"/>
                </a:solidFill>
              </a:rPr>
              <a:pPr/>
              <a:t>‹#›</a:t>
            </a:fld>
            <a:endParaRPr lang="de-DE">
              <a:solidFill>
                <a:srgbClr val="001155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CH">
                <a:solidFill>
                  <a:srgbClr val="001155"/>
                </a:solidFill>
              </a:rPr>
              <a:t>DCS Produkt in S-Stack und SAM-Stack</a:t>
            </a:r>
            <a:endParaRPr lang="de-DE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181847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1155"/>
                </a:solidFill>
              </a:rPr>
              <a:t>02.05.2016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fld id="{645AB295-D6C4-47D1-A1F8-2C867292F84F}" type="slidenum">
              <a:rPr lang="de-DE" smtClean="0">
                <a:solidFill>
                  <a:srgbClr val="001155"/>
                </a:solidFill>
              </a:rPr>
              <a:pPr/>
              <a:t>‹#›</a:t>
            </a:fld>
            <a:endParaRPr lang="de-DE">
              <a:solidFill>
                <a:srgbClr val="001155"/>
              </a:solidFill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CH">
                <a:solidFill>
                  <a:srgbClr val="001155"/>
                </a:solidFill>
              </a:rPr>
              <a:t>DCS Produkt in S-Stack und SAM-Stack</a:t>
            </a:r>
            <a:endParaRPr lang="de-DE">
              <a:solidFill>
                <a:srgbClr val="001155"/>
              </a:solidFill>
            </a:endParaRPr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207751" y="6237313"/>
            <a:ext cx="762000" cy="422875"/>
          </a:xfrm>
          <a:prstGeom prst="rect">
            <a:avLst/>
          </a:prstGeom>
        </p:spPr>
      </p:pic>
      <p:sp>
        <p:nvSpPr>
          <p:cNvPr id="6" name="Line 13"/>
          <p:cNvSpPr>
            <a:spLocks noChangeShapeType="1"/>
          </p:cNvSpPr>
          <p:nvPr userDrawn="1"/>
        </p:nvSpPr>
        <p:spPr bwMode="gray">
          <a:xfrm>
            <a:off x="11567585" y="6021288"/>
            <a:ext cx="3852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800">
              <a:solidFill>
                <a:srgbClr val="001155"/>
              </a:solidFill>
            </a:endParaRPr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gray">
          <a:xfrm flipV="1">
            <a:off x="11569699" y="1412776"/>
            <a:ext cx="38295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800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864584"/>
      </p:ext>
    </p:extLst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1155"/>
                </a:solidFill>
              </a:rPr>
              <a:t>02.05.2016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fld id="{645AB295-D6C4-47D1-A1F8-2C867292F84F}" type="slidenum">
              <a:rPr lang="de-DE" smtClean="0">
                <a:solidFill>
                  <a:srgbClr val="001155"/>
                </a:solidFill>
              </a:rPr>
              <a:pPr/>
              <a:t>‹#›</a:t>
            </a:fld>
            <a:endParaRPr lang="de-DE">
              <a:solidFill>
                <a:srgbClr val="001155"/>
              </a:solidFill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CH">
                <a:solidFill>
                  <a:srgbClr val="001155"/>
                </a:solidFill>
              </a:rPr>
              <a:t>DCS Produkt in S-Stack und SAM-Stack</a:t>
            </a:r>
            <a:endParaRPr lang="de-DE">
              <a:solidFill>
                <a:srgbClr val="001155"/>
              </a:solidFill>
            </a:endParaRP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527051" y="1412875"/>
            <a:ext cx="10464800" cy="1944688"/>
          </a:xfrm>
          <a:prstGeom prst="rect">
            <a:avLst/>
          </a:prstGeom>
        </p:spPr>
        <p:txBody>
          <a:bodyPr bIns="0" anchor="ctr"/>
          <a:lstStyle>
            <a:lvl1pPr marL="490538" indent="-490538">
              <a:spcBef>
                <a:spcPts val="0"/>
              </a:spcBef>
              <a:buNone/>
              <a:defRPr sz="4400">
                <a:latin typeface="+mj-lt"/>
              </a:defRPr>
            </a:lvl1pPr>
            <a:lvl2pPr marL="536575" indent="-489600">
              <a:spcBef>
                <a:spcPts val="0"/>
              </a:spcBef>
              <a:buFont typeface="Arial" pitchFamily="34" charset="0"/>
              <a:buNone/>
              <a:defRPr sz="4400"/>
            </a:lvl2pPr>
            <a:lvl3pPr marL="536575" indent="-489600">
              <a:spcBef>
                <a:spcPts val="0"/>
              </a:spcBef>
              <a:buFont typeface="Arial" pitchFamily="34" charset="0"/>
              <a:buNone/>
              <a:defRPr sz="4400"/>
            </a:lvl3pPr>
            <a:lvl4pPr marL="0" indent="0">
              <a:buNone/>
              <a:defRPr sz="4400"/>
            </a:lvl4pPr>
            <a:lvl5pPr marL="536575" indent="-489600">
              <a:spcBef>
                <a:spcPts val="0"/>
              </a:spcBef>
              <a:buFont typeface="Arial" pitchFamily="34" charset="0"/>
              <a:buNone/>
              <a:defRPr sz="4400"/>
            </a:lvl5pPr>
            <a:lvl6pPr marL="536575" indent="-489600">
              <a:spcBef>
                <a:spcPts val="0"/>
              </a:spcBef>
              <a:buNone/>
              <a:defRPr sz="4400"/>
            </a:lvl6pPr>
            <a:lvl7pPr marL="536575" indent="-489600">
              <a:spcBef>
                <a:spcPts val="0"/>
              </a:spcBef>
              <a:buNone/>
              <a:defRPr sz="4400"/>
            </a:lvl7pPr>
            <a:lvl8pPr marL="536575" indent="-489600">
              <a:spcBef>
                <a:spcPts val="0"/>
              </a:spcBef>
              <a:buNone/>
              <a:defRPr sz="4400"/>
            </a:lvl8pPr>
            <a:lvl9pPr marL="536575" indent="-48960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gray">
          <a:xfrm flipV="1">
            <a:off x="1198491" y="1412720"/>
            <a:ext cx="979336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800">
              <a:solidFill>
                <a:srgbClr val="001155"/>
              </a:solidFill>
            </a:endParaRPr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gray">
          <a:xfrm flipV="1">
            <a:off x="1198491" y="3356990"/>
            <a:ext cx="979336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800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030381"/>
      </p:ext>
    </p:extLst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>
                <a:solidFill>
                  <a:prstClr val="white"/>
                </a:solidFill>
              </a:rPr>
              <a:t>02.05.2016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5AB295-D6C4-47D1-A1F8-2C867292F84F}" type="slidenum">
              <a:rPr lang="de-DE" smtClean="0">
                <a:solidFill>
                  <a:prstClr val="white"/>
                </a:solidFill>
              </a:rPr>
              <a:pPr/>
              <a:t>‹#›</a:t>
            </a:fld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>
                <a:solidFill>
                  <a:prstClr val="white"/>
                </a:solidFill>
              </a:rPr>
              <a:t>DCS Produkt in S-Stack und SAM-Stack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527051" y="1412875"/>
            <a:ext cx="10464800" cy="1944688"/>
          </a:xfrm>
          <a:prstGeom prst="rect">
            <a:avLst/>
          </a:prstGeom>
        </p:spPr>
        <p:txBody>
          <a:bodyPr bIns="0" anchor="ctr"/>
          <a:lstStyle>
            <a:lvl1pPr marL="490538" indent="-490538">
              <a:spcBef>
                <a:spcPts val="0"/>
              </a:spcBef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-489600">
              <a:spcBef>
                <a:spcPts val="0"/>
              </a:spcBef>
              <a:buFont typeface="Arial" pitchFamily="34" charset="0"/>
              <a:buNone/>
              <a:defRPr sz="4400">
                <a:solidFill>
                  <a:schemeClr val="bg1"/>
                </a:solidFill>
              </a:defRPr>
            </a:lvl2pPr>
            <a:lvl3pPr marL="0" indent="-489600">
              <a:spcBef>
                <a:spcPts val="0"/>
              </a:spcBef>
              <a:buFont typeface="Arial" pitchFamily="34" charset="0"/>
              <a:buNone/>
              <a:defRPr sz="4400">
                <a:solidFill>
                  <a:schemeClr val="bg1"/>
                </a:solidFill>
              </a:defRPr>
            </a:lvl3pPr>
            <a:lvl4pPr marL="0" indent="0">
              <a:buNone/>
              <a:defRPr sz="4400"/>
            </a:lvl4pPr>
            <a:lvl5pPr marL="0" indent="-489600">
              <a:spcBef>
                <a:spcPts val="0"/>
              </a:spcBef>
              <a:buFont typeface="Arial" pitchFamily="34" charset="0"/>
              <a:buNone/>
              <a:defRPr sz="4400">
                <a:solidFill>
                  <a:schemeClr val="bg1"/>
                </a:solidFill>
              </a:defRPr>
            </a:lvl5pPr>
            <a:lvl6pPr marL="0" indent="-489600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6pPr>
            <a:lvl7pPr marL="0" indent="-489600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7pPr>
            <a:lvl8pPr marL="0" indent="-489600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8pPr>
            <a:lvl9pPr marL="0" indent="-489600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gray">
          <a:xfrm flipV="1">
            <a:off x="1198491" y="1412720"/>
            <a:ext cx="979336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800">
              <a:solidFill>
                <a:prstClr val="white"/>
              </a:solidFill>
            </a:endParaRPr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gray">
          <a:xfrm flipV="1">
            <a:off x="1198491" y="3356990"/>
            <a:ext cx="979336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800">
              <a:solidFill>
                <a:prstClr val="white"/>
              </a:solidFill>
            </a:endParaRPr>
          </a:p>
        </p:txBody>
      </p:sp>
      <p:sp>
        <p:nvSpPr>
          <p:cNvPr id="10" name="Line 9"/>
          <p:cNvSpPr>
            <a:spLocks noChangeShapeType="1"/>
          </p:cNvSpPr>
          <p:nvPr userDrawn="1"/>
        </p:nvSpPr>
        <p:spPr bwMode="gray">
          <a:xfrm>
            <a:off x="11567585" y="1412875"/>
            <a:ext cx="38523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800">
              <a:solidFill>
                <a:prstClr val="white"/>
              </a:solidFill>
            </a:endParaRPr>
          </a:p>
        </p:txBody>
      </p:sp>
      <p:sp>
        <p:nvSpPr>
          <p:cNvPr id="11" name="Line 13"/>
          <p:cNvSpPr>
            <a:spLocks noChangeShapeType="1"/>
          </p:cNvSpPr>
          <p:nvPr userDrawn="1"/>
        </p:nvSpPr>
        <p:spPr bwMode="gray">
          <a:xfrm>
            <a:off x="11567585" y="6021288"/>
            <a:ext cx="38523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800">
              <a:solidFill>
                <a:prstClr val="white"/>
              </a:solidFill>
            </a:endParaRPr>
          </a:p>
        </p:txBody>
      </p:sp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207751" y="6237313"/>
            <a:ext cx="762000" cy="42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401818"/>
      </p:ext>
    </p:extLst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r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>
                <a:solidFill>
                  <a:prstClr val="white"/>
                </a:solidFill>
              </a:rPr>
              <a:t>02.05.2016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5AB295-D6C4-47D1-A1F8-2C867292F84F}" type="slidenum">
              <a:rPr lang="de-DE" smtClean="0">
                <a:solidFill>
                  <a:prstClr val="white"/>
                </a:solidFill>
              </a:rPr>
              <a:pPr/>
              <a:t>‹#›</a:t>
            </a:fld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>
                <a:solidFill>
                  <a:prstClr val="white"/>
                </a:solidFill>
              </a:rPr>
              <a:t>DCS Produkt in S-Stack und SAM-Stack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527051" y="1412875"/>
            <a:ext cx="10464800" cy="1944688"/>
          </a:xfrm>
          <a:prstGeom prst="rect">
            <a:avLst/>
          </a:prstGeom>
        </p:spPr>
        <p:txBody>
          <a:bodyPr bIns="0" anchor="ctr"/>
          <a:lstStyle>
            <a:lvl1pPr marL="490538" indent="-490538">
              <a:spcBef>
                <a:spcPts val="0"/>
              </a:spcBef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-489600">
              <a:spcBef>
                <a:spcPts val="0"/>
              </a:spcBef>
              <a:buFont typeface="Arial" pitchFamily="34" charset="0"/>
              <a:buNone/>
              <a:defRPr sz="4400">
                <a:solidFill>
                  <a:schemeClr val="bg1"/>
                </a:solidFill>
              </a:defRPr>
            </a:lvl2pPr>
            <a:lvl3pPr marL="0" indent="-489600">
              <a:spcBef>
                <a:spcPts val="0"/>
              </a:spcBef>
              <a:buFont typeface="Arial" pitchFamily="34" charset="0"/>
              <a:buNone/>
              <a:defRPr sz="4400">
                <a:solidFill>
                  <a:schemeClr val="bg1"/>
                </a:solidFill>
              </a:defRPr>
            </a:lvl3pPr>
            <a:lvl4pPr marL="0" indent="0">
              <a:buNone/>
              <a:defRPr sz="4400"/>
            </a:lvl4pPr>
            <a:lvl5pPr marL="0" indent="-489600">
              <a:spcBef>
                <a:spcPts val="0"/>
              </a:spcBef>
              <a:buFont typeface="Arial" pitchFamily="34" charset="0"/>
              <a:buNone/>
              <a:defRPr sz="4400">
                <a:solidFill>
                  <a:schemeClr val="bg1"/>
                </a:solidFill>
              </a:defRPr>
            </a:lvl5pPr>
            <a:lvl6pPr marL="0" indent="-489600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6pPr>
            <a:lvl7pPr marL="0" indent="-489600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7pPr>
            <a:lvl8pPr marL="0" indent="-489600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8pPr>
            <a:lvl9pPr marL="0" indent="-489600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gray">
          <a:xfrm flipV="1">
            <a:off x="1198491" y="1412720"/>
            <a:ext cx="979336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800">
              <a:solidFill>
                <a:prstClr val="white"/>
              </a:solidFill>
            </a:endParaRPr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gray">
          <a:xfrm flipV="1">
            <a:off x="1198491" y="3356990"/>
            <a:ext cx="979336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800">
              <a:solidFill>
                <a:prstClr val="white"/>
              </a:solidFill>
            </a:endParaRPr>
          </a:p>
        </p:txBody>
      </p:sp>
      <p:sp>
        <p:nvSpPr>
          <p:cNvPr id="10" name="Line 9"/>
          <p:cNvSpPr>
            <a:spLocks noChangeShapeType="1"/>
          </p:cNvSpPr>
          <p:nvPr userDrawn="1"/>
        </p:nvSpPr>
        <p:spPr bwMode="gray">
          <a:xfrm>
            <a:off x="11567585" y="1412875"/>
            <a:ext cx="38523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800">
              <a:solidFill>
                <a:prstClr val="white"/>
              </a:solidFill>
            </a:endParaRPr>
          </a:p>
        </p:txBody>
      </p:sp>
      <p:sp>
        <p:nvSpPr>
          <p:cNvPr id="11" name="Line 13"/>
          <p:cNvSpPr>
            <a:spLocks noChangeShapeType="1"/>
          </p:cNvSpPr>
          <p:nvPr userDrawn="1"/>
        </p:nvSpPr>
        <p:spPr bwMode="gray">
          <a:xfrm>
            <a:off x="11567585" y="6021288"/>
            <a:ext cx="38523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800">
              <a:solidFill>
                <a:prstClr val="white"/>
              </a:solidFill>
            </a:endParaRPr>
          </a:p>
        </p:txBody>
      </p:sp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207751" y="6237313"/>
            <a:ext cx="762000" cy="42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748404"/>
      </p:ext>
    </p:extLst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6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"/>
            </a:lvl1pPr>
          </a:lstStyle>
          <a:p>
            <a:r>
              <a:rPr lang="de-CH" noProof="0"/>
              <a:t>Platzieren Sie hier ein Bild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527051" y="1412875"/>
            <a:ext cx="5568951" cy="1944688"/>
          </a:xfrm>
          <a:prstGeom prst="rect">
            <a:avLst/>
          </a:prstGeom>
        </p:spPr>
        <p:txBody>
          <a:bodyPr bIns="0" anchor="ctr"/>
          <a:lstStyle>
            <a:lvl1pPr marL="490538" indent="-490538"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0" indent="-489600">
              <a:spcBef>
                <a:spcPts val="0"/>
              </a:spcBef>
              <a:buFont typeface="Arial" pitchFamily="34" charset="0"/>
              <a:buNone/>
              <a:defRPr sz="4400"/>
            </a:lvl2pPr>
            <a:lvl3pPr marL="0" indent="-489600">
              <a:spcBef>
                <a:spcPts val="0"/>
              </a:spcBef>
              <a:buFont typeface="Arial" pitchFamily="34" charset="0"/>
              <a:buNone/>
              <a:defRPr sz="4400"/>
            </a:lvl3pPr>
            <a:lvl4pPr marL="0" indent="0">
              <a:buNone/>
              <a:defRPr sz="4400"/>
            </a:lvl4pPr>
            <a:lvl5pPr marL="0" indent="-489600">
              <a:spcBef>
                <a:spcPts val="0"/>
              </a:spcBef>
              <a:buFont typeface="Arial" pitchFamily="34" charset="0"/>
              <a:buNone/>
              <a:defRPr sz="4400"/>
            </a:lvl5pPr>
            <a:lvl6pPr marL="0" indent="-489600">
              <a:spcBef>
                <a:spcPts val="0"/>
              </a:spcBef>
              <a:buNone/>
              <a:defRPr sz="4400"/>
            </a:lvl6pPr>
            <a:lvl7pPr marL="0" indent="-489600">
              <a:spcBef>
                <a:spcPts val="0"/>
              </a:spcBef>
              <a:buNone/>
              <a:defRPr sz="4400"/>
            </a:lvl7pPr>
            <a:lvl8pPr marL="0" indent="-489600">
              <a:spcBef>
                <a:spcPts val="0"/>
              </a:spcBef>
              <a:buNone/>
              <a:defRPr sz="4400"/>
            </a:lvl8pPr>
            <a:lvl9pPr marL="0" indent="-48960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5"/>
          </p:nvPr>
        </p:nvSpPr>
        <p:spPr bwMode="gray">
          <a:xfrm>
            <a:off x="1198034" y="3860801"/>
            <a:ext cx="4897967" cy="1368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  <a:lvl6pPr marL="0" indent="0">
              <a:buNone/>
              <a:defRPr/>
            </a:lvl6pPr>
            <a:lvl7pPr marL="0" indent="0">
              <a:buNone/>
              <a:defRPr/>
            </a:lvl7pPr>
            <a:lvl8pPr marL="0" indent="0">
              <a:buNone/>
              <a:defRPr/>
            </a:lvl8pPr>
            <a:lvl9pPr marL="0" indent="0">
              <a:buNone/>
              <a:defRPr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9" name="Bildplatzhalter 18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1209617" y="1407958"/>
            <a:ext cx="4876800" cy="3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</p:spPr>
        <p:txBody>
          <a:bodyPr anchor="ctr"/>
          <a:lstStyle>
            <a:lvl1pPr marL="0" indent="0">
              <a:buNone/>
              <a:defRPr sz="100" baseline="0"/>
            </a:lvl1pPr>
          </a:lstStyle>
          <a:p>
            <a:r>
              <a:rPr lang="en-GB"/>
              <a:t> </a:t>
            </a:r>
          </a:p>
        </p:txBody>
      </p:sp>
      <p:sp>
        <p:nvSpPr>
          <p:cNvPr id="9" name="Bildplatzhalter 18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1209617" y="3357563"/>
            <a:ext cx="4876800" cy="3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</p:spPr>
        <p:txBody>
          <a:bodyPr anchor="ctr"/>
          <a:lstStyle>
            <a:lvl1pPr marL="0" indent="0">
              <a:buNone/>
              <a:defRPr sz="100"/>
            </a:lvl1pPr>
          </a:lstStyle>
          <a:p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75387"/>
      </p:ext>
    </p:extLst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auf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527227" y="260562"/>
            <a:ext cx="10465453" cy="1152159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r>
              <a:rPr lang="de-DE">
                <a:solidFill>
                  <a:srgbClr val="001155"/>
                </a:solidFill>
              </a:rPr>
              <a:t>02.05.2016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4152B43-0D93-45A1-BE43-5405A99BCA7F}" type="slidenum">
              <a:rPr lang="de-DE" smtClean="0">
                <a:solidFill>
                  <a:srgbClr val="001155"/>
                </a:solidFill>
              </a:rPr>
              <a:pPr/>
              <a:t>‹#›</a:t>
            </a:fld>
            <a:endParaRPr lang="de-DE">
              <a:solidFill>
                <a:srgbClr val="001155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r>
              <a:rPr lang="de-CH">
                <a:solidFill>
                  <a:srgbClr val="001155"/>
                </a:solidFill>
              </a:rPr>
              <a:t>DCS Produkt in S-Stack und SAM-Stack</a:t>
            </a:r>
            <a:endParaRPr lang="de-DE">
              <a:solidFill>
                <a:srgbClr val="001155"/>
              </a:solidFill>
            </a:endParaRP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 bwMode="gray">
          <a:xfrm>
            <a:off x="1200152" y="1773238"/>
            <a:ext cx="4895849" cy="4392612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200"/>
            </a:lvl1pPr>
            <a:lvl2pPr marL="0" indent="0">
              <a:buNone/>
              <a:defRPr sz="1200"/>
            </a:lvl2pPr>
            <a:lvl3pPr marL="0" indent="0">
              <a:buNone/>
              <a:defRPr sz="1200" u="sng"/>
            </a:lvl3pPr>
            <a:lvl4pPr marL="0" indent="0">
              <a:buNone/>
              <a:defRPr sz="1200"/>
            </a:lvl4pPr>
            <a:lvl5pPr marL="0" indent="0">
              <a:buFont typeface="Arial" pitchFamily="34" charset="0"/>
              <a:buNone/>
              <a:defRPr sz="1200"/>
            </a:lvl5pPr>
            <a:lvl6pPr marL="0" indent="0">
              <a:buNone/>
              <a:defRPr sz="1200"/>
            </a:lvl6pPr>
            <a:lvl7pPr marL="0" indent="0">
              <a:buNone/>
              <a:defRPr sz="1200"/>
            </a:lvl7pPr>
            <a:lvl8pPr marL="0" indent="0">
              <a:buNone/>
              <a:defRPr sz="1200"/>
            </a:lvl8pPr>
            <a:lvl9pPr marL="0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4141285450"/>
      </p:ext>
    </p:extLst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auf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527051" y="260351"/>
            <a:ext cx="10464800" cy="11525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>
                <a:solidFill>
                  <a:prstClr val="white"/>
                </a:solidFill>
              </a:rPr>
              <a:t>02.05.2016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152B43-0D93-45A1-BE43-5405A99BCA7F}" type="slidenum">
              <a:rPr lang="de-DE" smtClean="0">
                <a:solidFill>
                  <a:prstClr val="white"/>
                </a:solidFill>
              </a:rPr>
              <a:pPr/>
              <a:t>‹#›</a:t>
            </a:fld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>
                <a:solidFill>
                  <a:prstClr val="white"/>
                </a:solidFill>
              </a:rPr>
              <a:t>DCS Produkt in S-Stack und SAM-Stack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 bwMode="gray">
          <a:xfrm>
            <a:off x="1200152" y="1773238"/>
            <a:ext cx="4895849" cy="4392612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  <a:lvl2pPr marL="0" indent="0">
              <a:buNone/>
              <a:defRPr sz="1200">
                <a:solidFill>
                  <a:schemeClr val="bg1"/>
                </a:solidFill>
              </a:defRPr>
            </a:lvl2pPr>
            <a:lvl3pPr marL="0" indent="0">
              <a:buNone/>
              <a:defRPr sz="1200" u="sng">
                <a:solidFill>
                  <a:schemeClr val="bg1"/>
                </a:solidFill>
              </a:defRPr>
            </a:lvl3pPr>
            <a:lvl4pPr marL="0" indent="0">
              <a:buNone/>
              <a:defRPr sz="1200"/>
            </a:lvl4pPr>
            <a:lvl5pPr marL="0" indent="0">
              <a:buFont typeface="Arial" pitchFamily="34" charset="0"/>
              <a:buNone/>
              <a:defRPr sz="1200"/>
            </a:lvl5pPr>
            <a:lvl6pPr marL="0" indent="0">
              <a:buNone/>
              <a:defRPr sz="1200"/>
            </a:lvl6pPr>
            <a:lvl7pPr marL="0" indent="0">
              <a:buNone/>
              <a:defRPr sz="1200"/>
            </a:lvl7pPr>
            <a:lvl8pPr marL="0" indent="0">
              <a:buNone/>
              <a:defRPr sz="1200"/>
            </a:lvl8pPr>
            <a:lvl9pPr marL="0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9" name="Line 8"/>
          <p:cNvSpPr>
            <a:spLocks noChangeShapeType="1"/>
          </p:cNvSpPr>
          <p:nvPr userDrawn="1"/>
        </p:nvSpPr>
        <p:spPr bwMode="gray">
          <a:xfrm flipV="1">
            <a:off x="1198491" y="1412720"/>
            <a:ext cx="979336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800">
              <a:solidFill>
                <a:srgbClr val="001155"/>
              </a:solidFill>
            </a:endParaRPr>
          </a:p>
        </p:txBody>
      </p:sp>
      <p:sp>
        <p:nvSpPr>
          <p:cNvPr id="10" name="Line 9"/>
          <p:cNvSpPr>
            <a:spLocks noChangeShapeType="1"/>
          </p:cNvSpPr>
          <p:nvPr userDrawn="1"/>
        </p:nvSpPr>
        <p:spPr bwMode="gray">
          <a:xfrm>
            <a:off x="11567585" y="1412875"/>
            <a:ext cx="38523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800">
              <a:solidFill>
                <a:srgbClr val="001155"/>
              </a:solidFill>
            </a:endParaRPr>
          </a:p>
        </p:txBody>
      </p:sp>
      <p:sp>
        <p:nvSpPr>
          <p:cNvPr id="11" name="Line 13"/>
          <p:cNvSpPr>
            <a:spLocks noChangeShapeType="1"/>
          </p:cNvSpPr>
          <p:nvPr userDrawn="1"/>
        </p:nvSpPr>
        <p:spPr bwMode="gray">
          <a:xfrm>
            <a:off x="11567585" y="6021288"/>
            <a:ext cx="38523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800">
              <a:solidFill>
                <a:srgbClr val="001155"/>
              </a:solidFill>
            </a:endParaRP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207751" y="6237313"/>
            <a:ext cx="762000" cy="42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424409"/>
      </p:ext>
    </p:extLst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1"/>
          <p:cNvSpPr>
            <a:spLocks noChangeShapeType="1"/>
          </p:cNvSpPr>
          <p:nvPr/>
        </p:nvSpPr>
        <p:spPr bwMode="auto">
          <a:xfrm>
            <a:off x="1221318" y="3357563"/>
            <a:ext cx="478578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rgbClr val="11AAFF"/>
              </a:buClr>
            </a:pPr>
            <a:endParaRPr lang="de-CH" sz="1400">
              <a:solidFill>
                <a:srgbClr val="001155"/>
              </a:solidFill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21318" y="1770064"/>
            <a:ext cx="9766300" cy="1570037"/>
          </a:xfrm>
        </p:spPr>
        <p:txBody>
          <a:bodyPr tIns="46800" rIns="90000" bIns="46800"/>
          <a:lstStyle>
            <a:lvl1pPr marL="0" indent="0">
              <a:defRPr/>
            </a:lvl1pPr>
          </a:lstStyle>
          <a:p>
            <a:pPr lvl="0"/>
            <a:r>
              <a:rPr lang="en-GB" noProof="0"/>
              <a:t>Titelmasterformat durch Klicken bearbeiten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21318" y="3590925"/>
            <a:ext cx="4785783" cy="1062038"/>
          </a:xfrm>
        </p:spPr>
        <p:txBody>
          <a:bodyPr tIns="45720" rIns="91440" bIns="45720"/>
          <a:lstStyle>
            <a:lvl1pPr marL="0" indent="0">
              <a:buFontTx/>
              <a:buNone/>
              <a:defRPr sz="1200"/>
            </a:lvl1pPr>
          </a:lstStyle>
          <a:p>
            <a:pPr lvl="0"/>
            <a:r>
              <a:rPr lang="en-GB" noProof="0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03067783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0F702-B273-45BA-B7F3-9EFAFA12B97D}" type="datetime1">
              <a:rPr lang="de-DE" smtClean="0">
                <a:solidFill>
                  <a:srgbClr val="001155"/>
                </a:solidFill>
              </a:rPr>
              <a:pPr>
                <a:defRPr/>
              </a:pPr>
              <a:t>15.03.2026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217F8-D86A-45A2-8C1C-FA18F320AFE8}" type="slidenum">
              <a:rPr lang="en-GB">
                <a:solidFill>
                  <a:srgbClr val="001155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>
                <a:solidFill>
                  <a:srgbClr val="001155"/>
                </a:solidFill>
              </a:rPr>
              <a:t>C3, Alain Bovet, INI-ON-PLS-SMT, Aufgaben_Übergabe_Version_0.2</a:t>
            </a:r>
            <a:endParaRPr lang="en-GB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30624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62743B-7990-49FF-A91D-0024DEAF61F0}" type="datetime1">
              <a:rPr lang="de-DE" smtClean="0">
                <a:solidFill>
                  <a:srgbClr val="001155"/>
                </a:solidFill>
              </a:rPr>
              <a:pPr>
                <a:defRPr/>
              </a:pPr>
              <a:t>15.03.2026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5782BB-B23A-4D49-8F00-8DD27325E86E}" type="slidenum">
              <a:rPr lang="en-GB">
                <a:solidFill>
                  <a:srgbClr val="001155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>
                <a:solidFill>
                  <a:srgbClr val="001155"/>
                </a:solidFill>
              </a:rPr>
              <a:t>C3, Alain Bovet, INI-ON-PLS-SMT, Aufgaben_Übergabe_Version_0.2</a:t>
            </a:r>
            <a:endParaRPr lang="en-GB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03405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633148D-D705-49A6-84A3-BAD08DE50FE5}" type="datetime1">
              <a:rPr lang="de-DE" smtClean="0">
                <a:solidFill>
                  <a:srgbClr val="001155"/>
                </a:solidFill>
              </a:rPr>
              <a:pPr>
                <a:defRPr/>
              </a:pPr>
              <a:t>15.03.2026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6CCBED9-E6FE-4EA0-9069-28C2A5EF93F0}" type="slidenum">
              <a:rPr lang="en-GB" smtClean="0">
                <a:solidFill>
                  <a:srgbClr val="001155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CH">
                <a:solidFill>
                  <a:srgbClr val="001155"/>
                </a:solidFill>
              </a:rPr>
              <a:t>C3, Alain Bovet, INI-ON-PLS-SMT, Aufgaben_Übergabe_Version_0.2</a:t>
            </a:r>
            <a:endParaRPr lang="en-GB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43656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221317" y="1771651"/>
            <a:ext cx="4783667" cy="4354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08184" y="1771651"/>
            <a:ext cx="4783667" cy="4354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7E6794-69ED-40E4-B0D2-8962ABBEE52E}" type="datetime1">
              <a:rPr lang="de-DE" smtClean="0">
                <a:solidFill>
                  <a:srgbClr val="001155"/>
                </a:solidFill>
              </a:rPr>
              <a:pPr>
                <a:defRPr/>
              </a:pPr>
              <a:t>15.03.2026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DA455E-EB6E-4703-B493-ACD6F48CAF39}" type="slidenum">
              <a:rPr lang="en-GB">
                <a:solidFill>
                  <a:srgbClr val="001155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>
                <a:solidFill>
                  <a:srgbClr val="001155"/>
                </a:solidFill>
              </a:rPr>
              <a:t>C3, Alain Bovet, INI-ON-PLS-SMT, Aufgaben_Übergabe_Version_0.2</a:t>
            </a:r>
            <a:endParaRPr lang="en-GB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5483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A2E80F-0B4B-4A01-B381-C19EE3C9EB6C}" type="datetime1">
              <a:rPr lang="de-DE" smtClean="0">
                <a:solidFill>
                  <a:srgbClr val="001155"/>
                </a:solidFill>
              </a:rPr>
              <a:pPr>
                <a:defRPr/>
              </a:pPr>
              <a:t>15.03.2026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6167CD-ACF3-44E5-96F7-CBD0F02174FE}" type="slidenum">
              <a:rPr lang="en-GB">
                <a:solidFill>
                  <a:srgbClr val="001155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>
                <a:solidFill>
                  <a:srgbClr val="001155"/>
                </a:solidFill>
              </a:rPr>
              <a:t>C3, Alain Bovet, INI-ON-PLS-SMT, Aufgaben_Übergabe_Version_0.2</a:t>
            </a:r>
            <a:endParaRPr lang="en-GB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559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626A88-0AAE-4996-854B-829518FBA3B0}" type="datetime1">
              <a:rPr lang="de-DE" smtClean="0">
                <a:solidFill>
                  <a:srgbClr val="001155"/>
                </a:solidFill>
              </a:rPr>
              <a:pPr>
                <a:defRPr/>
              </a:pPr>
              <a:t>15.03.2026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00AEB5-48D3-407A-87AD-5CBD2B7059AD}" type="slidenum">
              <a:rPr lang="en-GB">
                <a:solidFill>
                  <a:srgbClr val="001155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>
                <a:solidFill>
                  <a:srgbClr val="001155"/>
                </a:solidFill>
              </a:rPr>
              <a:t>C3, Alain Bovet, INI-ON-PLS-SMT, Aufgaben_Übergabe_Version_0.2</a:t>
            </a:r>
            <a:endParaRPr lang="en-GB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56950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7041C2-87DA-4D44-92B1-64F7CE0A3F3F}" type="datetime1">
              <a:rPr lang="de-DE" smtClean="0">
                <a:solidFill>
                  <a:srgbClr val="001155"/>
                </a:solidFill>
              </a:rPr>
              <a:pPr>
                <a:defRPr/>
              </a:pPr>
              <a:t>15.03.2026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9A411B-1D2B-4180-A34A-996B547F93F3}" type="slidenum">
              <a:rPr lang="en-GB">
                <a:solidFill>
                  <a:srgbClr val="001155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>
                <a:solidFill>
                  <a:srgbClr val="001155"/>
                </a:solidFill>
              </a:rPr>
              <a:t>C3, Alain Bovet, INI-ON-PLS-SMT, Aufgaben_Übergabe_Version_0.2</a:t>
            </a:r>
            <a:endParaRPr lang="en-GB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62428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58AE75-3CC9-4FF6-818E-43066B0C0BC5}" type="datetime1">
              <a:rPr lang="de-DE" smtClean="0">
                <a:solidFill>
                  <a:srgbClr val="001155"/>
                </a:solidFill>
              </a:rPr>
              <a:pPr>
                <a:defRPr/>
              </a:pPr>
              <a:t>15.03.2026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B42E68-D785-4F74-9B1C-F917F3652562}" type="slidenum">
              <a:rPr lang="en-GB">
                <a:solidFill>
                  <a:srgbClr val="001155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>
                <a:solidFill>
                  <a:srgbClr val="001155"/>
                </a:solidFill>
              </a:rPr>
              <a:t>C3, Alain Bovet, INI-ON-PLS-SMT, Aufgaben_Übergabe_Version_0.2</a:t>
            </a:r>
            <a:endParaRPr lang="en-GB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85590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CH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F578F1-2C57-4E5C-B960-FC9528F04357}" type="datetime1">
              <a:rPr lang="de-DE" smtClean="0">
                <a:solidFill>
                  <a:srgbClr val="001155"/>
                </a:solidFill>
              </a:rPr>
              <a:pPr>
                <a:defRPr/>
              </a:pPr>
              <a:t>15.03.2026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01F4B1-3470-4B5B-9143-12D43DF35AE1}" type="slidenum">
              <a:rPr lang="en-GB">
                <a:solidFill>
                  <a:srgbClr val="001155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>
                <a:solidFill>
                  <a:srgbClr val="001155"/>
                </a:solidFill>
              </a:rPr>
              <a:t>C3, Alain Bovet, INI-ON-PLS-SMT, Aufgaben_Übergabe_Version_0.2</a:t>
            </a:r>
            <a:endParaRPr lang="en-GB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97250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98098E-9D9F-408E-8949-EDCFA445432B}" type="datetime1">
              <a:rPr lang="de-DE" smtClean="0">
                <a:solidFill>
                  <a:srgbClr val="001155"/>
                </a:solidFill>
              </a:rPr>
              <a:pPr>
                <a:defRPr/>
              </a:pPr>
              <a:t>15.03.2026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5A5102-5240-4FB8-88A8-0F5B9D2E1A41}" type="slidenum">
              <a:rPr lang="en-GB">
                <a:solidFill>
                  <a:srgbClr val="001155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>
                <a:solidFill>
                  <a:srgbClr val="001155"/>
                </a:solidFill>
              </a:rPr>
              <a:t>C3, Alain Bovet, INI-ON-PLS-SMT, Aufgaben_Übergabe_Version_0.2</a:t>
            </a:r>
            <a:endParaRPr lang="en-GB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54724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375651" y="269875"/>
            <a:ext cx="2616200" cy="585628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527051" y="269875"/>
            <a:ext cx="7645400" cy="585628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B768F9-B1EE-4C2A-BA46-9ADE6056022A}" type="datetime1">
              <a:rPr lang="de-DE" smtClean="0">
                <a:solidFill>
                  <a:srgbClr val="001155"/>
                </a:solidFill>
              </a:rPr>
              <a:pPr>
                <a:defRPr/>
              </a:pPr>
              <a:t>15.03.2026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6F5544-C5AF-40AA-8075-D989F0F346A6}" type="slidenum">
              <a:rPr lang="en-GB">
                <a:solidFill>
                  <a:srgbClr val="001155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>
                <a:solidFill>
                  <a:srgbClr val="001155"/>
                </a:solidFill>
              </a:rPr>
              <a:t>C3, Alain Bovet, INI-ON-PLS-SMT, Aufgaben_Übergabe_Version_0.2</a:t>
            </a:r>
            <a:endParaRPr lang="en-GB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52996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Inh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27051" y="269875"/>
            <a:ext cx="10464800" cy="109855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1221317" y="1771651"/>
            <a:ext cx="4783667" cy="4354513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08184" y="1771651"/>
            <a:ext cx="4783667" cy="4354513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A3E1EA-63C6-4617-AFEB-6D65F2FB883E}" type="datetime1">
              <a:rPr lang="de-DE" smtClean="0">
                <a:solidFill>
                  <a:srgbClr val="001155"/>
                </a:solidFill>
              </a:rPr>
              <a:pPr>
                <a:defRPr/>
              </a:pPr>
              <a:t>15.03.2026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87B80F-341E-4867-AB52-AA4F4DBE4013}" type="slidenum">
              <a:rPr lang="en-GB">
                <a:solidFill>
                  <a:srgbClr val="001155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>
                <a:solidFill>
                  <a:srgbClr val="001155"/>
                </a:solidFill>
              </a:rPr>
              <a:t>C3, Alain Bovet, INI-ON-PLS-SMT, Aufgaben_Übergabe_Version_0.2</a:t>
            </a:r>
            <a:endParaRPr lang="en-GB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20110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1"/>
          <p:cNvSpPr>
            <a:spLocks noChangeShapeType="1"/>
          </p:cNvSpPr>
          <p:nvPr/>
        </p:nvSpPr>
        <p:spPr bwMode="auto">
          <a:xfrm>
            <a:off x="1221318" y="3357563"/>
            <a:ext cx="478578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de-CH" sz="1800">
              <a:solidFill>
                <a:srgbClr val="001155"/>
              </a:solidFill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21318" y="1770064"/>
            <a:ext cx="9766300" cy="1570037"/>
          </a:xfrm>
        </p:spPr>
        <p:txBody>
          <a:bodyPr tIns="46800" rIns="90000" bIns="46800"/>
          <a:lstStyle>
            <a:lvl1pPr marL="0" indent="0">
              <a:defRPr/>
            </a:lvl1pPr>
          </a:lstStyle>
          <a:p>
            <a:pPr lvl="0"/>
            <a:r>
              <a:rPr lang="en-GB" altLang="de-DE" noProof="0"/>
              <a:t>Titelmasterformat durch Klicken bearbeiten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21318" y="3590925"/>
            <a:ext cx="4785783" cy="1062038"/>
          </a:xfrm>
        </p:spPr>
        <p:txBody>
          <a:bodyPr tIns="45720" rIns="91440" bIns="45720"/>
          <a:lstStyle>
            <a:lvl1pPr marL="0" indent="0">
              <a:buFontTx/>
              <a:buNone/>
              <a:defRPr sz="1200"/>
            </a:lvl1pPr>
          </a:lstStyle>
          <a:p>
            <a:pPr lvl="0"/>
            <a:r>
              <a:rPr lang="en-GB" altLang="de-DE" noProof="0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09209953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 altLang="de-DE">
                <a:solidFill>
                  <a:srgbClr val="001155"/>
                </a:solidFill>
              </a:rPr>
              <a:t>18.03.2013</a:t>
            </a:r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D65D3E-9830-4CE2-A92C-D2DE49FD23B3}" type="slidenum">
              <a:rPr lang="en-GB" altLang="de-DE">
                <a:solidFill>
                  <a:srgbClr val="001155"/>
                </a:solidFill>
              </a:rPr>
              <a:pPr/>
              <a:t>‹#›</a:t>
            </a:fld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de-DE">
                <a:solidFill>
                  <a:srgbClr val="001155"/>
                </a:solidFill>
              </a:rPr>
              <a:t>SCPP_CID_Infomeeting.ppt</a:t>
            </a:r>
          </a:p>
        </p:txBody>
      </p:sp>
    </p:spTree>
    <p:extLst>
      <p:ext uri="{BB962C8B-B14F-4D97-AF65-F5344CB8AC3E}">
        <p14:creationId xmlns:p14="http://schemas.microsoft.com/office/powerpoint/2010/main" val="25892695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 altLang="de-DE">
                <a:solidFill>
                  <a:srgbClr val="001155"/>
                </a:solidFill>
              </a:rPr>
              <a:t>18.03.2013</a:t>
            </a:r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94AEB-589D-4E83-A765-9278E18CB002}" type="slidenum">
              <a:rPr lang="en-GB" altLang="de-DE">
                <a:solidFill>
                  <a:srgbClr val="001155"/>
                </a:solidFill>
              </a:rPr>
              <a:pPr/>
              <a:t>‹#›</a:t>
            </a:fld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de-DE">
                <a:solidFill>
                  <a:srgbClr val="001155"/>
                </a:solidFill>
              </a:rPr>
              <a:t>SCPP_CID_Infomeeting.ppt</a:t>
            </a:r>
          </a:p>
        </p:txBody>
      </p:sp>
    </p:spTree>
    <p:extLst>
      <p:ext uri="{BB962C8B-B14F-4D97-AF65-F5344CB8AC3E}">
        <p14:creationId xmlns:p14="http://schemas.microsoft.com/office/powerpoint/2010/main" val="84900701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221317" y="1771651"/>
            <a:ext cx="4783667" cy="4354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08184" y="1771651"/>
            <a:ext cx="4783667" cy="4354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 altLang="de-DE">
                <a:solidFill>
                  <a:srgbClr val="001155"/>
                </a:solidFill>
              </a:rPr>
              <a:t>18.03.2013</a:t>
            </a:r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5A4F36-11A4-4BF1-B551-4441257BEEF5}" type="slidenum">
              <a:rPr lang="en-GB" altLang="de-DE">
                <a:solidFill>
                  <a:srgbClr val="001155"/>
                </a:solidFill>
              </a:rPr>
              <a:pPr/>
              <a:t>‹#›</a:t>
            </a:fld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de-DE">
                <a:solidFill>
                  <a:srgbClr val="001155"/>
                </a:solidFill>
              </a:rPr>
              <a:t>SCPP_CID_Infomeeting.ppt</a:t>
            </a:r>
          </a:p>
        </p:txBody>
      </p:sp>
    </p:spTree>
    <p:extLst>
      <p:ext uri="{BB962C8B-B14F-4D97-AF65-F5344CB8AC3E}">
        <p14:creationId xmlns:p14="http://schemas.microsoft.com/office/powerpoint/2010/main" val="153519945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 altLang="de-DE">
                <a:solidFill>
                  <a:srgbClr val="001155"/>
                </a:solidFill>
              </a:rPr>
              <a:t>18.03.2013</a:t>
            </a:r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4C6963-E1B5-4693-BD21-F8ACC6A336EA}" type="slidenum">
              <a:rPr lang="en-GB" altLang="de-DE">
                <a:solidFill>
                  <a:srgbClr val="001155"/>
                </a:solidFill>
              </a:rPr>
              <a:pPr/>
              <a:t>‹#›</a:t>
            </a:fld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de-DE">
                <a:solidFill>
                  <a:srgbClr val="001155"/>
                </a:solidFill>
              </a:rPr>
              <a:t>SCPP_CID_Infomeeting.ppt</a:t>
            </a:r>
          </a:p>
        </p:txBody>
      </p:sp>
    </p:spTree>
    <p:extLst>
      <p:ext uri="{BB962C8B-B14F-4D97-AF65-F5344CB8AC3E}">
        <p14:creationId xmlns:p14="http://schemas.microsoft.com/office/powerpoint/2010/main" val="374182187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 altLang="de-DE">
                <a:solidFill>
                  <a:srgbClr val="001155"/>
                </a:solidFill>
              </a:rPr>
              <a:t>18.03.2013</a:t>
            </a:r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8FC6F4-8DD2-48F9-AA6C-3A26D6F91498}" type="slidenum">
              <a:rPr lang="en-GB" altLang="de-DE">
                <a:solidFill>
                  <a:srgbClr val="001155"/>
                </a:solidFill>
              </a:rPr>
              <a:pPr/>
              <a:t>‹#›</a:t>
            </a:fld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de-DE">
                <a:solidFill>
                  <a:srgbClr val="001155"/>
                </a:solidFill>
              </a:rPr>
              <a:t>SCPP_CID_Infomeeting.ppt</a:t>
            </a:r>
          </a:p>
        </p:txBody>
      </p:sp>
    </p:spTree>
    <p:extLst>
      <p:ext uri="{BB962C8B-B14F-4D97-AF65-F5344CB8AC3E}">
        <p14:creationId xmlns:p14="http://schemas.microsoft.com/office/powerpoint/2010/main" val="54230667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 altLang="de-DE">
                <a:solidFill>
                  <a:srgbClr val="001155"/>
                </a:solidFill>
              </a:rPr>
              <a:t>18.03.2013</a:t>
            </a:r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7B2868-3011-4C46-9D62-F52296DFE1E5}" type="slidenum">
              <a:rPr lang="en-GB" altLang="de-DE">
                <a:solidFill>
                  <a:srgbClr val="001155"/>
                </a:solidFill>
              </a:rPr>
              <a:pPr/>
              <a:t>‹#›</a:t>
            </a:fld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de-DE">
                <a:solidFill>
                  <a:srgbClr val="001155"/>
                </a:solidFill>
              </a:rPr>
              <a:t>SCPP_CID_Infomeeting.ppt</a:t>
            </a:r>
          </a:p>
        </p:txBody>
      </p:sp>
    </p:spTree>
    <p:extLst>
      <p:ext uri="{BB962C8B-B14F-4D97-AF65-F5344CB8AC3E}">
        <p14:creationId xmlns:p14="http://schemas.microsoft.com/office/powerpoint/2010/main" val="406341602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 altLang="de-DE">
                <a:solidFill>
                  <a:srgbClr val="001155"/>
                </a:solidFill>
              </a:rPr>
              <a:t>18.03.2013</a:t>
            </a:r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AA9E37-CDB3-4DEE-9D1B-D82C9F2C2ECC}" type="slidenum">
              <a:rPr lang="en-GB" altLang="de-DE">
                <a:solidFill>
                  <a:srgbClr val="001155"/>
                </a:solidFill>
              </a:rPr>
              <a:pPr/>
              <a:t>‹#›</a:t>
            </a:fld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de-DE">
                <a:solidFill>
                  <a:srgbClr val="001155"/>
                </a:solidFill>
              </a:rPr>
              <a:t>SCPP_CID_Infomeeting.ppt</a:t>
            </a:r>
          </a:p>
        </p:txBody>
      </p:sp>
    </p:spTree>
    <p:extLst>
      <p:ext uri="{BB962C8B-B14F-4D97-AF65-F5344CB8AC3E}">
        <p14:creationId xmlns:p14="http://schemas.microsoft.com/office/powerpoint/2010/main" val="367422519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CH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 altLang="de-DE">
                <a:solidFill>
                  <a:srgbClr val="001155"/>
                </a:solidFill>
              </a:rPr>
              <a:t>18.03.2013</a:t>
            </a:r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2B2A20-F513-4193-9BE6-107F69D0AC0B}" type="slidenum">
              <a:rPr lang="en-GB" altLang="de-DE">
                <a:solidFill>
                  <a:srgbClr val="001155"/>
                </a:solidFill>
              </a:rPr>
              <a:pPr/>
              <a:t>‹#›</a:t>
            </a:fld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de-DE">
                <a:solidFill>
                  <a:srgbClr val="001155"/>
                </a:solidFill>
              </a:rPr>
              <a:t>SCPP_CID_Infomeeting.ppt</a:t>
            </a:r>
          </a:p>
        </p:txBody>
      </p:sp>
    </p:spTree>
    <p:extLst>
      <p:ext uri="{BB962C8B-B14F-4D97-AF65-F5344CB8AC3E}">
        <p14:creationId xmlns:p14="http://schemas.microsoft.com/office/powerpoint/2010/main" val="422742215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 altLang="de-DE">
                <a:solidFill>
                  <a:srgbClr val="001155"/>
                </a:solidFill>
              </a:rPr>
              <a:t>18.03.2013</a:t>
            </a:r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295085-3888-42EE-A373-4CC20443BA29}" type="slidenum">
              <a:rPr lang="en-GB" altLang="de-DE">
                <a:solidFill>
                  <a:srgbClr val="001155"/>
                </a:solidFill>
              </a:rPr>
              <a:pPr/>
              <a:t>‹#›</a:t>
            </a:fld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de-DE">
                <a:solidFill>
                  <a:srgbClr val="001155"/>
                </a:solidFill>
              </a:rPr>
              <a:t>SCPP_CID_Infomeeting.ppt</a:t>
            </a:r>
          </a:p>
        </p:txBody>
      </p:sp>
    </p:spTree>
    <p:extLst>
      <p:ext uri="{BB962C8B-B14F-4D97-AF65-F5344CB8AC3E}">
        <p14:creationId xmlns:p14="http://schemas.microsoft.com/office/powerpoint/2010/main" val="45400890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375651" y="269875"/>
            <a:ext cx="2616200" cy="585628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527051" y="269875"/>
            <a:ext cx="7645400" cy="585628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 altLang="de-DE">
                <a:solidFill>
                  <a:srgbClr val="001155"/>
                </a:solidFill>
              </a:rPr>
              <a:t>18.03.2013</a:t>
            </a:r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8C77D3-6A8F-4960-9E41-BC553E8773B9}" type="slidenum">
              <a:rPr lang="en-GB" altLang="de-DE">
                <a:solidFill>
                  <a:srgbClr val="001155"/>
                </a:solidFill>
              </a:rPr>
              <a:pPr/>
              <a:t>‹#›</a:t>
            </a:fld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de-DE">
                <a:solidFill>
                  <a:srgbClr val="001155"/>
                </a:solidFill>
              </a:rPr>
              <a:t>SCPP_CID_Infomeeting.ppt</a:t>
            </a:r>
          </a:p>
        </p:txBody>
      </p:sp>
    </p:spTree>
    <p:extLst>
      <p:ext uri="{BB962C8B-B14F-4D97-AF65-F5344CB8AC3E}">
        <p14:creationId xmlns:p14="http://schemas.microsoft.com/office/powerpoint/2010/main" val="19049516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| 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8">
            <a:extLst>
              <a:ext uri="{FF2B5EF4-FFF2-40B4-BE49-F238E27FC236}">
                <a16:creationId xmlns:a16="http://schemas.microsoft.com/office/drawing/2014/main" id="{4CAA1A37-9204-4A25-9054-31917E425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1999" cy="6858000"/>
          </a:xfrm>
          <a:solidFill>
            <a:srgbClr val="DDE3E7"/>
          </a:solidFill>
        </p:spPr>
        <p:txBody>
          <a:bodyPr lIns="9432000" rIns="50400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GB"/>
              <a:t>To add a picture, please right click the image placeholder and bring it to front. </a:t>
            </a:r>
            <a:br>
              <a:rPr lang="en-GB"/>
            </a:br>
            <a:br>
              <a:rPr lang="en-GB"/>
            </a:br>
            <a:r>
              <a:rPr lang="en-GB"/>
              <a:t>You can now insert a picture by clicking on the placeholder image icon. Then click the Reset button on the Home menu tab to send the picture to background.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DB9E957-3F55-4CEB-ABFA-916F4BB161AA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263352" y="5120522"/>
            <a:ext cx="234000" cy="1260806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1199456" y="333375"/>
            <a:ext cx="8208000" cy="3239002"/>
          </a:xfrm>
        </p:spPr>
        <p:txBody>
          <a:bodyPr tIns="0" bIns="0" anchor="b"/>
          <a:lstStyle>
            <a:lvl1pPr algn="l">
              <a:lnSpc>
                <a:spcPct val="90000"/>
              </a:lnSpc>
              <a:defRPr sz="6600" b="1" i="0" spc="-15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1199456" y="3716313"/>
            <a:ext cx="8208000" cy="720000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GB"/>
              <a:t>Click to edit subline</a:t>
            </a:r>
          </a:p>
          <a:p>
            <a:pPr lvl="1"/>
            <a:r>
              <a:rPr lang="en-GB"/>
              <a:t>Level 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2FBF00-184A-445D-86C9-C33582C676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55600" y="360000"/>
            <a:ext cx="342000" cy="4608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6E9A991-EE31-4DB7-89CA-2351FF7823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9456" y="5697252"/>
            <a:ext cx="8208912" cy="684076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9pPr>
          </a:lstStyle>
          <a:p>
            <a:r>
              <a:rPr lang="en-GB"/>
              <a:t>C2 Internal</a:t>
            </a:r>
          </a:p>
        </p:txBody>
      </p:sp>
    </p:spTree>
    <p:extLst>
      <p:ext uri="{BB962C8B-B14F-4D97-AF65-F5344CB8AC3E}">
        <p14:creationId xmlns:p14="http://schemas.microsoft.com/office/powerpoint/2010/main" val="29237146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1199456" y="1484784"/>
            <a:ext cx="10512000" cy="489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pPr lvl="5"/>
            <a:r>
              <a:rPr lang="en-GB"/>
              <a:t>Level 6</a:t>
            </a:r>
          </a:p>
          <a:p>
            <a:pPr lvl="6"/>
            <a:r>
              <a:rPr lang="en-GB"/>
              <a:t>Level 7</a:t>
            </a:r>
          </a:p>
          <a:p>
            <a:pPr lvl="7"/>
            <a:r>
              <a:rPr lang="en-GB"/>
              <a:t>Level 8</a:t>
            </a:r>
          </a:p>
          <a:p>
            <a:pPr lvl="8"/>
            <a:r>
              <a:rPr lang="en-GB"/>
              <a:t>Level 9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>
          <a:xfrm rot="16200000">
            <a:off x="-1645334" y="3392999"/>
            <a:ext cx="4105278" cy="287903"/>
          </a:xfrm>
        </p:spPr>
        <p:txBody>
          <a:bodyPr/>
          <a:lstStyle/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332656"/>
            <a:ext cx="10512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0974170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1999" cy="6858000"/>
          </a:xfrm>
          <a:solidFill>
            <a:srgbClr val="DDE3E7"/>
          </a:solidFill>
        </p:spPr>
        <p:txBody>
          <a:bodyPr lIns="9432000" rIns="50400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GB"/>
              <a:t>To add a picture, please right click the image placeholder and bring it to front. </a:t>
            </a:r>
            <a:br>
              <a:rPr lang="en-GB"/>
            </a:br>
            <a:br>
              <a:rPr lang="en-GB"/>
            </a:br>
            <a:r>
              <a:rPr lang="en-GB"/>
              <a:t>You can now insert a picture by clicking on the placeholder image icon. Then click the Reset button on the Home menu tab to send the picture to background.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DB9E957-3F55-4CEB-ABFA-916F4BB161AA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263352" y="5120522"/>
            <a:ext cx="234000" cy="1260806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1199456" y="333375"/>
            <a:ext cx="8208000" cy="3239002"/>
          </a:xfrm>
        </p:spPr>
        <p:txBody>
          <a:bodyPr tIns="0" bIns="0" anchor="b"/>
          <a:lstStyle>
            <a:lvl1pPr algn="l">
              <a:lnSpc>
                <a:spcPct val="90000"/>
              </a:lnSpc>
              <a:defRPr sz="6600" b="1" i="0" spc="-15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1199456" y="3716313"/>
            <a:ext cx="8208000" cy="720000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Click to edit subline</a:t>
            </a:r>
          </a:p>
          <a:p>
            <a:pPr lvl="1"/>
            <a:r>
              <a:rPr lang="en-GB"/>
              <a:t>Level 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2FBF00-184A-445D-86C9-C33582C676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55600" y="360000"/>
            <a:ext cx="342000" cy="4608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E1DE48AB-B208-4189-8089-DC7BC55579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9456" y="5697252"/>
            <a:ext cx="8208912" cy="684076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9pPr>
          </a:lstStyle>
          <a:p>
            <a:r>
              <a:rPr lang="en-GB"/>
              <a:t>C2 Internal</a:t>
            </a:r>
          </a:p>
        </p:txBody>
      </p:sp>
    </p:spTree>
    <p:extLst>
      <p:ext uri="{BB962C8B-B14F-4D97-AF65-F5344CB8AC3E}">
        <p14:creationId xmlns:p14="http://schemas.microsoft.com/office/powerpoint/2010/main" val="7148257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C4B535-EC52-4CF4-B9BE-3BC9700663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3279" y="1484313"/>
            <a:ext cx="8109296" cy="48974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7113FC-C0DE-475B-B48F-F341EA6D3B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68689" y="5122052"/>
            <a:ext cx="234000" cy="125927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1199456" y="333375"/>
            <a:ext cx="8208000" cy="3238922"/>
          </a:xfrm>
        </p:spPr>
        <p:txBody>
          <a:bodyPr tIns="0" bIns="0" anchor="b"/>
          <a:lstStyle>
            <a:lvl1pPr algn="l">
              <a:lnSpc>
                <a:spcPct val="90000"/>
              </a:lnSpc>
              <a:defRPr sz="6600" b="1" i="0" spc="-15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1199456" y="3716313"/>
            <a:ext cx="8208912" cy="720000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Click to edit subline</a:t>
            </a:r>
          </a:p>
          <a:p>
            <a:pPr lvl="1"/>
            <a:r>
              <a:rPr lang="en-GB"/>
              <a:t>Level 2</a:t>
            </a:r>
          </a:p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88788FE-2FC8-4F5B-B883-59F33B86B1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9456" y="5697252"/>
            <a:ext cx="8208912" cy="684076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9pPr>
          </a:lstStyle>
          <a:p>
            <a:r>
              <a:rPr lang="en-GB"/>
              <a:t>C2 Internal</a:t>
            </a:r>
          </a:p>
        </p:txBody>
      </p:sp>
    </p:spTree>
    <p:extLst>
      <p:ext uri="{BB962C8B-B14F-4D97-AF65-F5344CB8AC3E}">
        <p14:creationId xmlns:p14="http://schemas.microsoft.com/office/powerpoint/2010/main" val="15470000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932D0D-2845-4C0F-8A35-71A52A42FF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2000" y="936000"/>
            <a:ext cx="9900000" cy="5568750"/>
          </a:xfrm>
          <a:prstGeom prst="rect">
            <a:avLst/>
          </a:prstGeom>
          <a:ln>
            <a:noFill/>
          </a:ln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1484313"/>
            <a:ext cx="8208000" cy="2160711"/>
          </a:xfrm>
        </p:spPr>
        <p:txBody>
          <a:bodyPr lIns="0" tIns="0" bIns="50400" anchor="b"/>
          <a:lstStyle>
            <a:lvl1pPr>
              <a:lnSpc>
                <a:spcPct val="90000"/>
              </a:lnSpc>
              <a:defRPr sz="4400" b="1" spc="-5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/>
              <a:t>Divider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black">
          <a:xfrm>
            <a:off x="1200026" y="3717032"/>
            <a:ext cx="8208000" cy="1872556"/>
          </a:xfr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Optional short description of the current chapter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 rot="16200000">
            <a:off x="-1645334" y="3392999"/>
            <a:ext cx="4105278" cy="28790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8442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|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72BFDC-25B3-4B53-8F94-0FA71FB9C711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1199456" y="1484313"/>
            <a:ext cx="8208000" cy="2160711"/>
          </a:xfrm>
        </p:spPr>
        <p:txBody>
          <a:bodyPr tIns="0" bIns="50400" anchor="b"/>
          <a:lstStyle>
            <a:lvl1pPr>
              <a:lnSpc>
                <a:spcPct val="90000"/>
              </a:lnSpc>
              <a:defRPr sz="4400" b="1" spc="-5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Divider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gray">
          <a:xfrm>
            <a:off x="1200026" y="3717032"/>
            <a:ext cx="8208000" cy="1872208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GB"/>
              <a:t>Optional short description of the current chapter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05E948-0429-4BA5-BE6A-0FB567FE17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55600" y="360000"/>
            <a:ext cx="342000" cy="46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0802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ing |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1199456" y="1484784"/>
            <a:ext cx="5112000" cy="489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pPr lvl="5"/>
            <a:r>
              <a:rPr lang="en-GB"/>
              <a:t>Level 6</a:t>
            </a:r>
          </a:p>
          <a:p>
            <a:pPr lvl="6"/>
            <a:r>
              <a:rPr lang="en-GB"/>
              <a:t>Level 7</a:t>
            </a:r>
          </a:p>
          <a:p>
            <a:pPr lvl="7"/>
            <a:r>
              <a:rPr lang="en-GB"/>
              <a:t>Level 8</a:t>
            </a:r>
          </a:p>
          <a:p>
            <a:pPr lvl="8"/>
            <a:r>
              <a:rPr lang="en-GB"/>
              <a:t>Level 9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>
          <a:xfrm rot="16200000">
            <a:off x="-1645334" y="3392999"/>
            <a:ext cx="4105278" cy="287903"/>
          </a:xfrm>
        </p:spPr>
        <p:txBody>
          <a:bodyPr/>
          <a:lstStyle/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332656"/>
            <a:ext cx="10512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56772B1F-B86A-452C-8BEE-2355B59EA550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black">
          <a:xfrm>
            <a:off x="6600056" y="1484784"/>
            <a:ext cx="5112000" cy="489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pPr lvl="5"/>
            <a:r>
              <a:rPr lang="en-GB"/>
              <a:t>Level 6</a:t>
            </a:r>
          </a:p>
          <a:p>
            <a:pPr lvl="6"/>
            <a:r>
              <a:rPr lang="en-GB"/>
              <a:t>Level 7</a:t>
            </a:r>
          </a:p>
          <a:p>
            <a:pPr lvl="7"/>
            <a:r>
              <a:rPr lang="en-GB"/>
              <a:t>Level 8</a:t>
            </a:r>
          </a:p>
          <a:p>
            <a:pPr lvl="8"/>
            <a:r>
              <a:rPr lang="en-GB"/>
              <a:t>Level 9</a:t>
            </a:r>
          </a:p>
        </p:txBody>
      </p:sp>
    </p:spTree>
    <p:extLst>
      <p:ext uri="{BB962C8B-B14F-4D97-AF65-F5344CB8AC3E}">
        <p14:creationId xmlns:p14="http://schemas.microsoft.com/office/powerpoint/2010/main" val="3392923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547EBF"/>
          </p15:clr>
        </p15:guide>
        <p15:guide id="2" pos="4158">
          <p15:clr>
            <a:srgbClr val="547EBF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ing |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1199456" y="1483940"/>
            <a:ext cx="5112000" cy="489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pPr lvl="5"/>
            <a:r>
              <a:rPr lang="en-GB"/>
              <a:t>Level 6</a:t>
            </a:r>
          </a:p>
          <a:p>
            <a:pPr lvl="6"/>
            <a:r>
              <a:rPr lang="en-GB"/>
              <a:t>Level 7</a:t>
            </a:r>
          </a:p>
          <a:p>
            <a:pPr lvl="7"/>
            <a:r>
              <a:rPr lang="en-GB"/>
              <a:t>Level 8</a:t>
            </a:r>
          </a:p>
          <a:p>
            <a:pPr lvl="8"/>
            <a:r>
              <a:rPr lang="en-GB"/>
              <a:t>Level 9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/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332656"/>
            <a:ext cx="5112000" cy="720000"/>
          </a:xfrm>
        </p:spPr>
        <p:txBody>
          <a:bodyPr tIns="28800"/>
          <a:lstStyle>
            <a:lvl1pPr>
              <a:defRPr/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09E298D1-1B8A-48BA-B429-C8DD2EAF64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600825" y="0"/>
            <a:ext cx="5591175" cy="6858000"/>
          </a:xfrm>
          <a:solidFill>
            <a:srgbClr val="DDE3E7"/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/>
              <a:t>Click icon </a:t>
            </a:r>
            <a:br>
              <a:rPr lang="en-GB"/>
            </a:br>
            <a:r>
              <a:rPr lang="en-GB"/>
              <a:t>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15227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976">
          <p15:clr>
            <a:srgbClr val="547EBF"/>
          </p15:clr>
        </p15:guide>
        <p15:guide id="3" pos="4158">
          <p15:clr>
            <a:srgbClr val="547EBF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1199455" y="3716610"/>
            <a:ext cx="10512000" cy="266514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pPr lvl="4"/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/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2348880"/>
            <a:ext cx="10512000" cy="1224136"/>
          </a:xfrm>
        </p:spPr>
        <p:txBody>
          <a:bodyPr bIns="28800" anchor="b"/>
          <a:lstStyle>
            <a:lvl1pPr>
              <a:lnSpc>
                <a:spcPct val="90000"/>
              </a:lnSpc>
              <a:defRPr sz="3200" spc="-50" baseline="0">
                <a:latin typeface="+mj-lt"/>
              </a:defRPr>
            </a:lvl1pPr>
          </a:lstStyle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230846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547EBF"/>
          </p15:clr>
        </p15:guide>
        <p15:guide id="2" orient="horz" pos="2341">
          <p15:clr>
            <a:srgbClr val="547EBF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|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1199456" y="3716610"/>
            <a:ext cx="5112000" cy="266514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0"/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/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1199458" y="2348880"/>
            <a:ext cx="5112000" cy="1223714"/>
          </a:xfrm>
        </p:spPr>
        <p:txBody>
          <a:bodyPr bIns="28800" anchor="b"/>
          <a:lstStyle>
            <a:lvl1pPr>
              <a:lnSpc>
                <a:spcPct val="90000"/>
              </a:lnSpc>
              <a:defRPr sz="3200" spc="-50" baseline="0">
                <a:latin typeface="+mj-lt"/>
              </a:defRPr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61ED10A-0495-4A89-BA52-79C00234B56E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6600825" y="0"/>
            <a:ext cx="5591175" cy="6858000"/>
          </a:xfrm>
          <a:noFill/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0558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547EBF"/>
          </p15:clr>
        </p15:guide>
        <p15:guide id="2" pos="3976">
          <p15:clr>
            <a:srgbClr val="547EBF"/>
          </p15:clr>
        </p15:guide>
        <p15:guide id="3" pos="4158">
          <p15:clr>
            <a:srgbClr val="547EBF"/>
          </p15:clr>
        </p15:guide>
        <p15:guide id="4" orient="horz" pos="2337">
          <p15:clr>
            <a:srgbClr val="547EBF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|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8">
            <a:extLst>
              <a:ext uri="{FF2B5EF4-FFF2-40B4-BE49-F238E27FC236}">
                <a16:creationId xmlns:a16="http://schemas.microsoft.com/office/drawing/2014/main" id="{2E310726-F0F9-435D-B724-F278EC7290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199456" y="0"/>
            <a:ext cx="4536504" cy="6858000"/>
          </a:xfrm>
          <a:solidFill>
            <a:srgbClr val="DDE3E7"/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/>
              <a:t>Click icon </a:t>
            </a:r>
            <a:br>
              <a:rPr lang="en-GB"/>
            </a:br>
            <a:r>
              <a:rPr lang="en-GB"/>
              <a:t>to add picture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6600056" y="3716610"/>
            <a:ext cx="5112000" cy="266514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/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6600057" y="2348880"/>
            <a:ext cx="5112000" cy="1223714"/>
          </a:xfrm>
        </p:spPr>
        <p:txBody>
          <a:bodyPr bIns="28800" anchor="b"/>
          <a:lstStyle>
            <a:lvl1pPr>
              <a:lnSpc>
                <a:spcPct val="90000"/>
              </a:lnSpc>
              <a:defRPr sz="3200" spc="-50" baseline="0">
                <a:latin typeface="+mj-lt"/>
              </a:defRPr>
            </a:lvl1pPr>
          </a:lstStyle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019595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547EBF"/>
          </p15:clr>
        </p15:guide>
        <p15:guide id="2" pos="4158">
          <p15:clr>
            <a:srgbClr val="547EBF"/>
          </p15:clr>
        </p15:guide>
        <p15:guide id="3" pos="3613">
          <p15:clr>
            <a:srgbClr val="547EBF"/>
          </p15:clr>
        </p15:guide>
        <p15:guide id="4" orient="horz" pos="2341">
          <p15:clr>
            <a:srgbClr val="547EBF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solidFill>
            <a:srgbClr val="DDE3E7"/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/>
              <a:t>Click icon </a:t>
            </a:r>
            <a:br>
              <a:rPr lang="en-GB"/>
            </a:br>
            <a:r>
              <a:rPr lang="en-GB"/>
              <a:t>to add picture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3C7B15AF-35F6-4342-BFFD-60CEF2991A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55600" y="360000"/>
            <a:ext cx="342000" cy="4608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0A1EC-77F3-4323-93F3-DA7A757DE2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199456" y="3933056"/>
            <a:ext cx="5183882" cy="1656000"/>
          </a:xfrm>
        </p:spPr>
        <p:txBody>
          <a:bodyPr tIns="0"/>
          <a:lstStyle>
            <a:lvl1pPr>
              <a:lnSpc>
                <a:spcPct val="90000"/>
              </a:lnSpc>
              <a:defRPr sz="3200"/>
            </a:lvl1pPr>
          </a:lstStyle>
          <a:p>
            <a:pPr lvl="0"/>
            <a:r>
              <a:rPr lang="en-GB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43592996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2">
            <a:extLst>
              <a:ext uri="{FF2B5EF4-FFF2-40B4-BE49-F238E27FC236}">
                <a16:creationId xmlns:a16="http://schemas.microsoft.com/office/drawing/2014/main" id="{31CCA9A7-7392-474F-A97C-4FFD1536D6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828" r="-3007"/>
          <a:stretch/>
        </p:blipFill>
        <p:spPr>
          <a:xfrm>
            <a:off x="1203656" y="0"/>
            <a:ext cx="12237159" cy="6858000"/>
          </a:xfrm>
          <a:prstGeom prst="rect">
            <a:avLst/>
          </a:prstGeom>
          <a:ln>
            <a:noFill/>
          </a:ln>
        </p:spPr>
      </p:pic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5D46F054-5B83-4656-A174-AFA2194CAC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199456" y="1484313"/>
            <a:ext cx="5112000" cy="4897437"/>
          </a:xfrm>
        </p:spPr>
        <p:txBody>
          <a:bodyPr lIns="21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pPr lvl="5"/>
            <a:r>
              <a:rPr lang="en-GB"/>
              <a:t>Level 6</a:t>
            </a:r>
          </a:p>
          <a:p>
            <a:pPr lvl="6"/>
            <a:r>
              <a:rPr lang="en-GB"/>
              <a:t>Level 7</a:t>
            </a:r>
          </a:p>
          <a:p>
            <a:pPr lvl="7"/>
            <a:r>
              <a:rPr lang="en-GB"/>
              <a:t>Level 8</a:t>
            </a:r>
          </a:p>
          <a:p>
            <a:pPr lvl="8"/>
            <a:r>
              <a:rPr lang="en-GB"/>
              <a:t>Level 9</a:t>
            </a:r>
          </a:p>
        </p:txBody>
      </p:sp>
    </p:spTree>
    <p:extLst>
      <p:ext uri="{BB962C8B-B14F-4D97-AF65-F5344CB8AC3E}">
        <p14:creationId xmlns:p14="http://schemas.microsoft.com/office/powerpoint/2010/main" val="564926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547EBF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|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72BFDC-25B3-4B53-8F94-0FA71FB9C711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96BEA9E-AA8A-4009-9F77-9A844B1639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199456" y="1484313"/>
            <a:ext cx="5112000" cy="48974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pPr lvl="5"/>
            <a:r>
              <a:rPr lang="en-GB"/>
              <a:t>Level 6</a:t>
            </a:r>
          </a:p>
          <a:p>
            <a:pPr lvl="6"/>
            <a:r>
              <a:rPr lang="en-GB"/>
              <a:t>Level 7</a:t>
            </a:r>
          </a:p>
          <a:p>
            <a:pPr lvl="7"/>
            <a:r>
              <a:rPr lang="en-GB"/>
              <a:t>Level 8</a:t>
            </a:r>
          </a:p>
          <a:p>
            <a:pPr lvl="8"/>
            <a:r>
              <a:rPr lang="en-GB"/>
              <a:t>Level 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8744BB-555F-45E2-92B2-3298A462DB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55600" y="360000"/>
            <a:ext cx="342000" cy="46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918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547EBF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/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1199455" y="332656"/>
            <a:ext cx="10512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561051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 |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72BFDC-25B3-4B53-8F94-0FA71FB9C711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E6DB4-7ADC-4B55-8AD8-3BA360268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9F3D12-0829-4466-A8F8-35405B4F1E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55600" y="360000"/>
            <a:ext cx="342000" cy="462162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B94C8E0-E39E-40CF-9F7E-CFC728DE0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2488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 |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72BFDC-25B3-4B53-8F94-0FA71FB9C711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15E00E-D6FB-4E33-8601-E8BA89784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442036-1C04-47BC-98AD-23710B5C32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55600" y="360000"/>
            <a:ext cx="342000" cy="46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4583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Kapiteltrenner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>
                <a:solidFill>
                  <a:prstClr val="white"/>
                </a:solidFill>
              </a:rPr>
              <a:t>10.1.2019</a:t>
            </a:r>
            <a:endParaRPr lang="en-GB">
              <a:solidFill>
                <a:prstClr val="white"/>
              </a:solidFill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5AB295-D6C4-47D1-A1F8-2C867292F84F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prstClr val="white"/>
                </a:solidFill>
              </a:rPr>
              <a:t>Introduction to Telemetry </a:t>
            </a:r>
            <a:endParaRPr lang="en-GB">
              <a:solidFill>
                <a:prstClr val="white"/>
              </a:solidFill>
            </a:endParaRP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527051" y="1412875"/>
            <a:ext cx="10464800" cy="1944688"/>
          </a:xfrm>
          <a:prstGeom prst="rect">
            <a:avLst/>
          </a:prstGeom>
        </p:spPr>
        <p:txBody>
          <a:bodyPr bIns="0" anchor="ctr"/>
          <a:lstStyle>
            <a:lvl1pPr marL="490414" indent="-490414">
              <a:spcBef>
                <a:spcPts val="0"/>
              </a:spcBef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-489476">
              <a:spcBef>
                <a:spcPts val="0"/>
              </a:spcBef>
              <a:buFont typeface="Arial" pitchFamily="34" charset="0"/>
              <a:buNone/>
              <a:defRPr sz="4400">
                <a:solidFill>
                  <a:schemeClr val="bg1"/>
                </a:solidFill>
              </a:defRPr>
            </a:lvl2pPr>
            <a:lvl3pPr marL="0" indent="-489476">
              <a:spcBef>
                <a:spcPts val="0"/>
              </a:spcBef>
              <a:buFont typeface="Arial" pitchFamily="34" charset="0"/>
              <a:buNone/>
              <a:defRPr sz="4400">
                <a:solidFill>
                  <a:schemeClr val="bg1"/>
                </a:solidFill>
              </a:defRPr>
            </a:lvl3pPr>
            <a:lvl4pPr marL="0" indent="0">
              <a:buNone/>
              <a:defRPr sz="4400"/>
            </a:lvl4pPr>
            <a:lvl5pPr marL="0" indent="-489476">
              <a:spcBef>
                <a:spcPts val="0"/>
              </a:spcBef>
              <a:buFont typeface="Arial" pitchFamily="34" charset="0"/>
              <a:buNone/>
              <a:defRPr sz="4400">
                <a:solidFill>
                  <a:schemeClr val="bg1"/>
                </a:solidFill>
              </a:defRPr>
            </a:lvl5pPr>
            <a:lvl6pPr marL="0" indent="-489476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6pPr>
            <a:lvl7pPr marL="0" indent="-489476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7pPr>
            <a:lvl8pPr marL="0" indent="-489476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8pPr>
            <a:lvl9pPr marL="0" indent="-489476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gray">
          <a:xfrm flipV="1">
            <a:off x="1198493" y="1412720"/>
            <a:ext cx="979336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893" tIns="60945" rIns="121893" bIns="60945"/>
          <a:lstStyle/>
          <a:p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gray">
          <a:xfrm flipV="1">
            <a:off x="1198493" y="3356991"/>
            <a:ext cx="979336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893" tIns="60945" rIns="121893" bIns="60945"/>
          <a:lstStyle/>
          <a:p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gray">
          <a:xfrm>
            <a:off x="11567594" y="1412875"/>
            <a:ext cx="38523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893" tIns="60945" rIns="121893" bIns="60945"/>
          <a:lstStyle/>
          <a:p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gray">
          <a:xfrm>
            <a:off x="11567594" y="6021288"/>
            <a:ext cx="38523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893" tIns="60945" rIns="121893" bIns="60945"/>
          <a:lstStyle/>
          <a:p>
            <a:endParaRPr lang="en-GB" sz="1867">
              <a:solidFill>
                <a:prstClr val="white"/>
              </a:solidFill>
            </a:endParaRPr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207751" y="6237313"/>
            <a:ext cx="762000" cy="42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89993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527051" y="260352"/>
            <a:ext cx="10464800" cy="1152525"/>
          </a:xfrm>
          <a:prstGeom prst="rect">
            <a:avLst/>
          </a:prstGeom>
        </p:spPr>
        <p:txBody>
          <a:bodyPr/>
          <a:lstStyle/>
          <a:p>
            <a:r>
              <a:rPr lang="de-DE" noProof="0"/>
              <a:t>Mastertitelformat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10.1.2019</a:t>
            </a:r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fld id="{09E9E80D-70AF-457A-95FA-A9D03F861920}" type="slidenum">
              <a:rPr lang="de-CH" smtClean="0"/>
              <a:t>‹#›</a:t>
            </a:fld>
            <a:endParaRPr lang="de-CH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/>
              <a:t>Introduction to Telemetry </a:t>
            </a:r>
            <a:endParaRPr lang="de-CH"/>
          </a:p>
        </p:txBody>
      </p:sp>
      <p:sp>
        <p:nvSpPr>
          <p:cNvPr id="8" name="Inhaltsplatzhalter 7"/>
          <p:cNvSpPr>
            <a:spLocks noGrp="1"/>
          </p:cNvSpPr>
          <p:nvPr>
            <p:ph sz="quarter" idx="17"/>
          </p:nvPr>
        </p:nvSpPr>
        <p:spPr>
          <a:xfrm>
            <a:off x="1200151" y="1773241"/>
            <a:ext cx="4800600" cy="20878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3" name="Inhaltsplatzhalter 7"/>
          <p:cNvSpPr>
            <a:spLocks noGrp="1"/>
          </p:cNvSpPr>
          <p:nvPr>
            <p:ph sz="quarter" idx="18"/>
          </p:nvPr>
        </p:nvSpPr>
        <p:spPr>
          <a:xfrm>
            <a:off x="6191251" y="1773241"/>
            <a:ext cx="4800600" cy="20878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6" name="Inhaltsplatzhalter 7"/>
          <p:cNvSpPr>
            <a:spLocks noGrp="1"/>
          </p:cNvSpPr>
          <p:nvPr>
            <p:ph sz="quarter" idx="19"/>
          </p:nvPr>
        </p:nvSpPr>
        <p:spPr>
          <a:xfrm>
            <a:off x="1200151" y="4005064"/>
            <a:ext cx="4800600" cy="201622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7" name="Inhaltsplatzhalter 7"/>
          <p:cNvSpPr>
            <a:spLocks noGrp="1"/>
          </p:cNvSpPr>
          <p:nvPr>
            <p:ph sz="quarter" idx="20"/>
          </p:nvPr>
        </p:nvSpPr>
        <p:spPr>
          <a:xfrm>
            <a:off x="6191251" y="4005064"/>
            <a:ext cx="4800600" cy="201622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7978472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/>
          <a:p>
            <a:r>
              <a:rPr lang="en-GB"/>
              <a:t>Author, Date, Presentation title, C0 classification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4492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tags" Target="../tags/tag5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tags" Target="../tags/tag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34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2.xml"/><Relationship Id="rId18" Type="http://schemas.openxmlformats.org/officeDocument/2006/relationships/tags" Target="../tags/tag12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17" Type="http://schemas.openxmlformats.org/officeDocument/2006/relationships/tags" Target="../tags/tag11.xml"/><Relationship Id="rId2" Type="http://schemas.openxmlformats.org/officeDocument/2006/relationships/slideLayout" Target="../slideLayouts/slideLayout51.xml"/><Relationship Id="rId16" Type="http://schemas.openxmlformats.org/officeDocument/2006/relationships/theme" Target="../theme/theme5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59.xml"/><Relationship Id="rId19" Type="http://schemas.openxmlformats.org/officeDocument/2006/relationships/tags" Target="../tags/tag13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101.xml"/><Relationship Id="rId18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91.xml"/><Relationship Id="rId21" Type="http://schemas.openxmlformats.org/officeDocument/2006/relationships/theme" Target="../theme/theme8.xml"/><Relationship Id="rId7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104.xml"/><Relationship Id="rId20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5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98.xml"/><Relationship Id="rId19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102.xml"/><Relationship Id="rId22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27051" y="269881"/>
            <a:ext cx="10464800" cy="1098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err="1"/>
              <a:t>Titelmasterformat</a:t>
            </a:r>
            <a:r>
              <a:rPr lang="en-GB"/>
              <a:t> </a:t>
            </a:r>
            <a:r>
              <a:rPr lang="en-GB" err="1"/>
              <a:t>durch</a:t>
            </a:r>
            <a:r>
              <a:rPr lang="en-GB"/>
              <a:t> </a:t>
            </a:r>
            <a:r>
              <a:rPr lang="en-GB" err="1"/>
              <a:t>Klicken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21318" y="1771652"/>
            <a:ext cx="9770533" cy="435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err="1"/>
              <a:t>Textmasterformate</a:t>
            </a:r>
            <a:r>
              <a:rPr lang="en-GB"/>
              <a:t> </a:t>
            </a:r>
            <a:r>
              <a:rPr lang="en-GB" err="1"/>
              <a:t>durch</a:t>
            </a:r>
            <a:r>
              <a:rPr lang="en-GB"/>
              <a:t> </a:t>
            </a:r>
            <a:r>
              <a:rPr lang="en-GB" err="1"/>
              <a:t>Klicken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</a:t>
            </a:r>
            <a:r>
              <a:rPr lang="en-GB" err="1"/>
              <a:t>Ebene</a:t>
            </a:r>
            <a:endParaRPr lang="en-GB"/>
          </a:p>
          <a:p>
            <a:pPr lvl="2"/>
            <a:r>
              <a:rPr lang="en-GB" err="1"/>
              <a:t>Dritte</a:t>
            </a:r>
            <a:r>
              <a:rPr lang="en-GB"/>
              <a:t> </a:t>
            </a:r>
            <a:r>
              <a:rPr lang="en-GB" err="1"/>
              <a:t>Ebene</a:t>
            </a:r>
            <a:endParaRPr lang="en-GB"/>
          </a:p>
          <a:p>
            <a:pPr lvl="3"/>
            <a:r>
              <a:rPr lang="en-GB" err="1"/>
              <a:t>Vierte</a:t>
            </a:r>
            <a:r>
              <a:rPr lang="en-GB"/>
              <a:t> </a:t>
            </a:r>
            <a:r>
              <a:rPr lang="en-GB" err="1"/>
              <a:t>Ebene</a:t>
            </a:r>
            <a:endParaRPr lang="en-GB"/>
          </a:p>
          <a:p>
            <a:pPr lvl="4"/>
            <a:r>
              <a:rPr lang="en-GB" err="1"/>
              <a:t>Fünfte</a:t>
            </a:r>
            <a:r>
              <a:rPr lang="en-GB"/>
              <a:t> </a:t>
            </a:r>
            <a:r>
              <a:rPr lang="en-GB" err="1"/>
              <a:t>Ebene</a:t>
            </a:r>
            <a:endParaRPr lang="en-GB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 rot="-5400000">
            <a:off x="11445885" y="1698106"/>
            <a:ext cx="628651" cy="385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0" tIns="0" rIns="91440" bIns="0" numCol="1" anchor="t" anchorCtr="0" compatLnSpc="1">
            <a:prstTxWarp prst="textNoShape">
              <a:avLst/>
            </a:prstTxWarp>
          </a:bodyPr>
          <a:lstStyle>
            <a:lvl1pPr algn="ctr">
              <a:defRPr sz="700">
                <a:solidFill>
                  <a:srgbClr val="001155"/>
                </a:solidFill>
                <a:latin typeface="TheSans Swisscom" pitchFamily="34" charset="0"/>
                <a:ea typeface="+mn-ea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F4A296A-FCD9-4E8B-87D7-D427D99016DA}" type="datetime1">
              <a:rPr lang="de-CH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15.03.2026</a:t>
            </a:fld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67604" y="1196978"/>
            <a:ext cx="385233" cy="196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700">
                <a:solidFill>
                  <a:srgbClr val="001155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9D7A184-6BD2-45A8-951B-C16D34E4ECA7}" type="slidenum">
              <a:rPr lang="en-GB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altLang="de-DE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1221318" y="1390651"/>
            <a:ext cx="97705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11AAFF"/>
              </a:buClr>
              <a:defRPr/>
            </a:pPr>
            <a:endParaRPr lang="en-GB" sz="1800">
              <a:solidFill>
                <a:srgbClr val="001155"/>
              </a:solidFill>
              <a:cs typeface="ＭＳ Ｐゴシック" charset="0"/>
            </a:endParaRPr>
          </a:p>
        </p:txBody>
      </p:sp>
      <p:sp>
        <p:nvSpPr>
          <p:cNvPr id="1033" name="Line 9"/>
          <p:cNvSpPr>
            <a:spLocks noChangeShapeType="1"/>
          </p:cNvSpPr>
          <p:nvPr/>
        </p:nvSpPr>
        <p:spPr bwMode="auto">
          <a:xfrm>
            <a:off x="11567604" y="1398588"/>
            <a:ext cx="3852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11AAFF"/>
              </a:buClr>
              <a:defRPr/>
            </a:pPr>
            <a:endParaRPr lang="en-GB" sz="1800">
              <a:solidFill>
                <a:srgbClr val="001155"/>
              </a:solidFill>
              <a:cs typeface="ＭＳ Ｐゴシック" charset="0"/>
            </a:endParaRPr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11567604" y="5481639"/>
            <a:ext cx="3852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11AAFF"/>
              </a:buClr>
              <a:defRPr/>
            </a:pPr>
            <a:endParaRPr lang="en-GB" sz="1800">
              <a:solidFill>
                <a:srgbClr val="001155"/>
              </a:solidFill>
              <a:cs typeface="ＭＳ Ｐゴシック" charset="0"/>
            </a:endParaRPr>
          </a:p>
        </p:txBody>
      </p:sp>
      <p:sp>
        <p:nvSpPr>
          <p:cNvPr id="104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 rot="-5400000">
            <a:off x="10284629" y="3632475"/>
            <a:ext cx="2951163" cy="385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700">
                <a:solidFill>
                  <a:srgbClr val="001155"/>
                </a:solidFill>
                <a:latin typeface="TheSans Swisscom" pitchFamily="34" charset="0"/>
                <a:ea typeface="+mn-ea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/>
              <a:t>Swisscom Cloud </a:t>
            </a:r>
          </a:p>
        </p:txBody>
      </p:sp>
      <p:pic>
        <p:nvPicPr>
          <p:cNvPr id="1034" name="Picture 17" descr="Swisscom_Stacked_Primary_RGB_PPT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9584" y="6081723"/>
            <a:ext cx="1056216" cy="60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2755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2" r:id="rId11"/>
    <p:sldLayoutId id="2147483673" r:id="rId12"/>
    <p:sldLayoutId id="2147483674" r:id="rId13"/>
  </p:sldLayoutIdLst>
  <p:transition spd="med">
    <p:fade/>
  </p:transition>
  <p:hf hdr="0"/>
  <p:txStyles>
    <p:titleStyle>
      <a:lvl1pPr marL="517525" indent="-51752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+mj-lt"/>
          <a:ea typeface="ＭＳ Ｐゴシック" pitchFamily="34" charset="-128"/>
          <a:cs typeface="ＭＳ Ｐゴシック" charset="0"/>
        </a:defRPr>
      </a:lvl1pPr>
      <a:lvl2pPr marL="517525" indent="-51752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TheSans Swisscom Light" charset="0"/>
          <a:ea typeface="ＭＳ Ｐゴシック" pitchFamily="34" charset="-128"/>
          <a:cs typeface="ＭＳ Ｐゴシック" charset="0"/>
        </a:defRPr>
      </a:lvl2pPr>
      <a:lvl3pPr marL="517525" indent="-51752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TheSans Swisscom Light" charset="0"/>
          <a:ea typeface="ＭＳ Ｐゴシック" pitchFamily="34" charset="-128"/>
          <a:cs typeface="ＭＳ Ｐゴシック" charset="0"/>
        </a:defRPr>
      </a:lvl3pPr>
      <a:lvl4pPr marL="517525" indent="-51752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TheSans Swisscom Light" charset="0"/>
          <a:ea typeface="ＭＳ Ｐゴシック" pitchFamily="34" charset="-128"/>
          <a:cs typeface="ＭＳ Ｐゴシック" charset="0"/>
        </a:defRPr>
      </a:lvl4pPr>
      <a:lvl5pPr marL="517525" indent="-51752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TheSans Swisscom Light" charset="0"/>
          <a:ea typeface="ＭＳ Ｐゴシック" pitchFamily="34" charset="-128"/>
          <a:cs typeface="ＭＳ Ｐゴシック" charset="0"/>
        </a:defRPr>
      </a:lvl5pPr>
      <a:lvl6pPr marL="974725" indent="-517525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charset="0"/>
          <a:ea typeface="ＭＳ Ｐゴシック" charset="0"/>
        </a:defRPr>
      </a:lvl6pPr>
      <a:lvl7pPr marL="1431925" indent="-517525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charset="0"/>
          <a:ea typeface="ＭＳ Ｐゴシック" charset="0"/>
        </a:defRPr>
      </a:lvl7pPr>
      <a:lvl8pPr marL="1889125" indent="-517525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charset="0"/>
          <a:ea typeface="ＭＳ Ｐゴシック" charset="0"/>
        </a:defRPr>
      </a:lvl8pPr>
      <a:lvl9pPr marL="2346325" indent="-517525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charset="0"/>
          <a:ea typeface="ＭＳ Ｐゴシック" charset="0"/>
        </a:defRPr>
      </a:lvl9pPr>
    </p:titleStyle>
    <p:bodyStyle>
      <a:lvl1pPr marL="180975" indent="-18097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>
          <a:solidFill>
            <a:schemeClr val="tx1"/>
          </a:solidFill>
          <a:latin typeface="+mn-lt"/>
          <a:ea typeface="ＭＳ Ｐゴシック" pitchFamily="34" charset="-128"/>
          <a:cs typeface="ＭＳ Ｐゴシック" charset="0"/>
        </a:defRPr>
      </a:lvl1pPr>
      <a:lvl2pPr marL="539750" indent="-18256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TheSans Swisscom" panose="020B0500040303060204" pitchFamily="34" charset="0"/>
        <a:buChar char="–"/>
        <a:defRPr>
          <a:solidFill>
            <a:schemeClr val="tx1"/>
          </a:solidFill>
          <a:latin typeface="+mn-lt"/>
          <a:ea typeface="ＭＳ Ｐゴシック" pitchFamily="34" charset="-128"/>
        </a:defRPr>
      </a:lvl2pPr>
      <a:lvl3pPr marL="903288" indent="-18573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TheSans Swisscom" panose="020B0500040303060204" pitchFamily="34" charset="0"/>
        <a:buChar char="–"/>
        <a:defRPr>
          <a:solidFill>
            <a:schemeClr val="tx1"/>
          </a:solidFill>
          <a:latin typeface="+mn-lt"/>
          <a:ea typeface="ＭＳ Ｐゴシック" pitchFamily="34" charset="-128"/>
        </a:defRPr>
      </a:lvl3pPr>
      <a:lvl4pPr marL="1262063" indent="-1778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TheSans Swisscom" panose="020B0500040303060204" pitchFamily="34" charset="0"/>
        <a:buChar char="–"/>
        <a:defRPr>
          <a:solidFill>
            <a:schemeClr val="tx1"/>
          </a:solidFill>
          <a:latin typeface="+mn-lt"/>
          <a:ea typeface="ＭＳ Ｐゴシック" pitchFamily="34" charset="-128"/>
        </a:defRPr>
      </a:lvl4pPr>
      <a:lvl5pPr marL="1622425" indent="-18573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TheSans Swisscom" panose="020B0500040303060204" pitchFamily="34" charset="0"/>
        <a:buChar char="–"/>
        <a:defRPr>
          <a:solidFill>
            <a:schemeClr val="tx1"/>
          </a:solidFill>
          <a:latin typeface="+mn-lt"/>
          <a:ea typeface="ＭＳ Ｐゴシック" pitchFamily="34" charset="-128"/>
        </a:defRPr>
      </a:lvl5pPr>
      <a:lvl6pPr marL="2079625" indent="-185738" algn="l" rtl="0" fontAlgn="base">
        <a:spcBef>
          <a:spcPct val="20000"/>
        </a:spcBef>
        <a:spcAft>
          <a:spcPct val="0"/>
        </a:spcAft>
        <a:buClr>
          <a:schemeClr val="tx1"/>
        </a:buClr>
        <a:buFont typeface="TheSans Swisscom" charset="0"/>
        <a:buChar char="–"/>
        <a:defRPr>
          <a:solidFill>
            <a:schemeClr val="tx1"/>
          </a:solidFill>
          <a:latin typeface="+mn-lt"/>
          <a:ea typeface="+mn-ea"/>
        </a:defRPr>
      </a:lvl6pPr>
      <a:lvl7pPr marL="2536825" indent="-185738" algn="l" rtl="0" fontAlgn="base">
        <a:spcBef>
          <a:spcPct val="20000"/>
        </a:spcBef>
        <a:spcAft>
          <a:spcPct val="0"/>
        </a:spcAft>
        <a:buClr>
          <a:schemeClr val="tx1"/>
        </a:buClr>
        <a:buFont typeface="TheSans Swisscom" charset="0"/>
        <a:buChar char="–"/>
        <a:defRPr>
          <a:solidFill>
            <a:schemeClr val="tx1"/>
          </a:solidFill>
          <a:latin typeface="+mn-lt"/>
          <a:ea typeface="+mn-ea"/>
        </a:defRPr>
      </a:lvl7pPr>
      <a:lvl8pPr marL="2994025" indent="-185738" algn="l" rtl="0" fontAlgn="base">
        <a:spcBef>
          <a:spcPct val="20000"/>
        </a:spcBef>
        <a:spcAft>
          <a:spcPct val="0"/>
        </a:spcAft>
        <a:buClr>
          <a:schemeClr val="tx1"/>
        </a:buClr>
        <a:buFont typeface="TheSans Swisscom" charset="0"/>
        <a:buChar char="–"/>
        <a:defRPr>
          <a:solidFill>
            <a:schemeClr val="tx1"/>
          </a:solidFill>
          <a:latin typeface="+mn-lt"/>
          <a:ea typeface="+mn-ea"/>
        </a:defRPr>
      </a:lvl8pPr>
      <a:lvl9pPr marL="3451225" indent="-185738" algn="l" rtl="0" fontAlgn="base">
        <a:spcBef>
          <a:spcPct val="20000"/>
        </a:spcBef>
        <a:spcAft>
          <a:spcPct val="0"/>
        </a:spcAft>
        <a:buClr>
          <a:schemeClr val="tx1"/>
        </a:buClr>
        <a:buFont typeface="TheSans Swisscom" charset="0"/>
        <a:buChar char="–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207751" y="6237314"/>
            <a:ext cx="762000" cy="422875"/>
          </a:xfrm>
          <a:prstGeom prst="rect">
            <a:avLst/>
          </a:prstGeom>
        </p:spPr>
      </p:pic>
      <p:sp>
        <p:nvSpPr>
          <p:cNvPr id="8" name="Line 8"/>
          <p:cNvSpPr>
            <a:spLocks noChangeShapeType="1"/>
          </p:cNvSpPr>
          <p:nvPr/>
        </p:nvSpPr>
        <p:spPr bwMode="gray">
          <a:xfrm flipV="1">
            <a:off x="1198491" y="1412720"/>
            <a:ext cx="979336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>
              <a:solidFill>
                <a:srgbClr val="001155"/>
              </a:solidFill>
            </a:endParaRPr>
          </a:p>
        </p:txBody>
      </p:sp>
      <p:sp>
        <p:nvSpPr>
          <p:cNvPr id="9" name="Line 13"/>
          <p:cNvSpPr>
            <a:spLocks noChangeShapeType="1"/>
          </p:cNvSpPr>
          <p:nvPr/>
        </p:nvSpPr>
        <p:spPr bwMode="gray">
          <a:xfrm>
            <a:off x="11567604" y="6021288"/>
            <a:ext cx="3852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>
              <a:solidFill>
                <a:srgbClr val="001155"/>
              </a:solidFill>
            </a:endParaRP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 rot="16200000">
            <a:off x="11437125" y="1891522"/>
            <a:ext cx="648124" cy="382951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de-DE">
                <a:solidFill>
                  <a:srgbClr val="001155"/>
                </a:solidFill>
              </a:rPr>
              <a:t>dd/mm/yyyy</a:t>
            </a:r>
            <a:endParaRPr lang="en-GB">
              <a:solidFill>
                <a:srgbClr val="001155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 rot="16200000">
            <a:off x="10105003" y="3957615"/>
            <a:ext cx="3312371" cy="38294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rgbClr val="001155"/>
                </a:solidFill>
              </a:rPr>
              <a:t>Classification, First name &amp; surname, Organization, Filename_Version</a:t>
            </a:r>
            <a:endParaRPr lang="en-GB">
              <a:solidFill>
                <a:srgbClr val="001155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11569700" y="1124744"/>
            <a:ext cx="382949" cy="2879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F1E6F8D2-302A-414E-8EB0-9FF1A628B391}" type="slidenum">
              <a:rPr lang="en-GB" smtClean="0">
                <a:solidFill>
                  <a:srgbClr val="001155"/>
                </a:solidFill>
              </a:rPr>
              <a:pPr/>
              <a:t>‹#›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15" name="Line 8"/>
          <p:cNvSpPr>
            <a:spLocks noChangeShapeType="1"/>
          </p:cNvSpPr>
          <p:nvPr/>
        </p:nvSpPr>
        <p:spPr bwMode="gray">
          <a:xfrm flipV="1">
            <a:off x="11569718" y="1412776"/>
            <a:ext cx="38295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>
              <a:solidFill>
                <a:srgbClr val="001155"/>
              </a:solidFill>
            </a:endParaRPr>
          </a:p>
        </p:txBody>
      </p:sp>
      <p:sp>
        <p:nvSpPr>
          <p:cNvPr id="16" name="Titelplatzhalter 15"/>
          <p:cNvSpPr>
            <a:spLocks noGrp="1"/>
          </p:cNvSpPr>
          <p:nvPr>
            <p:ph type="title"/>
          </p:nvPr>
        </p:nvSpPr>
        <p:spPr bwMode="gray">
          <a:xfrm>
            <a:off x="527051" y="260352"/>
            <a:ext cx="10464800" cy="1152369"/>
          </a:xfrm>
          <a:prstGeom prst="rect">
            <a:avLst/>
          </a:prstGeom>
        </p:spPr>
        <p:txBody>
          <a:bodyPr vert="horz" lIns="0" tIns="0" rIns="0" bIns="108000" rtlCol="0" anchor="b">
            <a:noAutofit/>
          </a:bodyPr>
          <a:lstStyle/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17" name="Textplatzhalter 16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 bwMode="gray">
          <a:xfrm>
            <a:off x="1200153" y="1773237"/>
            <a:ext cx="9791700" cy="42480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VCT_Marker_ID_2" hidden="1"/>
          <p:cNvSpPr/>
          <p:nvPr>
            <p:custDataLst>
              <p:tags r:id="rId19"/>
            </p:custDataLst>
          </p:nvPr>
        </p:nvSpPr>
        <p:spPr bwMode="gray">
          <a:xfrm>
            <a:off x="1693334" y="127000"/>
            <a:ext cx="169333" cy="127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err="1">
              <a:solidFill>
                <a:srgbClr val="001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12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</p:sldLayoutIdLst>
  <p:hf hdr="0"/>
  <p:txStyles>
    <p:titleStyle>
      <a:lvl1pPr marL="490538" indent="-490538" algn="l" defTabSz="914400" rtl="0" eaLnBrk="1" latinLnBrk="0" hangingPunct="1">
        <a:spcBef>
          <a:spcPct val="0"/>
        </a:spcBef>
        <a:buNone/>
        <a:defRPr lang="en-GB" sz="2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563" indent="-182563" algn="l" defTabSz="914400" rtl="0" eaLnBrk="1" latinLnBrk="0" hangingPunct="1">
        <a:spcBef>
          <a:spcPct val="20000"/>
        </a:spcBef>
        <a:buClr>
          <a:schemeClr val="accent2"/>
        </a:buClr>
        <a:buFont typeface="TheSans Swisscom" pitchFamily="34" charset="0"/>
        <a:buChar char="&gt;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182563" algn="l" defTabSz="914400" rtl="0" eaLnBrk="1" latinLnBrk="0" hangingPunct="1">
        <a:spcBef>
          <a:spcPct val="20000"/>
        </a:spcBef>
        <a:buFont typeface="TheSans Swisscom Light" pitchFamily="34" charset="0"/>
        <a:buChar char="–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98525" indent="-184150" algn="l" defTabSz="914400" rtl="0" eaLnBrk="1" latinLnBrk="0" hangingPunct="1">
        <a:spcBef>
          <a:spcPct val="20000"/>
        </a:spcBef>
        <a:buFont typeface="TheSans Swisscom Light" pitchFamily="34" charset="0"/>
        <a:buChar char="–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255713" indent="-184150" algn="l" defTabSz="914400" rtl="0" eaLnBrk="1" latinLnBrk="0" hangingPunct="1">
        <a:spcBef>
          <a:spcPct val="20000"/>
        </a:spcBef>
        <a:buFont typeface="TheSans Swisscom Light" pitchFamily="34" charset="0"/>
        <a:buChar char="–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12900" indent="-174625" algn="l" defTabSz="914400" rtl="0" eaLnBrk="1" latinLnBrk="0" hangingPunct="1">
        <a:spcBef>
          <a:spcPct val="20000"/>
        </a:spcBef>
        <a:buFont typeface="TheSans Swisscom Light" pitchFamily="34" charset="0"/>
        <a:buChar char="–"/>
        <a:defRPr lang="en-GB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970088" indent="-174625" algn="l" defTabSz="914400" rtl="0" eaLnBrk="1" latinLnBrk="0" hangingPunct="1">
        <a:spcBef>
          <a:spcPct val="20000"/>
        </a:spcBef>
        <a:buFont typeface="TheSans Swisscom Light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335213" indent="-182563" algn="l" defTabSz="914400" rtl="0" eaLnBrk="1" latinLnBrk="0" hangingPunct="1">
        <a:spcBef>
          <a:spcPct val="20000"/>
        </a:spcBef>
        <a:buFont typeface="TheSans Swisscom Light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693988" indent="-184150" algn="l" defTabSz="914400" rtl="0" eaLnBrk="1" latinLnBrk="0" hangingPunct="1">
        <a:spcBef>
          <a:spcPct val="20000"/>
        </a:spcBef>
        <a:buFont typeface="TheSans Swisscom Light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051175" indent="-182563" algn="l" defTabSz="914400" rtl="0" eaLnBrk="1" latinLnBrk="0" hangingPunct="1">
        <a:spcBef>
          <a:spcPct val="20000"/>
        </a:spcBef>
        <a:buFont typeface="TheSans Swisscom Light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27051" y="269875"/>
            <a:ext cx="10464800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err="1"/>
              <a:t>Titelmasterformat</a:t>
            </a:r>
            <a:r>
              <a:rPr lang="en-GB"/>
              <a:t> </a:t>
            </a:r>
            <a:r>
              <a:rPr lang="en-GB" err="1"/>
              <a:t>durch</a:t>
            </a:r>
            <a:r>
              <a:rPr lang="en-GB"/>
              <a:t> </a:t>
            </a:r>
            <a:r>
              <a:rPr lang="en-GB" err="1"/>
              <a:t>Klicken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21318" y="1771651"/>
            <a:ext cx="9770533" cy="435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err="1"/>
              <a:t>Textmasterformate</a:t>
            </a:r>
            <a:r>
              <a:rPr lang="en-GB"/>
              <a:t> </a:t>
            </a:r>
            <a:r>
              <a:rPr lang="en-GB" err="1"/>
              <a:t>durch</a:t>
            </a:r>
            <a:r>
              <a:rPr lang="en-GB"/>
              <a:t> </a:t>
            </a:r>
            <a:r>
              <a:rPr lang="en-GB" err="1"/>
              <a:t>Klicken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</a:t>
            </a:r>
            <a:r>
              <a:rPr lang="en-GB" err="1"/>
              <a:t>Ebene</a:t>
            </a:r>
            <a:endParaRPr lang="en-GB"/>
          </a:p>
          <a:p>
            <a:pPr lvl="2"/>
            <a:r>
              <a:rPr lang="en-GB" err="1"/>
              <a:t>Dritte</a:t>
            </a:r>
            <a:r>
              <a:rPr lang="en-GB"/>
              <a:t> </a:t>
            </a:r>
            <a:r>
              <a:rPr lang="en-GB" err="1"/>
              <a:t>Ebene</a:t>
            </a:r>
            <a:endParaRPr lang="en-GB"/>
          </a:p>
          <a:p>
            <a:pPr lvl="3"/>
            <a:r>
              <a:rPr lang="en-GB" err="1"/>
              <a:t>Vierte</a:t>
            </a:r>
            <a:r>
              <a:rPr lang="en-GB"/>
              <a:t> </a:t>
            </a:r>
            <a:r>
              <a:rPr lang="en-GB" err="1"/>
              <a:t>Ebene</a:t>
            </a:r>
            <a:endParaRPr lang="en-GB"/>
          </a:p>
          <a:p>
            <a:pPr lvl="4"/>
            <a:r>
              <a:rPr lang="en-GB" err="1"/>
              <a:t>Fünfte</a:t>
            </a:r>
            <a:r>
              <a:rPr lang="en-GB"/>
              <a:t> </a:t>
            </a:r>
            <a:r>
              <a:rPr lang="en-GB" err="1"/>
              <a:t>Ebene</a:t>
            </a:r>
            <a:endParaRPr lang="en-GB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 rot="-5400000">
            <a:off x="11445876" y="1698097"/>
            <a:ext cx="628650" cy="385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91440" bIns="0" numCol="1" anchor="t" anchorCtr="0" compatLnSpc="1">
            <a:prstTxWarp prst="textNoShape">
              <a:avLst/>
            </a:prstTxWarp>
          </a:bodyPr>
          <a:lstStyle>
            <a:lvl1pPr algn="ctr">
              <a:defRPr sz="700">
                <a:solidFill>
                  <a:srgbClr val="001155"/>
                </a:solidFill>
                <a:latin typeface="TheSans Swisscom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C02E13C-6DE1-4F5D-9131-28932DF591E1}" type="datetime1">
              <a:rPr lang="de-CH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15.03.2026</a:t>
            </a:fld>
            <a:endParaRPr lang="en-GB">
              <a:cs typeface="ＭＳ Ｐゴシック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67585" y="1196975"/>
            <a:ext cx="385233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700">
                <a:solidFill>
                  <a:srgbClr val="001155"/>
                </a:solidFill>
                <a:latin typeface="TheSans Swisscom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9689800-A86A-408E-BB16-5354228EDBBF}" type="slidenum">
              <a:rPr lang="en-GB" smtClean="0"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>
              <a:cs typeface="ＭＳ Ｐゴシック" charset="0"/>
            </a:endParaRPr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1221318" y="1390650"/>
            <a:ext cx="97705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11AAFF"/>
              </a:buClr>
              <a:defRPr/>
            </a:pPr>
            <a:endParaRPr lang="en-GB" sz="1800">
              <a:solidFill>
                <a:srgbClr val="001155"/>
              </a:solidFill>
              <a:cs typeface="ＭＳ Ｐゴシック" charset="0"/>
            </a:endParaRPr>
          </a:p>
        </p:txBody>
      </p:sp>
      <p:sp>
        <p:nvSpPr>
          <p:cNvPr id="1033" name="Line 9"/>
          <p:cNvSpPr>
            <a:spLocks noChangeShapeType="1"/>
          </p:cNvSpPr>
          <p:nvPr/>
        </p:nvSpPr>
        <p:spPr bwMode="auto">
          <a:xfrm>
            <a:off x="11567585" y="1398588"/>
            <a:ext cx="3852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11AAFF"/>
              </a:buClr>
              <a:defRPr/>
            </a:pPr>
            <a:endParaRPr lang="en-GB" sz="1800">
              <a:solidFill>
                <a:srgbClr val="001155"/>
              </a:solidFill>
              <a:cs typeface="ＭＳ Ｐゴシック" charset="0"/>
            </a:endParaRPr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11567585" y="5481638"/>
            <a:ext cx="3852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11AAFF"/>
              </a:buClr>
              <a:defRPr/>
            </a:pPr>
            <a:endParaRPr lang="en-GB" sz="1800">
              <a:solidFill>
                <a:srgbClr val="001155"/>
              </a:solidFill>
              <a:cs typeface="ＭＳ Ｐゴシック" charset="0"/>
            </a:endParaRPr>
          </a:p>
        </p:txBody>
      </p:sp>
      <p:sp>
        <p:nvSpPr>
          <p:cNvPr id="104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 rot="-5400000">
            <a:off x="10284620" y="3632466"/>
            <a:ext cx="2951163" cy="385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700">
                <a:solidFill>
                  <a:srgbClr val="001155"/>
                </a:solidFill>
                <a:latin typeface="TheSans Swisscom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cs typeface="ＭＳ Ｐゴシック" charset="0"/>
              </a:rPr>
              <a:t>Swisscom Cloud </a:t>
            </a:r>
            <a:endParaRPr lang="en-GB">
              <a:cs typeface="ＭＳ Ｐゴシック" charset="0"/>
            </a:endParaRPr>
          </a:p>
        </p:txBody>
      </p:sp>
      <p:pic>
        <p:nvPicPr>
          <p:cNvPr id="1034" name="Picture 17" descr="Swisscom_Stacked_Primary_RGB_PPT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9584" y="6081713"/>
            <a:ext cx="1056216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7977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marL="517525" indent="-51752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+mj-lt"/>
          <a:ea typeface="MS PGothic" pitchFamily="34" charset="-128"/>
          <a:cs typeface="ＭＳ Ｐゴシック" charset="0"/>
        </a:defRPr>
      </a:lvl1pPr>
      <a:lvl2pPr marL="517525" indent="-51752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charset="0"/>
          <a:ea typeface="MS PGothic" pitchFamily="34" charset="-128"/>
          <a:cs typeface="ＭＳ Ｐゴシック" charset="0"/>
        </a:defRPr>
      </a:lvl2pPr>
      <a:lvl3pPr marL="517525" indent="-51752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charset="0"/>
          <a:ea typeface="MS PGothic" pitchFamily="34" charset="-128"/>
          <a:cs typeface="ＭＳ Ｐゴシック" charset="0"/>
        </a:defRPr>
      </a:lvl3pPr>
      <a:lvl4pPr marL="517525" indent="-51752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charset="0"/>
          <a:ea typeface="MS PGothic" pitchFamily="34" charset="-128"/>
          <a:cs typeface="ＭＳ Ｐゴシック" charset="0"/>
        </a:defRPr>
      </a:lvl4pPr>
      <a:lvl5pPr marL="517525" indent="-51752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charset="0"/>
          <a:ea typeface="MS PGothic" pitchFamily="34" charset="-128"/>
          <a:cs typeface="ＭＳ Ｐゴシック" charset="0"/>
        </a:defRPr>
      </a:lvl5pPr>
      <a:lvl6pPr marL="974725" indent="-517525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charset="0"/>
          <a:ea typeface="ＭＳ Ｐゴシック" charset="0"/>
        </a:defRPr>
      </a:lvl6pPr>
      <a:lvl7pPr marL="1431925" indent="-517525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charset="0"/>
          <a:ea typeface="ＭＳ Ｐゴシック" charset="0"/>
        </a:defRPr>
      </a:lvl7pPr>
      <a:lvl8pPr marL="1889125" indent="-517525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charset="0"/>
          <a:ea typeface="ＭＳ Ｐゴシック" charset="0"/>
        </a:defRPr>
      </a:lvl8pPr>
      <a:lvl9pPr marL="2346325" indent="-517525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charset="0"/>
          <a:ea typeface="ＭＳ Ｐゴシック" charset="0"/>
        </a:defRPr>
      </a:lvl9pPr>
    </p:titleStyle>
    <p:bodyStyle>
      <a:lvl1pPr marL="180975" indent="-18097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539750" indent="-18256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TheSans Swisscom" pitchFamily="34" charset="0"/>
        <a:buChar char="–"/>
        <a:defRPr>
          <a:solidFill>
            <a:schemeClr val="tx1"/>
          </a:solidFill>
          <a:latin typeface="+mn-lt"/>
          <a:ea typeface="MS PGothic" pitchFamily="34" charset="-128"/>
        </a:defRPr>
      </a:lvl2pPr>
      <a:lvl3pPr marL="903288" indent="-18573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TheSans Swisscom" pitchFamily="34" charset="0"/>
        <a:buChar char="–"/>
        <a:defRPr>
          <a:solidFill>
            <a:schemeClr val="tx1"/>
          </a:solidFill>
          <a:latin typeface="+mn-lt"/>
          <a:ea typeface="MS PGothic" pitchFamily="34" charset="-128"/>
        </a:defRPr>
      </a:lvl3pPr>
      <a:lvl4pPr marL="1262063" indent="-1778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TheSans Swisscom" pitchFamily="34" charset="0"/>
        <a:buChar char="–"/>
        <a:defRPr>
          <a:solidFill>
            <a:schemeClr val="tx1"/>
          </a:solidFill>
          <a:latin typeface="+mn-lt"/>
          <a:ea typeface="MS PGothic" pitchFamily="34" charset="-128"/>
        </a:defRPr>
      </a:lvl4pPr>
      <a:lvl5pPr marL="1622425" indent="-18573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TheSans Swisscom" pitchFamily="34" charset="0"/>
        <a:buChar char="–"/>
        <a:defRPr>
          <a:solidFill>
            <a:schemeClr val="tx1"/>
          </a:solidFill>
          <a:latin typeface="+mn-lt"/>
          <a:ea typeface="MS PGothic" pitchFamily="34" charset="-128"/>
        </a:defRPr>
      </a:lvl5pPr>
      <a:lvl6pPr marL="2079625" indent="-185738" algn="l" rtl="0" fontAlgn="base">
        <a:spcBef>
          <a:spcPct val="20000"/>
        </a:spcBef>
        <a:spcAft>
          <a:spcPct val="0"/>
        </a:spcAft>
        <a:buClr>
          <a:schemeClr val="tx1"/>
        </a:buClr>
        <a:buFont typeface="TheSans Swisscom" charset="0"/>
        <a:buChar char="–"/>
        <a:defRPr>
          <a:solidFill>
            <a:schemeClr val="tx1"/>
          </a:solidFill>
          <a:latin typeface="+mn-lt"/>
          <a:ea typeface="+mn-ea"/>
        </a:defRPr>
      </a:lvl6pPr>
      <a:lvl7pPr marL="2536825" indent="-185738" algn="l" rtl="0" fontAlgn="base">
        <a:spcBef>
          <a:spcPct val="20000"/>
        </a:spcBef>
        <a:spcAft>
          <a:spcPct val="0"/>
        </a:spcAft>
        <a:buClr>
          <a:schemeClr val="tx1"/>
        </a:buClr>
        <a:buFont typeface="TheSans Swisscom" charset="0"/>
        <a:buChar char="–"/>
        <a:defRPr>
          <a:solidFill>
            <a:schemeClr val="tx1"/>
          </a:solidFill>
          <a:latin typeface="+mn-lt"/>
          <a:ea typeface="+mn-ea"/>
        </a:defRPr>
      </a:lvl7pPr>
      <a:lvl8pPr marL="2994025" indent="-185738" algn="l" rtl="0" fontAlgn="base">
        <a:spcBef>
          <a:spcPct val="20000"/>
        </a:spcBef>
        <a:spcAft>
          <a:spcPct val="0"/>
        </a:spcAft>
        <a:buClr>
          <a:schemeClr val="tx1"/>
        </a:buClr>
        <a:buFont typeface="TheSans Swisscom" charset="0"/>
        <a:buChar char="–"/>
        <a:defRPr>
          <a:solidFill>
            <a:schemeClr val="tx1"/>
          </a:solidFill>
          <a:latin typeface="+mn-lt"/>
          <a:ea typeface="+mn-ea"/>
        </a:defRPr>
      </a:lvl8pPr>
      <a:lvl9pPr marL="3451225" indent="-185738" algn="l" rtl="0" fontAlgn="base">
        <a:spcBef>
          <a:spcPct val="20000"/>
        </a:spcBef>
        <a:spcAft>
          <a:spcPct val="0"/>
        </a:spcAft>
        <a:buClr>
          <a:schemeClr val="tx1"/>
        </a:buClr>
        <a:buFont typeface="TheSans Swisscom" charset="0"/>
        <a:buChar char="–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27051" y="269875"/>
            <a:ext cx="10464800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 durch Klicken bearbeiten</a:t>
            </a:r>
            <a:endParaRPr lang="en-GB" altLang="de-DE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21318" y="1771651"/>
            <a:ext cx="9770533" cy="435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  <a:endParaRPr lang="en-GB" altLang="de-DE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 rot="-5400000">
            <a:off x="11445876" y="1698097"/>
            <a:ext cx="628650" cy="385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91440" bIns="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defRPr sz="700" smtClean="0"/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de-CH" altLang="de-DE">
                <a:solidFill>
                  <a:srgbClr val="001155"/>
                </a:solidFill>
              </a:rPr>
              <a:t>dd/mm/yyyy</a:t>
            </a:r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67585" y="1196975"/>
            <a:ext cx="385233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defRPr sz="700"/>
            </a:lvl1pPr>
          </a:lstStyle>
          <a:p>
            <a:pPr fontAlgn="base">
              <a:spcAft>
                <a:spcPct val="0"/>
              </a:spcAft>
            </a:pPr>
            <a:fld id="{12396580-EA28-4202-85A5-787E8FA8C0FB}" type="slidenum">
              <a:rPr lang="en-GB" altLang="de-DE">
                <a:solidFill>
                  <a:srgbClr val="001155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2" name="Line 8"/>
          <p:cNvSpPr>
            <a:spLocks noChangeShapeType="1"/>
          </p:cNvSpPr>
          <p:nvPr/>
        </p:nvSpPr>
        <p:spPr bwMode="auto">
          <a:xfrm>
            <a:off x="1221318" y="1390650"/>
            <a:ext cx="97705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11AAFF"/>
              </a:buClr>
            </a:pPr>
            <a:endParaRPr lang="de-CH" sz="1800">
              <a:solidFill>
                <a:srgbClr val="001155"/>
              </a:solidFill>
            </a:endParaRPr>
          </a:p>
        </p:txBody>
      </p:sp>
      <p:sp>
        <p:nvSpPr>
          <p:cNvPr id="1031" name="Line 9"/>
          <p:cNvSpPr>
            <a:spLocks noChangeShapeType="1"/>
          </p:cNvSpPr>
          <p:nvPr/>
        </p:nvSpPr>
        <p:spPr bwMode="auto">
          <a:xfrm>
            <a:off x="11567585" y="1398588"/>
            <a:ext cx="3852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11AAFF"/>
              </a:buClr>
            </a:pPr>
            <a:endParaRPr lang="de-CH" sz="1800">
              <a:solidFill>
                <a:srgbClr val="001155"/>
              </a:solidFill>
            </a:endParaRPr>
          </a:p>
        </p:txBody>
      </p:sp>
      <p:sp>
        <p:nvSpPr>
          <p:cNvPr id="1032" name="Line 13"/>
          <p:cNvSpPr>
            <a:spLocks noChangeShapeType="1"/>
          </p:cNvSpPr>
          <p:nvPr/>
        </p:nvSpPr>
        <p:spPr bwMode="auto">
          <a:xfrm>
            <a:off x="11567585" y="5481638"/>
            <a:ext cx="3852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11AAFF"/>
              </a:buClr>
            </a:pPr>
            <a:endParaRPr lang="de-CH" sz="1800">
              <a:solidFill>
                <a:srgbClr val="001155"/>
              </a:solidFill>
            </a:endParaRPr>
          </a:p>
        </p:txBody>
      </p:sp>
      <p:sp>
        <p:nvSpPr>
          <p:cNvPr id="104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 rot="-5400000">
            <a:off x="10284620" y="3632466"/>
            <a:ext cx="2951163" cy="385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defRPr sz="700" smtClean="0"/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GB" altLang="de-DE">
                <a:solidFill>
                  <a:srgbClr val="001155"/>
                </a:solidFill>
              </a:rPr>
              <a:t>Classification, First name &amp; surname, Organization, Filename_Version</a:t>
            </a:r>
          </a:p>
        </p:txBody>
      </p:sp>
      <p:pic>
        <p:nvPicPr>
          <p:cNvPr id="1034" name="Picture 17" descr="Swisscom_Stacked_Primary_RGB_PPT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9584" y="6081713"/>
            <a:ext cx="1056216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570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hf hdr="0"/>
  <p:txStyles>
    <p:titleStyle>
      <a:lvl1pPr marL="517525" indent="-51752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marL="517525" indent="-51752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2pPr>
      <a:lvl3pPr marL="517525" indent="-51752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3pPr>
      <a:lvl4pPr marL="517525" indent="-51752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4pPr>
      <a:lvl5pPr marL="517525" indent="-51752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5pPr>
      <a:lvl6pPr marL="974725" indent="-51752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6pPr>
      <a:lvl7pPr marL="1431925" indent="-51752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7pPr>
      <a:lvl8pPr marL="1889125" indent="-51752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8pPr>
      <a:lvl9pPr marL="2346325" indent="-51752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9pPr>
    </p:titleStyle>
    <p:bodyStyle>
      <a:lvl1pPr marL="180975" indent="-18097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539750" indent="-18256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heSans Swisscom" panose="020B0500040303060204" pitchFamily="34" charset="0"/>
        <a:buChar char="–"/>
        <a:defRPr>
          <a:solidFill>
            <a:schemeClr val="tx1"/>
          </a:solidFill>
          <a:latin typeface="+mn-lt"/>
        </a:defRPr>
      </a:lvl2pPr>
      <a:lvl3pPr marL="903288" indent="-18573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heSans Swisscom" panose="020B0500040303060204" pitchFamily="34" charset="0"/>
        <a:buChar char="–"/>
        <a:defRPr>
          <a:solidFill>
            <a:schemeClr val="tx1"/>
          </a:solidFill>
          <a:latin typeface="+mn-lt"/>
        </a:defRPr>
      </a:lvl3pPr>
      <a:lvl4pPr marL="1262063" indent="-1778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heSans Swisscom" panose="020B0500040303060204" pitchFamily="34" charset="0"/>
        <a:buChar char="–"/>
        <a:defRPr>
          <a:solidFill>
            <a:schemeClr val="tx1"/>
          </a:solidFill>
          <a:latin typeface="+mn-lt"/>
        </a:defRPr>
      </a:lvl4pPr>
      <a:lvl5pPr marL="1622425" indent="-18573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heSans Swisscom" panose="020B0500040303060204" pitchFamily="34" charset="0"/>
        <a:buChar char="–"/>
        <a:defRPr>
          <a:solidFill>
            <a:schemeClr val="tx1"/>
          </a:solidFill>
          <a:latin typeface="+mn-lt"/>
        </a:defRPr>
      </a:lvl5pPr>
      <a:lvl6pPr marL="2079625" indent="-18573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heSans Swisscom" pitchFamily="34" charset="0"/>
        <a:buChar char="–"/>
        <a:defRPr>
          <a:solidFill>
            <a:schemeClr val="tx1"/>
          </a:solidFill>
          <a:latin typeface="+mn-lt"/>
        </a:defRPr>
      </a:lvl6pPr>
      <a:lvl7pPr marL="2536825" indent="-18573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heSans Swisscom" pitchFamily="34" charset="0"/>
        <a:buChar char="–"/>
        <a:defRPr>
          <a:solidFill>
            <a:schemeClr val="tx1"/>
          </a:solidFill>
          <a:latin typeface="+mn-lt"/>
        </a:defRPr>
      </a:lvl7pPr>
      <a:lvl8pPr marL="2994025" indent="-18573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heSans Swisscom" pitchFamily="34" charset="0"/>
        <a:buChar char="–"/>
        <a:defRPr>
          <a:solidFill>
            <a:schemeClr val="tx1"/>
          </a:solidFill>
          <a:latin typeface="+mn-lt"/>
        </a:defRPr>
      </a:lvl8pPr>
      <a:lvl9pPr marL="3451225" indent="-18573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heSans Swisscom" pitchFamily="34" charset="0"/>
        <a:buChar char="–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207751" y="6237313"/>
            <a:ext cx="762000" cy="422875"/>
          </a:xfrm>
          <a:prstGeom prst="rect">
            <a:avLst/>
          </a:prstGeom>
        </p:spPr>
      </p:pic>
      <p:sp>
        <p:nvSpPr>
          <p:cNvPr id="8" name="Line 8"/>
          <p:cNvSpPr>
            <a:spLocks noChangeShapeType="1"/>
          </p:cNvSpPr>
          <p:nvPr userDrawn="1"/>
        </p:nvSpPr>
        <p:spPr bwMode="gray">
          <a:xfrm flipV="1">
            <a:off x="1198491" y="1412720"/>
            <a:ext cx="979336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800">
              <a:solidFill>
                <a:srgbClr val="001155"/>
              </a:solidFill>
            </a:endParaRPr>
          </a:p>
        </p:txBody>
      </p:sp>
      <p:sp>
        <p:nvSpPr>
          <p:cNvPr id="9" name="Line 13"/>
          <p:cNvSpPr>
            <a:spLocks noChangeShapeType="1"/>
          </p:cNvSpPr>
          <p:nvPr userDrawn="1"/>
        </p:nvSpPr>
        <p:spPr bwMode="gray">
          <a:xfrm>
            <a:off x="11567585" y="6021288"/>
            <a:ext cx="3852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800">
              <a:solidFill>
                <a:srgbClr val="001155"/>
              </a:solidFill>
            </a:endParaRP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 rot="16200000">
            <a:off x="11437115" y="1891512"/>
            <a:ext cx="648124" cy="382951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de-DE">
                <a:solidFill>
                  <a:srgbClr val="001155"/>
                </a:solidFill>
              </a:rPr>
              <a:t>02.05.2016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 rot="16200000">
            <a:off x="10104994" y="3957605"/>
            <a:ext cx="3312370" cy="38294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de-CH">
                <a:solidFill>
                  <a:srgbClr val="001155"/>
                </a:solidFill>
              </a:rPr>
              <a:t>DCS Produkt in S-Stack und SAM-Stack</a:t>
            </a:r>
            <a:endParaRPr lang="de-DE">
              <a:solidFill>
                <a:srgbClr val="001155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11569700" y="1124744"/>
            <a:ext cx="382949" cy="2879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F1E6F8D2-302A-414E-8EB0-9FF1A628B391}" type="slidenum">
              <a:rPr lang="de-DE" smtClean="0">
                <a:solidFill>
                  <a:srgbClr val="001155"/>
                </a:solidFill>
              </a:rPr>
              <a:pPr/>
              <a:t>‹#›</a:t>
            </a:fld>
            <a:endParaRPr lang="de-DE">
              <a:solidFill>
                <a:srgbClr val="001155"/>
              </a:solidFill>
            </a:endParaRPr>
          </a:p>
        </p:txBody>
      </p:sp>
      <p:sp>
        <p:nvSpPr>
          <p:cNvPr id="15" name="Line 8"/>
          <p:cNvSpPr>
            <a:spLocks noChangeShapeType="1"/>
          </p:cNvSpPr>
          <p:nvPr userDrawn="1"/>
        </p:nvSpPr>
        <p:spPr bwMode="gray">
          <a:xfrm flipV="1">
            <a:off x="11569699" y="1412776"/>
            <a:ext cx="38295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800">
              <a:solidFill>
                <a:srgbClr val="001155"/>
              </a:solidFill>
            </a:endParaRPr>
          </a:p>
        </p:txBody>
      </p:sp>
      <p:sp>
        <p:nvSpPr>
          <p:cNvPr id="16" name="Titelplatzhalter 15"/>
          <p:cNvSpPr>
            <a:spLocks noGrp="1"/>
          </p:cNvSpPr>
          <p:nvPr>
            <p:ph type="title"/>
          </p:nvPr>
        </p:nvSpPr>
        <p:spPr bwMode="gray">
          <a:xfrm>
            <a:off x="527051" y="260352"/>
            <a:ext cx="10464800" cy="1152369"/>
          </a:xfrm>
          <a:prstGeom prst="rect">
            <a:avLst/>
          </a:prstGeom>
        </p:spPr>
        <p:txBody>
          <a:bodyPr vert="horz" lIns="0" tIns="0" rIns="0" bIns="108000" rtlCol="0" anchor="b">
            <a:no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 bwMode="gray">
          <a:xfrm>
            <a:off x="1200150" y="1773238"/>
            <a:ext cx="9791700" cy="4248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VCT_Marker_ID_2" hidden="1"/>
          <p:cNvSpPr/>
          <p:nvPr userDrawn="1">
            <p:custDataLst>
              <p:tags r:id="rId18"/>
            </p:custDataLst>
          </p:nvPr>
        </p:nvSpPr>
        <p:spPr bwMode="gray">
          <a:xfrm>
            <a:off x="1693334" y="127000"/>
            <a:ext cx="169333" cy="127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err="1">
              <a:solidFill>
                <a:srgbClr val="001155"/>
              </a:solidFill>
            </a:endParaRPr>
          </a:p>
        </p:txBody>
      </p:sp>
      <p:sp>
        <p:nvSpPr>
          <p:cNvPr id="12" name="VctRoadmap_ID_12" hidden="1"/>
          <p:cNvSpPr txBox="1"/>
          <p:nvPr userDrawn="1">
            <p:custDataLst>
              <p:tags r:id="rId19"/>
            </p:custDataLst>
          </p:nvPr>
        </p:nvSpPr>
        <p:spPr bwMode="gray">
          <a:xfrm>
            <a:off x="5759449" y="88900"/>
            <a:ext cx="5232400" cy="184666"/>
          </a:xfrm>
          <a:prstGeom prst="rect">
            <a:avLst/>
          </a:prstGeom>
          <a:noFill/>
          <a:ln cmpd="sng">
            <a:noFill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algn="r"/>
            <a:r>
              <a:rPr lang="de-DE" sz="1200" b="1" i="1">
                <a:solidFill>
                  <a:srgbClr val="000000"/>
                </a:solidFill>
                <a:latin typeface="Arial"/>
              </a:rPr>
              <a:t>_Auto</a:t>
            </a:r>
          </a:p>
        </p:txBody>
      </p:sp>
    </p:spTree>
    <p:extLst>
      <p:ext uri="{BB962C8B-B14F-4D97-AF65-F5344CB8AC3E}">
        <p14:creationId xmlns:p14="http://schemas.microsoft.com/office/powerpoint/2010/main" val="1620002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</p:sldLayoutIdLst>
  <p:transition/>
  <p:hf hdr="0"/>
  <p:txStyles>
    <p:titleStyle>
      <a:lvl1pPr marL="490538" indent="-490538" algn="l" defTabSz="914400" rtl="0" eaLnBrk="1" latinLnBrk="0" hangingPunct="1">
        <a:spcBef>
          <a:spcPct val="0"/>
        </a:spcBef>
        <a:buNone/>
        <a:defRPr lang="en-GB" sz="2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563" indent="-182563" algn="l" defTabSz="914400" rtl="0" eaLnBrk="1" latinLnBrk="0" hangingPunct="1">
        <a:spcBef>
          <a:spcPct val="20000"/>
        </a:spcBef>
        <a:buClr>
          <a:schemeClr val="accent2"/>
        </a:buClr>
        <a:buFont typeface="TheSans Swisscom" pitchFamily="34" charset="0"/>
        <a:buChar char="&gt;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182563" algn="l" defTabSz="914400" rtl="0" eaLnBrk="1" latinLnBrk="0" hangingPunct="1">
        <a:spcBef>
          <a:spcPct val="20000"/>
        </a:spcBef>
        <a:buFont typeface="TheSans Swisscom Light" pitchFamily="34" charset="0"/>
        <a:buChar char="–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98525" indent="-184150" algn="l" defTabSz="914400" rtl="0" eaLnBrk="1" latinLnBrk="0" hangingPunct="1">
        <a:spcBef>
          <a:spcPct val="20000"/>
        </a:spcBef>
        <a:buFont typeface="TheSans Swisscom Light" pitchFamily="34" charset="0"/>
        <a:buChar char="–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255713" indent="-184150" algn="l" defTabSz="914400" rtl="0" eaLnBrk="1" latinLnBrk="0" hangingPunct="1">
        <a:spcBef>
          <a:spcPct val="20000"/>
        </a:spcBef>
        <a:buFont typeface="TheSans Swisscom Light" pitchFamily="34" charset="0"/>
        <a:buChar char="–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12900" indent="-174625" algn="l" defTabSz="914400" rtl="0" eaLnBrk="1" latinLnBrk="0" hangingPunct="1">
        <a:spcBef>
          <a:spcPct val="20000"/>
        </a:spcBef>
        <a:buFont typeface="TheSans Swisscom Light" pitchFamily="34" charset="0"/>
        <a:buChar char="–"/>
        <a:defRPr lang="en-GB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970088" indent="-174625" algn="l" defTabSz="914400" rtl="0" eaLnBrk="1" latinLnBrk="0" hangingPunct="1">
        <a:spcBef>
          <a:spcPct val="20000"/>
        </a:spcBef>
        <a:buFont typeface="TheSans Swisscom Light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335213" indent="-182563" algn="l" defTabSz="914400" rtl="0" eaLnBrk="1" latinLnBrk="0" hangingPunct="1">
        <a:spcBef>
          <a:spcPct val="20000"/>
        </a:spcBef>
        <a:buFont typeface="TheSans Swisscom Light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693988" indent="-184150" algn="l" defTabSz="914400" rtl="0" eaLnBrk="1" latinLnBrk="0" hangingPunct="1">
        <a:spcBef>
          <a:spcPct val="20000"/>
        </a:spcBef>
        <a:buFont typeface="TheSans Swisscom Light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051175" indent="-182563" algn="l" defTabSz="914400" rtl="0" eaLnBrk="1" latinLnBrk="0" hangingPunct="1">
        <a:spcBef>
          <a:spcPct val="20000"/>
        </a:spcBef>
        <a:buFont typeface="TheSans Swisscom Light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27051" y="269875"/>
            <a:ext cx="10464800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21318" y="1771651"/>
            <a:ext cx="9770533" cy="435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Textmasterformate durch Klicken bearbeiten</a:t>
            </a:r>
          </a:p>
          <a:p>
            <a:pPr lvl="1"/>
            <a:r>
              <a:rPr lang="en-GB"/>
              <a:t>Zweite Ebene</a:t>
            </a:r>
          </a:p>
          <a:p>
            <a:pPr lvl="2"/>
            <a:r>
              <a:rPr lang="en-GB"/>
              <a:t>Dritte Ebene</a:t>
            </a:r>
          </a:p>
          <a:p>
            <a:pPr lvl="3"/>
            <a:r>
              <a:rPr lang="en-GB"/>
              <a:t>Vierte Ebene</a:t>
            </a:r>
          </a:p>
          <a:p>
            <a:pPr lvl="4"/>
            <a:r>
              <a:rPr lang="en-GB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 rot="-5400000">
            <a:off x="11445876" y="1698097"/>
            <a:ext cx="628650" cy="385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91440" bIns="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defRPr sz="700"/>
            </a:lvl1pPr>
          </a:lstStyle>
          <a:p>
            <a:pPr algn="ctr" fontAlgn="base">
              <a:spcAft>
                <a:spcPct val="0"/>
              </a:spcAft>
              <a:defRPr/>
            </a:pPr>
            <a:fld id="{C409AF09-4223-4D74-B22D-630B9EFC8995}" type="datetime1">
              <a:rPr lang="de-DE" smtClean="0">
                <a:solidFill>
                  <a:srgbClr val="001155"/>
                </a:solidFill>
              </a:rPr>
              <a:pPr algn="ctr" fontAlgn="base">
                <a:spcAft>
                  <a:spcPct val="0"/>
                </a:spcAft>
                <a:defRPr/>
              </a:pPr>
              <a:t>15.03.2026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67585" y="1196975"/>
            <a:ext cx="385233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defRPr sz="700"/>
            </a:lvl1pPr>
          </a:lstStyle>
          <a:p>
            <a:pPr fontAlgn="base">
              <a:spcAft>
                <a:spcPct val="0"/>
              </a:spcAft>
              <a:defRPr/>
            </a:pPr>
            <a:fld id="{66CCBED9-E6FE-4EA0-9069-28C2A5EF93F0}" type="slidenum">
              <a:rPr lang="en-GB">
                <a:solidFill>
                  <a:srgbClr val="001155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endParaRPr lang="en-GB">
              <a:solidFill>
                <a:srgbClr val="001155"/>
              </a:solidFill>
            </a:endParaRPr>
          </a:p>
        </p:txBody>
      </p:sp>
      <p:sp>
        <p:nvSpPr>
          <p:cNvPr id="2" name="Line 8"/>
          <p:cNvSpPr>
            <a:spLocks noChangeShapeType="1"/>
          </p:cNvSpPr>
          <p:nvPr/>
        </p:nvSpPr>
        <p:spPr bwMode="auto">
          <a:xfrm>
            <a:off x="1221318" y="1390650"/>
            <a:ext cx="97705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rgbClr val="11AAFF"/>
              </a:buClr>
            </a:pPr>
            <a:endParaRPr lang="de-CH" sz="1400">
              <a:solidFill>
                <a:srgbClr val="001155"/>
              </a:solidFill>
            </a:endParaRPr>
          </a:p>
        </p:txBody>
      </p:sp>
      <p:sp>
        <p:nvSpPr>
          <p:cNvPr id="1031" name="Line 9"/>
          <p:cNvSpPr>
            <a:spLocks noChangeShapeType="1"/>
          </p:cNvSpPr>
          <p:nvPr/>
        </p:nvSpPr>
        <p:spPr bwMode="auto">
          <a:xfrm>
            <a:off x="11567585" y="1398588"/>
            <a:ext cx="3852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rgbClr val="11AAFF"/>
              </a:buClr>
            </a:pPr>
            <a:endParaRPr lang="de-CH" sz="1400">
              <a:solidFill>
                <a:srgbClr val="001155"/>
              </a:solidFill>
            </a:endParaRPr>
          </a:p>
        </p:txBody>
      </p:sp>
      <p:sp>
        <p:nvSpPr>
          <p:cNvPr id="1032" name="Line 13"/>
          <p:cNvSpPr>
            <a:spLocks noChangeShapeType="1"/>
          </p:cNvSpPr>
          <p:nvPr/>
        </p:nvSpPr>
        <p:spPr bwMode="auto">
          <a:xfrm>
            <a:off x="11567585" y="5481638"/>
            <a:ext cx="3852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rgbClr val="11AAFF"/>
              </a:buClr>
            </a:pPr>
            <a:endParaRPr lang="de-CH" sz="1400">
              <a:solidFill>
                <a:srgbClr val="001155"/>
              </a:solidFill>
            </a:endParaRPr>
          </a:p>
        </p:txBody>
      </p:sp>
      <p:sp>
        <p:nvSpPr>
          <p:cNvPr id="104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 rot="-5400000">
            <a:off x="10284620" y="3632466"/>
            <a:ext cx="2951163" cy="385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defRPr sz="700"/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de-CH">
                <a:solidFill>
                  <a:srgbClr val="001155"/>
                </a:solidFill>
              </a:rPr>
              <a:t>C3, Alain Bovet, INI-ON-PLS-SMT, Aufgaben_Übergabe_Version_0.2</a:t>
            </a:r>
            <a:endParaRPr lang="en-GB">
              <a:solidFill>
                <a:srgbClr val="001155"/>
              </a:solidFill>
            </a:endParaRPr>
          </a:p>
        </p:txBody>
      </p:sp>
      <p:pic>
        <p:nvPicPr>
          <p:cNvPr id="1034" name="Picture 17" descr="Swisscom_Stacked_Primary_RGB_PPT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9584" y="6081713"/>
            <a:ext cx="1056216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677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</p:sldLayoutIdLst>
  <p:hf hdr="0"/>
  <p:txStyles>
    <p:titleStyle>
      <a:lvl1pPr marL="517525" indent="-51752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marL="517525" indent="-51752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2pPr>
      <a:lvl3pPr marL="517525" indent="-51752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3pPr>
      <a:lvl4pPr marL="517525" indent="-51752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4pPr>
      <a:lvl5pPr marL="517525" indent="-51752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5pPr>
      <a:lvl6pPr marL="974725" indent="-517525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6pPr>
      <a:lvl7pPr marL="1431925" indent="-517525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7pPr>
      <a:lvl8pPr marL="1889125" indent="-517525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8pPr>
      <a:lvl9pPr marL="2346325" indent="-517525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9pPr>
    </p:titleStyle>
    <p:bodyStyle>
      <a:lvl1pPr marL="180975" indent="-18097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539750" indent="-18256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TheSans Swisscom" pitchFamily="34" charset="0"/>
        <a:buChar char="–"/>
        <a:defRPr>
          <a:solidFill>
            <a:schemeClr val="tx1"/>
          </a:solidFill>
          <a:latin typeface="+mn-lt"/>
        </a:defRPr>
      </a:lvl2pPr>
      <a:lvl3pPr marL="903288" indent="-18573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TheSans Swisscom" pitchFamily="34" charset="0"/>
        <a:buChar char="–"/>
        <a:defRPr>
          <a:solidFill>
            <a:schemeClr val="tx1"/>
          </a:solidFill>
          <a:latin typeface="+mn-lt"/>
        </a:defRPr>
      </a:lvl3pPr>
      <a:lvl4pPr marL="1262063" indent="-1778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TheSans Swisscom" pitchFamily="34" charset="0"/>
        <a:buChar char="–"/>
        <a:defRPr>
          <a:solidFill>
            <a:schemeClr val="tx1"/>
          </a:solidFill>
          <a:latin typeface="+mn-lt"/>
        </a:defRPr>
      </a:lvl4pPr>
      <a:lvl5pPr marL="1622425" indent="-18573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TheSans Swisscom" pitchFamily="34" charset="0"/>
        <a:buChar char="–"/>
        <a:defRPr>
          <a:solidFill>
            <a:schemeClr val="tx1"/>
          </a:solidFill>
          <a:latin typeface="+mn-lt"/>
        </a:defRPr>
      </a:lvl5pPr>
      <a:lvl6pPr marL="2079625" indent="-185738" algn="l" rtl="0" fontAlgn="base">
        <a:spcBef>
          <a:spcPct val="20000"/>
        </a:spcBef>
        <a:spcAft>
          <a:spcPct val="0"/>
        </a:spcAft>
        <a:buClr>
          <a:schemeClr val="tx1"/>
        </a:buClr>
        <a:buFont typeface="TheSans Swisscom" pitchFamily="34" charset="0"/>
        <a:buChar char="–"/>
        <a:defRPr>
          <a:solidFill>
            <a:schemeClr val="tx1"/>
          </a:solidFill>
          <a:latin typeface="+mn-lt"/>
        </a:defRPr>
      </a:lvl6pPr>
      <a:lvl7pPr marL="2536825" indent="-185738" algn="l" rtl="0" fontAlgn="base">
        <a:spcBef>
          <a:spcPct val="20000"/>
        </a:spcBef>
        <a:spcAft>
          <a:spcPct val="0"/>
        </a:spcAft>
        <a:buClr>
          <a:schemeClr val="tx1"/>
        </a:buClr>
        <a:buFont typeface="TheSans Swisscom" pitchFamily="34" charset="0"/>
        <a:buChar char="–"/>
        <a:defRPr>
          <a:solidFill>
            <a:schemeClr val="tx1"/>
          </a:solidFill>
          <a:latin typeface="+mn-lt"/>
        </a:defRPr>
      </a:lvl7pPr>
      <a:lvl8pPr marL="2994025" indent="-185738" algn="l" rtl="0" fontAlgn="base">
        <a:spcBef>
          <a:spcPct val="20000"/>
        </a:spcBef>
        <a:spcAft>
          <a:spcPct val="0"/>
        </a:spcAft>
        <a:buClr>
          <a:schemeClr val="tx1"/>
        </a:buClr>
        <a:buFont typeface="TheSans Swisscom" pitchFamily="34" charset="0"/>
        <a:buChar char="–"/>
        <a:defRPr>
          <a:solidFill>
            <a:schemeClr val="tx1"/>
          </a:solidFill>
          <a:latin typeface="+mn-lt"/>
        </a:defRPr>
      </a:lvl8pPr>
      <a:lvl9pPr marL="3451225" indent="-185738" algn="l" rtl="0" fontAlgn="base">
        <a:spcBef>
          <a:spcPct val="20000"/>
        </a:spcBef>
        <a:spcAft>
          <a:spcPct val="0"/>
        </a:spcAft>
        <a:buClr>
          <a:schemeClr val="tx1"/>
        </a:buClr>
        <a:buFont typeface="TheSans Swisscom" pitchFamily="34" charset="0"/>
        <a:buChar char="–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27051" y="269875"/>
            <a:ext cx="10464800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de-DE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21318" y="1771651"/>
            <a:ext cx="9770533" cy="435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de-DE" err="1"/>
              <a:t>Textmasterformate</a:t>
            </a:r>
            <a:r>
              <a:rPr lang="en-GB" altLang="de-DE"/>
              <a:t> </a:t>
            </a:r>
            <a:r>
              <a:rPr lang="en-GB" altLang="de-DE" err="1"/>
              <a:t>durch</a:t>
            </a:r>
            <a:r>
              <a:rPr lang="en-GB" altLang="de-DE"/>
              <a:t> </a:t>
            </a:r>
            <a:r>
              <a:rPr lang="en-GB" altLang="de-DE" err="1"/>
              <a:t>Klicken</a:t>
            </a:r>
            <a:r>
              <a:rPr lang="en-GB" altLang="de-DE"/>
              <a:t> </a:t>
            </a:r>
            <a:r>
              <a:rPr lang="en-GB" altLang="de-DE" err="1"/>
              <a:t>bearbeiten</a:t>
            </a:r>
            <a:endParaRPr lang="en-GB" altLang="de-DE"/>
          </a:p>
          <a:p>
            <a:pPr lvl="1"/>
            <a:r>
              <a:rPr lang="en-GB" altLang="de-DE" err="1"/>
              <a:t>Zweite</a:t>
            </a:r>
            <a:r>
              <a:rPr lang="en-GB" altLang="de-DE"/>
              <a:t> </a:t>
            </a:r>
            <a:r>
              <a:rPr lang="en-GB" altLang="de-DE" err="1"/>
              <a:t>Ebene</a:t>
            </a:r>
            <a:endParaRPr lang="en-GB" altLang="de-DE"/>
          </a:p>
          <a:p>
            <a:pPr lvl="2"/>
            <a:r>
              <a:rPr lang="en-GB" altLang="de-DE" err="1"/>
              <a:t>Dritte</a:t>
            </a:r>
            <a:r>
              <a:rPr lang="en-GB" altLang="de-DE"/>
              <a:t> </a:t>
            </a:r>
            <a:r>
              <a:rPr lang="en-GB" altLang="de-DE" err="1"/>
              <a:t>Ebene</a:t>
            </a:r>
            <a:endParaRPr lang="en-GB" altLang="de-DE"/>
          </a:p>
          <a:p>
            <a:pPr lvl="3"/>
            <a:r>
              <a:rPr lang="en-GB" altLang="de-DE" err="1"/>
              <a:t>Vierte</a:t>
            </a:r>
            <a:r>
              <a:rPr lang="en-GB" altLang="de-DE"/>
              <a:t> </a:t>
            </a:r>
            <a:r>
              <a:rPr lang="en-GB" altLang="de-DE" err="1"/>
              <a:t>Ebene</a:t>
            </a:r>
            <a:endParaRPr lang="en-GB" altLang="de-DE"/>
          </a:p>
          <a:p>
            <a:pPr lvl="4"/>
            <a:r>
              <a:rPr lang="en-GB" altLang="de-DE" err="1"/>
              <a:t>Fünfte</a:t>
            </a:r>
            <a:r>
              <a:rPr lang="en-GB" altLang="de-DE"/>
              <a:t> </a:t>
            </a:r>
            <a:r>
              <a:rPr lang="en-GB" altLang="de-DE" err="1"/>
              <a:t>Ebene</a:t>
            </a:r>
            <a:endParaRPr lang="en-GB" altLang="de-DE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 rot="-5400000">
            <a:off x="11445876" y="1698097"/>
            <a:ext cx="628650" cy="385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91440" bIns="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defRPr sz="700"/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de-CH" altLang="de-DE">
                <a:solidFill>
                  <a:srgbClr val="001155"/>
                </a:solidFill>
              </a:rPr>
              <a:t>14.04.2016</a:t>
            </a:r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67585" y="1196975"/>
            <a:ext cx="385233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7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E1DE9B-B420-4A5D-8689-0D28680670E3}" type="slidenum">
              <a:rPr lang="en-GB" altLang="de-DE">
                <a:solidFill>
                  <a:srgbClr val="001155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altLang="de-DE">
              <a:solidFill>
                <a:srgbClr val="001155"/>
              </a:solidFill>
            </a:endParaRPr>
          </a:p>
        </p:txBody>
      </p:sp>
      <p:sp>
        <p:nvSpPr>
          <p:cNvPr id="2" name="Line 8"/>
          <p:cNvSpPr>
            <a:spLocks noChangeShapeType="1"/>
          </p:cNvSpPr>
          <p:nvPr/>
        </p:nvSpPr>
        <p:spPr bwMode="auto">
          <a:xfrm>
            <a:off x="1221318" y="1390650"/>
            <a:ext cx="97705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de-CH" sz="1800">
              <a:solidFill>
                <a:srgbClr val="001155"/>
              </a:solidFill>
            </a:endParaRPr>
          </a:p>
        </p:txBody>
      </p:sp>
      <p:sp>
        <p:nvSpPr>
          <p:cNvPr id="1031" name="Line 9"/>
          <p:cNvSpPr>
            <a:spLocks noChangeShapeType="1"/>
          </p:cNvSpPr>
          <p:nvPr/>
        </p:nvSpPr>
        <p:spPr bwMode="auto">
          <a:xfrm>
            <a:off x="11567585" y="1398588"/>
            <a:ext cx="3852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de-CH" sz="1800">
              <a:solidFill>
                <a:srgbClr val="001155"/>
              </a:solidFill>
            </a:endParaRPr>
          </a:p>
        </p:txBody>
      </p:sp>
      <p:sp>
        <p:nvSpPr>
          <p:cNvPr id="1032" name="Line 13"/>
          <p:cNvSpPr>
            <a:spLocks noChangeShapeType="1"/>
          </p:cNvSpPr>
          <p:nvPr/>
        </p:nvSpPr>
        <p:spPr bwMode="auto">
          <a:xfrm>
            <a:off x="11567585" y="5481638"/>
            <a:ext cx="3852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de-CH" sz="1800">
              <a:solidFill>
                <a:srgbClr val="001155"/>
              </a:solidFill>
            </a:endParaRPr>
          </a:p>
        </p:txBody>
      </p:sp>
      <p:sp>
        <p:nvSpPr>
          <p:cNvPr id="104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 rot="-5400000">
            <a:off x="10284620" y="3632466"/>
            <a:ext cx="2951163" cy="385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defRPr sz="700"/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GB" altLang="de-DE">
                <a:solidFill>
                  <a:srgbClr val="001155"/>
                </a:solidFill>
              </a:rPr>
              <a:t>Thor-DCS_HAL_V01-.pptx</a:t>
            </a:r>
          </a:p>
        </p:txBody>
      </p:sp>
      <p:pic>
        <p:nvPicPr>
          <p:cNvPr id="1034" name="Picture 17" descr="Swisscom_Stacked_Primary_RGB_PPT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9584" y="6081713"/>
            <a:ext cx="1056216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14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hf hdr="0"/>
  <p:txStyles>
    <p:titleStyle>
      <a:lvl1pPr marL="517525" indent="-51752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marL="517525" indent="-51752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2pPr>
      <a:lvl3pPr marL="517525" indent="-51752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3pPr>
      <a:lvl4pPr marL="517525" indent="-51752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4pPr>
      <a:lvl5pPr marL="517525" indent="-51752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5pPr>
      <a:lvl6pPr marL="974725" indent="-517525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6pPr>
      <a:lvl7pPr marL="1431925" indent="-517525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7pPr>
      <a:lvl8pPr marL="1889125" indent="-517525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8pPr>
      <a:lvl9pPr marL="2346325" indent="-517525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heSans Swisscom Light" pitchFamily="34" charset="0"/>
        </a:defRPr>
      </a:lvl9pPr>
    </p:titleStyle>
    <p:bodyStyle>
      <a:lvl1pPr marL="180975" indent="-18097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539750" indent="-18256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TheSans Swisscom" panose="020B0500040303060204" pitchFamily="34" charset="0"/>
        <a:buChar char="–"/>
        <a:defRPr>
          <a:solidFill>
            <a:schemeClr val="tx1"/>
          </a:solidFill>
          <a:latin typeface="+mn-lt"/>
        </a:defRPr>
      </a:lvl2pPr>
      <a:lvl3pPr marL="903288" indent="-18573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TheSans Swisscom" panose="020B0500040303060204" pitchFamily="34" charset="0"/>
        <a:buChar char="–"/>
        <a:defRPr>
          <a:solidFill>
            <a:schemeClr val="tx1"/>
          </a:solidFill>
          <a:latin typeface="+mn-lt"/>
        </a:defRPr>
      </a:lvl3pPr>
      <a:lvl4pPr marL="1262063" indent="-1778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TheSans Swisscom" panose="020B0500040303060204" pitchFamily="34" charset="0"/>
        <a:buChar char="–"/>
        <a:defRPr>
          <a:solidFill>
            <a:schemeClr val="tx1"/>
          </a:solidFill>
          <a:latin typeface="+mn-lt"/>
        </a:defRPr>
      </a:lvl4pPr>
      <a:lvl5pPr marL="1622425" indent="-18573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TheSans Swisscom" panose="020B0500040303060204" pitchFamily="34" charset="0"/>
        <a:buChar char="–"/>
        <a:defRPr>
          <a:solidFill>
            <a:schemeClr val="tx1"/>
          </a:solidFill>
          <a:latin typeface="+mn-lt"/>
        </a:defRPr>
      </a:lvl5pPr>
      <a:lvl6pPr marL="2079625" indent="-185738" algn="l" rtl="0" fontAlgn="base">
        <a:spcBef>
          <a:spcPct val="20000"/>
        </a:spcBef>
        <a:spcAft>
          <a:spcPct val="0"/>
        </a:spcAft>
        <a:buClr>
          <a:schemeClr val="tx1"/>
        </a:buClr>
        <a:buFont typeface="TheSans Swisscom" pitchFamily="34" charset="0"/>
        <a:buChar char="–"/>
        <a:defRPr>
          <a:solidFill>
            <a:schemeClr val="tx1"/>
          </a:solidFill>
          <a:latin typeface="+mn-lt"/>
        </a:defRPr>
      </a:lvl6pPr>
      <a:lvl7pPr marL="2536825" indent="-185738" algn="l" rtl="0" fontAlgn="base">
        <a:spcBef>
          <a:spcPct val="20000"/>
        </a:spcBef>
        <a:spcAft>
          <a:spcPct val="0"/>
        </a:spcAft>
        <a:buClr>
          <a:schemeClr val="tx1"/>
        </a:buClr>
        <a:buFont typeface="TheSans Swisscom" pitchFamily="34" charset="0"/>
        <a:buChar char="–"/>
        <a:defRPr>
          <a:solidFill>
            <a:schemeClr val="tx1"/>
          </a:solidFill>
          <a:latin typeface="+mn-lt"/>
        </a:defRPr>
      </a:lvl7pPr>
      <a:lvl8pPr marL="2994025" indent="-185738" algn="l" rtl="0" fontAlgn="base">
        <a:spcBef>
          <a:spcPct val="20000"/>
        </a:spcBef>
        <a:spcAft>
          <a:spcPct val="0"/>
        </a:spcAft>
        <a:buClr>
          <a:schemeClr val="tx1"/>
        </a:buClr>
        <a:buFont typeface="TheSans Swisscom" pitchFamily="34" charset="0"/>
        <a:buChar char="–"/>
        <a:defRPr>
          <a:solidFill>
            <a:schemeClr val="tx1"/>
          </a:solidFill>
          <a:latin typeface="+mn-lt"/>
        </a:defRPr>
      </a:lvl8pPr>
      <a:lvl9pPr marL="3451225" indent="-185738" algn="l" rtl="0" fontAlgn="base">
        <a:spcBef>
          <a:spcPct val="20000"/>
        </a:spcBef>
        <a:spcAft>
          <a:spcPct val="0"/>
        </a:spcAft>
        <a:buClr>
          <a:schemeClr val="tx1"/>
        </a:buClr>
        <a:buFont typeface="TheSans Swisscom" pitchFamily="34" charset="0"/>
        <a:buChar char="–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black">
          <a:xfrm>
            <a:off x="1200150" y="332656"/>
            <a:ext cx="10512000" cy="720000"/>
          </a:xfrm>
          <a:prstGeom prst="rect">
            <a:avLst/>
          </a:prstGeom>
        </p:spPr>
        <p:txBody>
          <a:bodyPr vert="horz" lIns="0" tIns="28800" rIns="0" bIns="0" rtlCol="0" anchor="t">
            <a:noAutofit/>
          </a:bodyPr>
          <a:lstStyle/>
          <a:p>
            <a:r>
              <a:rPr lang="en-GB"/>
              <a:t>Click to edit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black">
          <a:xfrm>
            <a:off x="1200150" y="1484015"/>
            <a:ext cx="10512000" cy="48973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pPr lvl="5"/>
            <a:r>
              <a:rPr lang="en-GB"/>
              <a:t>Level 6</a:t>
            </a:r>
          </a:p>
          <a:p>
            <a:pPr lvl="6"/>
            <a:r>
              <a:rPr lang="en-GB"/>
              <a:t>Level 7</a:t>
            </a:r>
          </a:p>
          <a:p>
            <a:pPr lvl="7"/>
            <a:r>
              <a:rPr lang="en-GB"/>
              <a:t>Level 8</a:t>
            </a:r>
          </a:p>
          <a:p>
            <a:pPr lvl="8"/>
            <a:r>
              <a:rPr lang="en-GB"/>
              <a:t>Level 9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black">
          <a:xfrm rot="16200000">
            <a:off x="-1645271" y="3392999"/>
            <a:ext cx="4105278" cy="28790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black">
          <a:xfrm flipH="1">
            <a:off x="191344" y="6093336"/>
            <a:ext cx="432048" cy="360000"/>
          </a:xfrm>
          <a:prstGeom prst="rect">
            <a:avLst/>
          </a:prstGeom>
        </p:spPr>
        <p:txBody>
          <a:bodyPr vert="horz" lIns="0" tIns="0" rIns="0" bIns="14400" rtlCol="0" anchor="b">
            <a:noAutofit/>
          </a:bodyPr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5EAD1F8-D385-4F7B-B8F3-539267025C3B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55600" y="360000"/>
            <a:ext cx="342000" cy="462162"/>
          </a:xfrm>
          <a:prstGeom prst="rect">
            <a:avLst/>
          </a:prstGeom>
        </p:spPr>
      </p:pic>
      <p:grpSp>
        <p:nvGrpSpPr>
          <p:cNvPr id="22" name="Gruppieren 24">
            <a:extLst>
              <a:ext uri="{FF2B5EF4-FFF2-40B4-BE49-F238E27FC236}">
                <a16:creationId xmlns:a16="http://schemas.microsoft.com/office/drawing/2014/main" id="{312B57C8-CC79-40AA-8AA4-6CB66F54872B}"/>
              </a:ext>
            </a:extLst>
          </p:cNvPr>
          <p:cNvGrpSpPr/>
          <p:nvPr userDrawn="1"/>
        </p:nvGrpSpPr>
        <p:grpSpPr bwMode="gray">
          <a:xfrm>
            <a:off x="-168688" y="404664"/>
            <a:ext cx="72000" cy="5976664"/>
            <a:chOff x="-456728" y="404664"/>
            <a:chExt cx="216000" cy="5976664"/>
          </a:xfrm>
        </p:grpSpPr>
        <p:cxnSp>
          <p:nvCxnSpPr>
            <p:cNvPr id="26" name="Gerader Verbinder 22">
              <a:extLst>
                <a:ext uri="{FF2B5EF4-FFF2-40B4-BE49-F238E27FC236}">
                  <a16:creationId xmlns:a16="http://schemas.microsoft.com/office/drawing/2014/main" id="{CA530E4D-6A1D-440A-A92A-58B79E86CAA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456728" y="40466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3">
              <a:extLst>
                <a:ext uri="{FF2B5EF4-FFF2-40B4-BE49-F238E27FC236}">
                  <a16:creationId xmlns:a16="http://schemas.microsoft.com/office/drawing/2014/main" id="{41000BC1-4CED-4E84-B948-0C3FBB61C61C}"/>
                </a:ext>
              </a:extLst>
            </p:cNvPr>
            <p:cNvCxnSpPr/>
            <p:nvPr userDrawn="1"/>
          </p:nvCxnSpPr>
          <p:spPr bwMode="gray">
            <a:xfrm>
              <a:off x="-456728" y="6381328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2">
              <a:extLst>
                <a:ext uri="{FF2B5EF4-FFF2-40B4-BE49-F238E27FC236}">
                  <a16:creationId xmlns:a16="http://schemas.microsoft.com/office/drawing/2014/main" id="{A5C6A947-9107-449C-B734-B1EBC6B45977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456728" y="148478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uppieren 20">
            <a:extLst>
              <a:ext uri="{FF2B5EF4-FFF2-40B4-BE49-F238E27FC236}">
                <a16:creationId xmlns:a16="http://schemas.microsoft.com/office/drawing/2014/main" id="{C68B8BB5-A052-4302-8C36-A7347B54D093}"/>
              </a:ext>
            </a:extLst>
          </p:cNvPr>
          <p:cNvGrpSpPr/>
          <p:nvPr userDrawn="1"/>
        </p:nvGrpSpPr>
        <p:grpSpPr bwMode="black">
          <a:xfrm>
            <a:off x="1199456" y="-171400"/>
            <a:ext cx="10513168" cy="72000"/>
            <a:chOff x="1199456" y="-243408"/>
            <a:chExt cx="10513168" cy="216000"/>
          </a:xfrm>
        </p:grpSpPr>
        <p:cxnSp>
          <p:nvCxnSpPr>
            <p:cNvPr id="31" name="Gerader Verbinder 12">
              <a:extLst>
                <a:ext uri="{FF2B5EF4-FFF2-40B4-BE49-F238E27FC236}">
                  <a16:creationId xmlns:a16="http://schemas.microsoft.com/office/drawing/2014/main" id="{0BBDD4DC-2F5E-4921-A28A-16256894A83A}"/>
                </a:ext>
              </a:extLst>
            </p:cNvPr>
            <p:cNvCxnSpPr/>
            <p:nvPr userDrawn="1"/>
          </p:nvCxnSpPr>
          <p:spPr bwMode="black">
            <a:xfrm>
              <a:off x="1199456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13">
              <a:extLst>
                <a:ext uri="{FF2B5EF4-FFF2-40B4-BE49-F238E27FC236}">
                  <a16:creationId xmlns:a16="http://schemas.microsoft.com/office/drawing/2014/main" id="{387E5392-44DA-4D9C-9F10-E50075FC9154}"/>
                </a:ext>
              </a:extLst>
            </p:cNvPr>
            <p:cNvCxnSpPr/>
            <p:nvPr userDrawn="1"/>
          </p:nvCxnSpPr>
          <p:spPr bwMode="black">
            <a:xfrm>
              <a:off x="4511824" y="-243408"/>
              <a:ext cx="0" cy="216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14">
              <a:extLst>
                <a:ext uri="{FF2B5EF4-FFF2-40B4-BE49-F238E27FC236}">
                  <a16:creationId xmlns:a16="http://schemas.microsoft.com/office/drawing/2014/main" id="{038593D0-2B60-40E3-93F2-262F8CC888AA}"/>
                </a:ext>
              </a:extLst>
            </p:cNvPr>
            <p:cNvCxnSpPr/>
            <p:nvPr userDrawn="1"/>
          </p:nvCxnSpPr>
          <p:spPr bwMode="black">
            <a:xfrm>
              <a:off x="4799856" y="-243408"/>
              <a:ext cx="0" cy="216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15">
              <a:extLst>
                <a:ext uri="{FF2B5EF4-FFF2-40B4-BE49-F238E27FC236}">
                  <a16:creationId xmlns:a16="http://schemas.microsoft.com/office/drawing/2014/main" id="{8953402E-258F-4450-AB76-4174CBC5B640}"/>
                </a:ext>
              </a:extLst>
            </p:cNvPr>
            <p:cNvCxnSpPr/>
            <p:nvPr userDrawn="1"/>
          </p:nvCxnSpPr>
          <p:spPr bwMode="black">
            <a:xfrm>
              <a:off x="6312024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16">
              <a:extLst>
                <a:ext uri="{FF2B5EF4-FFF2-40B4-BE49-F238E27FC236}">
                  <a16:creationId xmlns:a16="http://schemas.microsoft.com/office/drawing/2014/main" id="{E0A7F052-1C09-4A7C-9370-039CD8902FFA}"/>
                </a:ext>
              </a:extLst>
            </p:cNvPr>
            <p:cNvCxnSpPr/>
            <p:nvPr userDrawn="1"/>
          </p:nvCxnSpPr>
          <p:spPr bwMode="black">
            <a:xfrm>
              <a:off x="6600056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17">
              <a:extLst>
                <a:ext uri="{FF2B5EF4-FFF2-40B4-BE49-F238E27FC236}">
                  <a16:creationId xmlns:a16="http://schemas.microsoft.com/office/drawing/2014/main" id="{CAC11A3C-8D30-4CD1-A9F1-01713888DC5B}"/>
                </a:ext>
              </a:extLst>
            </p:cNvPr>
            <p:cNvCxnSpPr/>
            <p:nvPr userDrawn="1"/>
          </p:nvCxnSpPr>
          <p:spPr bwMode="black">
            <a:xfrm>
              <a:off x="8112224" y="-243408"/>
              <a:ext cx="0" cy="216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18">
              <a:extLst>
                <a:ext uri="{FF2B5EF4-FFF2-40B4-BE49-F238E27FC236}">
                  <a16:creationId xmlns:a16="http://schemas.microsoft.com/office/drawing/2014/main" id="{1561F3C7-9D7D-4E3B-BD9E-A0E0CCC1BB4D}"/>
                </a:ext>
              </a:extLst>
            </p:cNvPr>
            <p:cNvCxnSpPr/>
            <p:nvPr userDrawn="1"/>
          </p:nvCxnSpPr>
          <p:spPr bwMode="black">
            <a:xfrm>
              <a:off x="8400256" y="-243408"/>
              <a:ext cx="0" cy="216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19">
              <a:extLst>
                <a:ext uri="{FF2B5EF4-FFF2-40B4-BE49-F238E27FC236}">
                  <a16:creationId xmlns:a16="http://schemas.microsoft.com/office/drawing/2014/main" id="{3DB0CF6B-3782-471C-855D-AC7156B1FC4C}"/>
                </a:ext>
              </a:extLst>
            </p:cNvPr>
            <p:cNvCxnSpPr/>
            <p:nvPr userDrawn="1"/>
          </p:nvCxnSpPr>
          <p:spPr bwMode="black">
            <a:xfrm>
              <a:off x="11712624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13">
              <a:extLst>
                <a:ext uri="{FF2B5EF4-FFF2-40B4-BE49-F238E27FC236}">
                  <a16:creationId xmlns:a16="http://schemas.microsoft.com/office/drawing/2014/main" id="{2E9AEC7D-A7E2-4653-9EA9-1D23D8079F01}"/>
                </a:ext>
              </a:extLst>
            </p:cNvPr>
            <p:cNvCxnSpPr/>
            <p:nvPr userDrawn="1"/>
          </p:nvCxnSpPr>
          <p:spPr bwMode="black">
            <a:xfrm>
              <a:off x="3611724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14">
              <a:extLst>
                <a:ext uri="{FF2B5EF4-FFF2-40B4-BE49-F238E27FC236}">
                  <a16:creationId xmlns:a16="http://schemas.microsoft.com/office/drawing/2014/main" id="{8E8724AC-A11A-4D85-9E2A-D4FF98B41AEB}"/>
                </a:ext>
              </a:extLst>
            </p:cNvPr>
            <p:cNvCxnSpPr/>
            <p:nvPr userDrawn="1"/>
          </p:nvCxnSpPr>
          <p:spPr bwMode="black">
            <a:xfrm>
              <a:off x="3899756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17">
              <a:extLst>
                <a:ext uri="{FF2B5EF4-FFF2-40B4-BE49-F238E27FC236}">
                  <a16:creationId xmlns:a16="http://schemas.microsoft.com/office/drawing/2014/main" id="{EA29EE29-0A4A-4211-91D5-77203B3EF25D}"/>
                </a:ext>
              </a:extLst>
            </p:cNvPr>
            <p:cNvCxnSpPr/>
            <p:nvPr userDrawn="1"/>
          </p:nvCxnSpPr>
          <p:spPr bwMode="black">
            <a:xfrm>
              <a:off x="9012324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18">
              <a:extLst>
                <a:ext uri="{FF2B5EF4-FFF2-40B4-BE49-F238E27FC236}">
                  <a16:creationId xmlns:a16="http://schemas.microsoft.com/office/drawing/2014/main" id="{64CF9FB5-CE38-42DD-A4E5-AD6CCCFD7CE3}"/>
                </a:ext>
              </a:extLst>
            </p:cNvPr>
            <p:cNvCxnSpPr/>
            <p:nvPr userDrawn="1"/>
          </p:nvCxnSpPr>
          <p:spPr bwMode="black">
            <a:xfrm>
              <a:off x="9300356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9955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  <p:sldLayoutId id="2147483810" r:id="rId14"/>
    <p:sldLayoutId id="2147483811" r:id="rId15"/>
    <p:sldLayoutId id="2147483812" r:id="rId16"/>
    <p:sldLayoutId id="2147483813" r:id="rId17"/>
    <p:sldLayoutId id="2147483814" r:id="rId18"/>
    <p:sldLayoutId id="2147483815" r:id="rId19"/>
    <p:sldLayoutId id="2147483817" r:id="rId20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TheSans Swisscom Light" panose="020B030004030306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TheSans Swisscom Light" panose="020B030004030306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TheSans Swisscom Light" panose="020B030004030306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TheSans Swisscom Light" panose="020B030004030306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TheSans Swisscom Light" panose="020B030004030306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TheSans Swisscom Light" panose="020B030004030306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TheSans Swisscom Light" panose="020B030004030306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56">
          <p15:clr>
            <a:srgbClr val="547EBF"/>
          </p15:clr>
        </p15:guide>
        <p15:guide id="5" pos="7378">
          <p15:clr>
            <a:srgbClr val="547EBF"/>
          </p15:clr>
        </p15:guide>
        <p15:guide id="11" orient="horz" pos="4020">
          <p15:clr>
            <a:srgbClr val="547EBF"/>
          </p15:clr>
        </p15:guide>
        <p15:guide id="14" orient="horz" pos="935">
          <p15:clr>
            <a:srgbClr val="547EBF"/>
          </p15:clr>
        </p15:guide>
        <p15:guide id="15" orient="horz" pos="255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9.xml"/><Relationship Id="rId5" Type="http://schemas.openxmlformats.org/officeDocument/2006/relationships/hyperlink" Target="mailto:thomas.graf@swisscom.com" TargetMode="External"/><Relationship Id="rId4" Type="http://schemas.openxmlformats.org/officeDocument/2006/relationships/hyperlink" Target="mailto:wanting.du@swisscom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wiss_cheese_mode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8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svg"/><Relationship Id="rId12" Type="http://schemas.openxmlformats.org/officeDocument/2006/relationships/hyperlink" Target="https://pivot.app.zhh.sbd.corproot.net/pivot/c/3e1342a55962c550a3/CBL_LC_Overview_Prod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3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rfc8343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3.xml"/><Relationship Id="rId6" Type="http://schemas.openxmlformats.org/officeDocument/2006/relationships/image" Target="../media/image26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3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3.xml"/><Relationship Id="rId6" Type="http://schemas.openxmlformats.org/officeDocument/2006/relationships/image" Target="../media/image36.png"/><Relationship Id="rId5" Type="http://schemas.openxmlformats.org/officeDocument/2006/relationships/hyperlink" Target="https://datatracker.ietf.org/doc/html/draft-ietf-nmop-network-anomaly-semantics-03#section-4.2.1" TargetMode="External"/><Relationship Id="rId4" Type="http://schemas.openxmlformats.org/officeDocument/2006/relationships/hyperlink" Target="https://datatracker.ietf.org/doc/html/draft-ietf-nmop-network-anomaly-semantics-03#symptom_control_plane_actions_table" TargetMode="External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draft-netana-nmop-network-anomaly-semantics-03" TargetMode="External"/><Relationship Id="rId2" Type="http://schemas.openxmlformats.org/officeDocument/2006/relationships/hyperlink" Target="https://datatracker.ietf.org/doc/html/draft-ietf-nmop-network-anomaly-architecture-01" TargetMode="External"/><Relationship Id="rId1" Type="http://schemas.openxmlformats.org/officeDocument/2006/relationships/slideLayout" Target="../slideLayouts/slideLayout90.xml"/><Relationship Id="rId5" Type="http://schemas.openxmlformats.org/officeDocument/2006/relationships/image" Target="../media/image38.png"/><Relationship Id="rId4" Type="http://schemas.openxmlformats.org/officeDocument/2006/relationships/hyperlink" Target="https://datatracker.ietf.org/doc/html/draft-netana-nmop-network-anomaly-lifecycle-04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3.xml"/><Relationship Id="rId4" Type="http://schemas.openxmlformats.org/officeDocument/2006/relationships/image" Target="../media/image3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draft-ietf-nmop-network-anomaly-lifecycle-03#section-5.3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8.xml"/><Relationship Id="rId5" Type="http://schemas.openxmlformats.org/officeDocument/2006/relationships/image" Target="../media/image40.png"/><Relationship Id="rId4" Type="http://schemas.openxmlformats.org/officeDocument/2006/relationships/hyperlink" Target="https://datatracker.ietf.org/doc/html/draft-ietf-nmop-simap-concept-05#section-3.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A picture containing snow, dark, night&#10;&#10;Description automatically generated">
            <a:extLst>
              <a:ext uri="{FF2B5EF4-FFF2-40B4-BE49-F238E27FC236}">
                <a16:creationId xmlns:a16="http://schemas.microsoft.com/office/drawing/2014/main" id="{DA647578-0E97-4ED1-B135-13AFE103103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44" b="14844"/>
          <a:stretch>
            <a:fillRect/>
          </a:stretch>
        </p:blipFill>
        <p:spPr>
          <a:xfrm>
            <a:off x="1" y="0"/>
            <a:ext cx="12191999" cy="6858000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6E9D3DD-B586-405D-BF7B-22E8E79EE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99456" y="909270"/>
            <a:ext cx="8208000" cy="3064853"/>
          </a:xfrm>
        </p:spPr>
        <p:txBody>
          <a:bodyPr/>
          <a:lstStyle/>
          <a:p>
            <a:r>
              <a:rPr lang="en-US" sz="3600" dirty="0"/>
              <a:t>Swisscom Network Observability</a:t>
            </a:r>
            <a:br>
              <a:rPr lang="en-US" sz="4800" dirty="0"/>
            </a:br>
            <a:r>
              <a:rPr lang="en-US" sz="2400" b="0" dirty="0"/>
              <a:t>Transforms and Innovates Network Operations</a:t>
            </a:r>
            <a:endParaRPr lang="de-CH" sz="2400" b="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22ED2BF-7B71-4061-81BF-3C0686B7D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9456" y="4053254"/>
            <a:ext cx="10573444" cy="95895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de-CH" sz="1900" b="1" dirty="0"/>
              <a:t>Wanting Du </a:t>
            </a:r>
            <a:r>
              <a:rPr lang="de-CH" sz="1900" dirty="0"/>
              <a:t>- </a:t>
            </a:r>
            <a:r>
              <a:rPr lang="de-CH" sz="1900" dirty="0">
                <a:hlinkClick r:id="rId4"/>
              </a:rPr>
              <a:t>wanting.du@swisscom.com</a:t>
            </a:r>
            <a:endParaRPr lang="de-CH" sz="1900" dirty="0"/>
          </a:p>
          <a:p>
            <a:r>
              <a:rPr lang="de-CH" sz="1900" b="1" dirty="0"/>
              <a:t>Thomas Graf </a:t>
            </a:r>
            <a:r>
              <a:rPr lang="de-CH" sz="1900" dirty="0"/>
              <a:t>– </a:t>
            </a:r>
            <a:r>
              <a:rPr lang="de-CH" sz="1900" dirty="0">
                <a:hlinkClick r:id="rId5"/>
              </a:rPr>
              <a:t>thomas.graf@swisscom.com</a:t>
            </a:r>
            <a:endParaRPr lang="de-CH" sz="1900" dirty="0"/>
          </a:p>
          <a:p>
            <a:pPr>
              <a:spcBef>
                <a:spcPts val="1200"/>
              </a:spcBef>
            </a:pPr>
            <a:r>
              <a:rPr lang="de-CH" sz="1900" i="1" dirty="0"/>
              <a:t>Picture: Apollo 8, </a:t>
            </a:r>
            <a:r>
              <a:rPr lang="de-CH" sz="1900" i="1" dirty="0" err="1"/>
              <a:t>December</a:t>
            </a:r>
            <a:r>
              <a:rPr lang="de-CH" sz="1900" i="1" dirty="0"/>
              <a:t> 24th 1968</a:t>
            </a:r>
          </a:p>
          <a:p>
            <a:endParaRPr lang="de-CH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3B32741-1D07-41AE-8EB3-8E631C86E5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08FD75C9-9A30-6DF1-64D5-AF23FE107720}"/>
              </a:ext>
            </a:extLst>
          </p:cNvPr>
          <p:cNvSpPr txBox="1">
            <a:spLocks/>
          </p:cNvSpPr>
          <p:nvPr/>
        </p:nvSpPr>
        <p:spPr bwMode="gray">
          <a:xfrm>
            <a:off x="10665068" y="91322"/>
            <a:ext cx="1415563" cy="374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kern="1200" spc="-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kern="1200" spc="-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kern="1200" spc="-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kern="1200" spc="-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kern="1200" spc="-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kern="1200" spc="-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kern="1200" spc="-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kern="1200" spc="-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kern="1200" spc="-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1200"/>
              </a:spcBef>
            </a:pPr>
            <a:r>
              <a:rPr lang="de-CH" sz="1900" dirty="0"/>
              <a:t>15.03.2026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3413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0B18C-659C-FAD6-7D40-320639024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erson playing a game&#10;&#10;AI-generated content may be incorrect.">
            <a:extLst>
              <a:ext uri="{FF2B5EF4-FFF2-40B4-BE49-F238E27FC236}">
                <a16:creationId xmlns:a16="http://schemas.microsoft.com/office/drawing/2014/main" id="{104878AF-AE1D-DA7F-2076-7D7873180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368" y="1459713"/>
            <a:ext cx="5438737" cy="305677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0F6CE-3D1F-1DFD-A0BA-8D031A78F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F9B0DE-3FEB-4AA0-B465-B80EF7C1333D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722C967-6C80-B7EA-184D-3126B26DC5A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33375"/>
            <a:ext cx="2808288" cy="647700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20" name="Title 1">
            <a:extLst>
              <a:ext uri="{FF2B5EF4-FFF2-40B4-BE49-F238E27FC236}">
                <a16:creationId xmlns:a16="http://schemas.microsoft.com/office/drawing/2014/main" id="{87DA11D3-5C65-C880-1533-60B72BF01701}"/>
              </a:ext>
            </a:extLst>
          </p:cNvPr>
          <p:cNvSpPr txBox="1">
            <a:spLocks/>
          </p:cNvSpPr>
          <p:nvPr/>
        </p:nvSpPr>
        <p:spPr bwMode="black">
          <a:xfrm>
            <a:off x="1097280" y="329184"/>
            <a:ext cx="10515600" cy="722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sz="2400" b="1" dirty="0"/>
              <a:t>Agentic AI and its Network Analytics Applicability</a:t>
            </a:r>
            <a:br>
              <a:rPr lang="en-US" sz="3200" dirty="0"/>
            </a:br>
            <a:r>
              <a:rPr lang="en-US" sz="2400" dirty="0">
                <a:solidFill>
                  <a:srgbClr val="E7E6E6">
                    <a:lumMod val="75000"/>
                  </a:srgbClr>
                </a:solidFill>
              </a:rPr>
              <a:t>Exampled on Network Anomaly Detection</a:t>
            </a:r>
            <a:endParaRPr lang="en-US" sz="2400" dirty="0">
              <a:solidFill>
                <a:srgbClr val="E7E6E6">
                  <a:lumMod val="75000"/>
                </a:srgbClr>
              </a:solidFill>
              <a:latin typeface="TheSans Swisscom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FCAB01-72E9-E357-ED07-CC71E12C41EA}"/>
              </a:ext>
            </a:extLst>
          </p:cNvPr>
          <p:cNvSpPr txBox="1"/>
          <p:nvPr/>
        </p:nvSpPr>
        <p:spPr>
          <a:xfrm>
            <a:off x="992204" y="1459713"/>
            <a:ext cx="4924266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dirty="0">
                <a:latin typeface="+mj-lt"/>
              </a:rPr>
              <a:t>Autonomous, Agentic AI, Generative AI and Large Language Models are recent buzzwords which excite beyond the network industry.</a:t>
            </a:r>
          </a:p>
          <a:p>
            <a:pPr algn="ctr"/>
            <a:endParaRPr lang="en-US" sz="2100" dirty="0">
              <a:latin typeface="+mj-lt"/>
            </a:endParaRPr>
          </a:p>
          <a:p>
            <a:pPr algn="ctr"/>
            <a:r>
              <a:rPr lang="en-US" sz="2100" dirty="0">
                <a:latin typeface="+mj-lt"/>
              </a:rPr>
              <a:t>In order to explain how this affects Network Analytics, with Network Anomaly Detection as a concrete example, </a:t>
            </a:r>
            <a:r>
              <a:rPr lang="en-US" sz="2100" b="1" dirty="0">
                <a:solidFill>
                  <a:srgbClr val="FF0000"/>
                </a:solidFill>
                <a:latin typeface="+mj-lt"/>
              </a:rPr>
              <a:t>we need to understand the foundation, how Data Models, Rich Semantics, Ontology, Taxonomy and Knowledge Graphs work</a:t>
            </a:r>
            <a:r>
              <a:rPr lang="en-US" sz="2100" dirty="0">
                <a:latin typeface="+mj-lt"/>
              </a:rPr>
              <a:t>. Data models represent a basic form of organizing structured data. Semantics give data meaning. Taxonomy its relation. </a:t>
            </a:r>
            <a:endParaRPr lang="en-US" sz="2100" b="1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B71B5E-D650-1E3F-25DC-096E768EC44C}"/>
              </a:ext>
            </a:extLst>
          </p:cNvPr>
          <p:cNvSpPr txBox="1"/>
          <p:nvPr/>
        </p:nvSpPr>
        <p:spPr>
          <a:xfrm>
            <a:off x="6307135" y="4607650"/>
            <a:ext cx="5523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"AI Fascinates Throughout History"</a:t>
            </a:r>
          </a:p>
        </p:txBody>
      </p:sp>
    </p:spTree>
    <p:extLst>
      <p:ext uri="{BB962C8B-B14F-4D97-AF65-F5344CB8AC3E}">
        <p14:creationId xmlns:p14="http://schemas.microsoft.com/office/powerpoint/2010/main" val="292334061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655E853-B7DC-4ECA-B288-B34C8B491CA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452002" y="1196461"/>
            <a:ext cx="9406503" cy="3396628"/>
          </a:xfrm>
        </p:spPr>
        <p:txBody>
          <a:bodyPr/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600" dirty="0"/>
              <a:t>“ With postmortems we learn</a:t>
            </a:r>
            <a:r>
              <a:rPr lang="en-US" sz="3600" i="1" dirty="0"/>
              <a:t>. We can't have enough of them. Agentic AI can help us to automate postmortems by analyzing and gathering data and refining the </a:t>
            </a:r>
            <a:r>
              <a:rPr lang="en-US" sz="3600" i="1"/>
              <a:t>incident detection.</a:t>
            </a:r>
            <a:r>
              <a:rPr lang="en-US" sz="3600"/>
              <a:t> </a:t>
            </a:r>
            <a:r>
              <a:rPr lang="en-US" sz="3600" dirty="0"/>
              <a:t>“</a:t>
            </a:r>
            <a:endParaRPr lang="de-CH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90665C-8566-4537-9D7A-7F19909CB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de-CH" smtClean="0"/>
              <a:pPr/>
              <a:t>3</a:t>
            </a:fld>
            <a:endParaRPr lang="de-CH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1FE4557-C50E-D242-9EBF-977520393F83}"/>
              </a:ext>
            </a:extLst>
          </p:cNvPr>
          <p:cNvGrpSpPr/>
          <p:nvPr/>
        </p:nvGrpSpPr>
        <p:grpSpPr>
          <a:xfrm>
            <a:off x="4750838" y="5180742"/>
            <a:ext cx="2690324" cy="724949"/>
            <a:chOff x="8955783" y="324085"/>
            <a:chExt cx="2690324" cy="724949"/>
          </a:xfrm>
        </p:grpSpPr>
        <p:grpSp>
          <p:nvGrpSpPr>
            <p:cNvPr id="8" name="Gruppieren 168">
              <a:extLst>
                <a:ext uri="{FF2B5EF4-FFF2-40B4-BE49-F238E27FC236}">
                  <a16:creationId xmlns:a16="http://schemas.microsoft.com/office/drawing/2014/main" id="{00BD7F7C-830E-FA4B-8D87-F7C72909C4A9}"/>
                </a:ext>
              </a:extLst>
            </p:cNvPr>
            <p:cNvGrpSpPr/>
            <p:nvPr/>
          </p:nvGrpSpPr>
          <p:grpSpPr>
            <a:xfrm>
              <a:off x="8955783" y="324085"/>
              <a:ext cx="702670" cy="712587"/>
              <a:chOff x="10366017" y="30973"/>
              <a:chExt cx="2246316" cy="2278019"/>
            </a:xfrm>
          </p:grpSpPr>
          <p:grpSp>
            <p:nvGrpSpPr>
              <p:cNvPr id="77" name="Grafik 5">
                <a:extLst>
                  <a:ext uri="{FF2B5EF4-FFF2-40B4-BE49-F238E27FC236}">
                    <a16:creationId xmlns:a16="http://schemas.microsoft.com/office/drawing/2014/main" id="{916E9D4D-6819-924B-B045-5FA2DF6F089A}"/>
                  </a:ext>
                </a:extLst>
              </p:cNvPr>
              <p:cNvGrpSpPr/>
              <p:nvPr/>
            </p:nvGrpSpPr>
            <p:grpSpPr>
              <a:xfrm>
                <a:off x="10366017" y="30973"/>
                <a:ext cx="2246316" cy="2278019"/>
                <a:chOff x="10396141" y="22604"/>
                <a:chExt cx="2246316" cy="2278019"/>
              </a:xfrm>
            </p:grpSpPr>
            <p:grpSp>
              <p:nvGrpSpPr>
                <p:cNvPr id="79" name="Grafik 5">
                  <a:extLst>
                    <a:ext uri="{FF2B5EF4-FFF2-40B4-BE49-F238E27FC236}">
                      <a16:creationId xmlns:a16="http://schemas.microsoft.com/office/drawing/2014/main" id="{EA49D50C-1190-1F41-B95E-E1EBB5F70C1E}"/>
                    </a:ext>
                  </a:extLst>
                </p:cNvPr>
                <p:cNvGrpSpPr/>
                <p:nvPr/>
              </p:nvGrpSpPr>
              <p:grpSpPr>
                <a:xfrm>
                  <a:off x="10396141" y="22604"/>
                  <a:ext cx="2246316" cy="2278019"/>
                  <a:chOff x="10396141" y="22604"/>
                  <a:chExt cx="2246316" cy="2278019"/>
                </a:xfrm>
              </p:grpSpPr>
              <p:sp>
                <p:nvSpPr>
                  <p:cNvPr id="81" name="Freihandform: Form 173">
                    <a:extLst>
                      <a:ext uri="{FF2B5EF4-FFF2-40B4-BE49-F238E27FC236}">
                        <a16:creationId xmlns:a16="http://schemas.microsoft.com/office/drawing/2014/main" id="{9DCF79C9-C545-FA4A-A28C-2BDD94CE0145}"/>
                      </a:ext>
                    </a:extLst>
                  </p:cNvPr>
                  <p:cNvSpPr/>
                  <p:nvPr/>
                </p:nvSpPr>
                <p:spPr>
                  <a:xfrm>
                    <a:off x="11561309" y="346257"/>
                    <a:ext cx="822081" cy="810979"/>
                  </a:xfrm>
                  <a:custGeom>
                    <a:avLst/>
                    <a:gdLst>
                      <a:gd name="connsiteX0" fmla="*/ 0 w 822081"/>
                      <a:gd name="connsiteY0" fmla="*/ 769566 h 810979"/>
                      <a:gd name="connsiteX1" fmla="*/ 41413 w 822081"/>
                      <a:gd name="connsiteY1" fmla="*/ 810980 h 810979"/>
                      <a:gd name="connsiteX2" fmla="*/ 686588 w 822081"/>
                      <a:gd name="connsiteY2" fmla="*/ 329278 h 810979"/>
                      <a:gd name="connsiteX3" fmla="*/ 804289 w 822081"/>
                      <a:gd name="connsiteY3" fmla="*/ 15409 h 810979"/>
                      <a:gd name="connsiteX4" fmla="*/ 344384 w 822081"/>
                      <a:gd name="connsiteY4" fmla="*/ 279146 h 810979"/>
                      <a:gd name="connsiteX5" fmla="*/ 0 w 822081"/>
                      <a:gd name="connsiteY5" fmla="*/ 769566 h 8109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822081" h="810979">
                        <a:moveTo>
                          <a:pt x="0" y="769566"/>
                        </a:moveTo>
                        <a:lnTo>
                          <a:pt x="41413" y="810980"/>
                        </a:lnTo>
                        <a:cubicBezTo>
                          <a:pt x="41413" y="810980"/>
                          <a:pt x="579786" y="470955"/>
                          <a:pt x="686588" y="329278"/>
                        </a:cubicBezTo>
                        <a:cubicBezTo>
                          <a:pt x="793391" y="187601"/>
                          <a:pt x="854421" y="91697"/>
                          <a:pt x="804289" y="15409"/>
                        </a:cubicBezTo>
                        <a:cubicBezTo>
                          <a:pt x="767235" y="-12926"/>
                          <a:pt x="597223" y="-36902"/>
                          <a:pt x="344384" y="279146"/>
                        </a:cubicBezTo>
                        <a:cubicBezTo>
                          <a:pt x="143857" y="553782"/>
                          <a:pt x="28335" y="708536"/>
                          <a:pt x="0" y="769566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82" name="Freihandform: Form 174">
                    <a:extLst>
                      <a:ext uri="{FF2B5EF4-FFF2-40B4-BE49-F238E27FC236}">
                        <a16:creationId xmlns:a16="http://schemas.microsoft.com/office/drawing/2014/main" id="{C69A00A2-F698-1645-BA80-1B0C9DD372CF}"/>
                      </a:ext>
                    </a:extLst>
                  </p:cNvPr>
                  <p:cNvSpPr/>
                  <p:nvPr/>
                </p:nvSpPr>
                <p:spPr>
                  <a:xfrm>
                    <a:off x="11584523" y="64140"/>
                    <a:ext cx="447589" cy="1112779"/>
                  </a:xfrm>
                  <a:custGeom>
                    <a:avLst/>
                    <a:gdLst>
                      <a:gd name="connsiteX0" fmla="*/ 4393 w 447589"/>
                      <a:gd name="connsiteY0" fmla="*/ 1077905 h 1112779"/>
                      <a:gd name="connsiteX1" fmla="*/ 78501 w 447589"/>
                      <a:gd name="connsiteY1" fmla="*/ 1112779 h 1112779"/>
                      <a:gd name="connsiteX2" fmla="*/ 440322 w 447589"/>
                      <a:gd name="connsiteY2" fmla="*/ 389137 h 1112779"/>
                      <a:gd name="connsiteX3" fmla="*/ 350957 w 447589"/>
                      <a:gd name="connsiteY3" fmla="*/ 5520 h 1112779"/>
                      <a:gd name="connsiteX4" fmla="*/ 39268 w 447589"/>
                      <a:gd name="connsiteY4" fmla="*/ 432730 h 1112779"/>
                      <a:gd name="connsiteX5" fmla="*/ 4393 w 447589"/>
                      <a:gd name="connsiteY5" fmla="*/ 1077905 h 11127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47589" h="1112779">
                        <a:moveTo>
                          <a:pt x="4393" y="1077905"/>
                        </a:moveTo>
                        <a:lnTo>
                          <a:pt x="78501" y="1112779"/>
                        </a:lnTo>
                        <a:cubicBezTo>
                          <a:pt x="78501" y="1112779"/>
                          <a:pt x="425065" y="576587"/>
                          <a:pt x="440322" y="389137"/>
                        </a:cubicBezTo>
                        <a:cubicBezTo>
                          <a:pt x="455580" y="199508"/>
                          <a:pt x="455580" y="77448"/>
                          <a:pt x="350957" y="5520"/>
                        </a:cubicBezTo>
                        <a:cubicBezTo>
                          <a:pt x="292106" y="-16277"/>
                          <a:pt x="91579" y="7699"/>
                          <a:pt x="39268" y="432730"/>
                        </a:cubicBezTo>
                        <a:cubicBezTo>
                          <a:pt x="8752" y="794551"/>
                          <a:pt x="-8685" y="1001617"/>
                          <a:pt x="4393" y="1077905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83" name="Freihandform: Form 175">
                    <a:extLst>
                      <a:ext uri="{FF2B5EF4-FFF2-40B4-BE49-F238E27FC236}">
                        <a16:creationId xmlns:a16="http://schemas.microsoft.com/office/drawing/2014/main" id="{0D564224-C77E-ED44-B795-AF9F81C929F0}"/>
                      </a:ext>
                    </a:extLst>
                  </p:cNvPr>
                  <p:cNvSpPr/>
                  <p:nvPr/>
                </p:nvSpPr>
                <p:spPr>
                  <a:xfrm>
                    <a:off x="11600346" y="686711"/>
                    <a:ext cx="1003874" cy="450498"/>
                  </a:xfrm>
                  <a:custGeom>
                    <a:avLst/>
                    <a:gdLst>
                      <a:gd name="connsiteX0" fmla="*/ 19617 w 1003874"/>
                      <a:gd name="connsiteY0" fmla="*/ 450498 h 450498"/>
                      <a:gd name="connsiteX1" fmla="*/ 773774 w 1003874"/>
                      <a:gd name="connsiteY1" fmla="*/ 293564 h 450498"/>
                      <a:gd name="connsiteX2" fmla="*/ 1002637 w 1003874"/>
                      <a:gd name="connsiteY2" fmla="*/ 62522 h 450498"/>
                      <a:gd name="connsiteX3" fmla="*/ 496959 w 1003874"/>
                      <a:gd name="connsiteY3" fmla="*/ 101755 h 450498"/>
                      <a:gd name="connsiteX4" fmla="*/ 0 w 1003874"/>
                      <a:gd name="connsiteY4" fmla="*/ 391648 h 450498"/>
                      <a:gd name="connsiteX5" fmla="*/ 19617 w 1003874"/>
                      <a:gd name="connsiteY5" fmla="*/ 450498 h 4504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003874" h="450498">
                        <a:moveTo>
                          <a:pt x="19617" y="450498"/>
                        </a:moveTo>
                        <a:cubicBezTo>
                          <a:pt x="19617" y="450498"/>
                          <a:pt x="623378" y="376390"/>
                          <a:pt x="773774" y="293564"/>
                        </a:cubicBezTo>
                        <a:cubicBezTo>
                          <a:pt x="924169" y="210737"/>
                          <a:pt x="1015714" y="151887"/>
                          <a:pt x="1002637" y="62522"/>
                        </a:cubicBezTo>
                        <a:cubicBezTo>
                          <a:pt x="983020" y="21108"/>
                          <a:pt x="843523" y="-72616"/>
                          <a:pt x="496959" y="101755"/>
                        </a:cubicBezTo>
                        <a:cubicBezTo>
                          <a:pt x="211426" y="258690"/>
                          <a:pt x="50132" y="350235"/>
                          <a:pt x="0" y="391648"/>
                        </a:cubicBezTo>
                        <a:lnTo>
                          <a:pt x="19617" y="450498"/>
                        </a:ln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84" name="Freihandform: Form 176">
                    <a:extLst>
                      <a:ext uri="{FF2B5EF4-FFF2-40B4-BE49-F238E27FC236}">
                        <a16:creationId xmlns:a16="http://schemas.microsoft.com/office/drawing/2014/main" id="{5D73D53A-D851-5D4E-9671-A37D6B08371F}"/>
                      </a:ext>
                    </a:extLst>
                  </p:cNvPr>
                  <p:cNvSpPr/>
                  <p:nvPr/>
                </p:nvSpPr>
                <p:spPr>
                  <a:xfrm>
                    <a:off x="11558883" y="1289985"/>
                    <a:ext cx="920658" cy="548241"/>
                  </a:xfrm>
                  <a:custGeom>
                    <a:avLst/>
                    <a:gdLst>
                      <a:gd name="connsiteX0" fmla="*/ 30515 w 920658"/>
                      <a:gd name="connsiteY0" fmla="*/ 0 h 548241"/>
                      <a:gd name="connsiteX1" fmla="*/ 0 w 920658"/>
                      <a:gd name="connsiteY1" fmla="*/ 52311 h 548241"/>
                      <a:gd name="connsiteX2" fmla="*/ 597223 w 920658"/>
                      <a:gd name="connsiteY2" fmla="*/ 494779 h 548241"/>
                      <a:gd name="connsiteX3" fmla="*/ 915451 w 920658"/>
                      <a:gd name="connsiteY3" fmla="*/ 507857 h 548241"/>
                      <a:gd name="connsiteX4" fmla="*/ 564528 w 920658"/>
                      <a:gd name="connsiteY4" fmla="*/ 167833 h 548241"/>
                      <a:gd name="connsiteX5" fmla="*/ 30515 w 920658"/>
                      <a:gd name="connsiteY5" fmla="*/ 0 h 5482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920658" h="548241">
                        <a:moveTo>
                          <a:pt x="30515" y="0"/>
                        </a:moveTo>
                        <a:lnTo>
                          <a:pt x="0" y="52311"/>
                        </a:lnTo>
                        <a:cubicBezTo>
                          <a:pt x="0" y="52311"/>
                          <a:pt x="440288" y="442468"/>
                          <a:pt x="597223" y="494779"/>
                        </a:cubicBezTo>
                        <a:cubicBezTo>
                          <a:pt x="754157" y="549270"/>
                          <a:pt x="856600" y="575426"/>
                          <a:pt x="915451" y="507857"/>
                        </a:cubicBezTo>
                        <a:cubicBezTo>
                          <a:pt x="935068" y="466444"/>
                          <a:pt x="915451" y="302971"/>
                          <a:pt x="564528" y="167833"/>
                        </a:cubicBezTo>
                        <a:cubicBezTo>
                          <a:pt x="265917" y="67569"/>
                          <a:pt x="93725" y="8719"/>
                          <a:pt x="30515" y="0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85" name="Freihandform: Form 177">
                    <a:extLst>
                      <a:ext uri="{FF2B5EF4-FFF2-40B4-BE49-F238E27FC236}">
                        <a16:creationId xmlns:a16="http://schemas.microsoft.com/office/drawing/2014/main" id="{A2E73A66-CB58-A74E-AAC9-2853C740AAD4}"/>
                      </a:ext>
                    </a:extLst>
                  </p:cNvPr>
                  <p:cNvSpPr/>
                  <p:nvPr/>
                </p:nvSpPr>
                <p:spPr>
                  <a:xfrm>
                    <a:off x="11624519" y="1130985"/>
                    <a:ext cx="1017938" cy="292322"/>
                  </a:xfrm>
                  <a:custGeom>
                    <a:avLst/>
                    <a:gdLst>
                      <a:gd name="connsiteX0" fmla="*/ 8719 w 1017938"/>
                      <a:gd name="connsiteY0" fmla="*/ 37150 h 292322"/>
                      <a:gd name="connsiteX1" fmla="*/ 0 w 1017938"/>
                      <a:gd name="connsiteY1" fmla="*/ 96000 h 292322"/>
                      <a:gd name="connsiteX2" fmla="*/ 717103 w 1017938"/>
                      <a:gd name="connsiteY2" fmla="*/ 292168 h 292322"/>
                      <a:gd name="connsiteX3" fmla="*/ 1017894 w 1017938"/>
                      <a:gd name="connsiteY3" fmla="*/ 187545 h 292322"/>
                      <a:gd name="connsiteX4" fmla="*/ 566708 w 1017938"/>
                      <a:gd name="connsiteY4" fmla="*/ 96 h 292322"/>
                      <a:gd name="connsiteX5" fmla="*/ 8719 w 1017938"/>
                      <a:gd name="connsiteY5" fmla="*/ 37150 h 2923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017938" h="292322">
                        <a:moveTo>
                          <a:pt x="8719" y="37150"/>
                        </a:moveTo>
                        <a:lnTo>
                          <a:pt x="0" y="96000"/>
                        </a:lnTo>
                        <a:cubicBezTo>
                          <a:pt x="0" y="96000"/>
                          <a:pt x="551450" y="298707"/>
                          <a:pt x="717103" y="292168"/>
                        </a:cubicBezTo>
                        <a:cubicBezTo>
                          <a:pt x="882756" y="285629"/>
                          <a:pt x="987379" y="272551"/>
                          <a:pt x="1017894" y="187545"/>
                        </a:cubicBezTo>
                        <a:cubicBezTo>
                          <a:pt x="1020074" y="141772"/>
                          <a:pt x="943786" y="-4264"/>
                          <a:pt x="566708" y="96"/>
                        </a:cubicBezTo>
                        <a:cubicBezTo>
                          <a:pt x="252839" y="13173"/>
                          <a:pt x="71928" y="21892"/>
                          <a:pt x="8719" y="37150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86" name="Freihandform: Form 178">
                    <a:extLst>
                      <a:ext uri="{FF2B5EF4-FFF2-40B4-BE49-F238E27FC236}">
                        <a16:creationId xmlns:a16="http://schemas.microsoft.com/office/drawing/2014/main" id="{8904D0BD-F4C1-404C-9312-4133CE6AD2A4}"/>
                      </a:ext>
                    </a:extLst>
                  </p:cNvPr>
                  <p:cNvSpPr/>
                  <p:nvPr/>
                </p:nvSpPr>
                <p:spPr>
                  <a:xfrm>
                    <a:off x="11600661" y="1229231"/>
                    <a:ext cx="309026" cy="1011355"/>
                  </a:xfrm>
                  <a:custGeom>
                    <a:avLst/>
                    <a:gdLst>
                      <a:gd name="connsiteX0" fmla="*/ 265508 w 309026"/>
                      <a:gd name="connsiteY0" fmla="*/ 527474 h 1011355"/>
                      <a:gd name="connsiteX1" fmla="*/ 75879 w 309026"/>
                      <a:gd name="connsiteY1" fmla="*/ 0 h 1011355"/>
                      <a:gd name="connsiteX2" fmla="*/ 17028 w 309026"/>
                      <a:gd name="connsiteY2" fmla="*/ 6539 h 1011355"/>
                      <a:gd name="connsiteX3" fmla="*/ 25747 w 309026"/>
                      <a:gd name="connsiteY3" fmla="*/ 749798 h 1011355"/>
                      <a:gd name="connsiteX4" fmla="*/ 208837 w 309026"/>
                      <a:gd name="connsiteY4" fmla="*/ 1011355 h 1011355"/>
                      <a:gd name="connsiteX5" fmla="*/ 265508 w 309026"/>
                      <a:gd name="connsiteY5" fmla="*/ 527474 h 10113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09026" h="1011355">
                        <a:moveTo>
                          <a:pt x="265508" y="527474"/>
                        </a:moveTo>
                        <a:cubicBezTo>
                          <a:pt x="165244" y="228863"/>
                          <a:pt x="108574" y="56671"/>
                          <a:pt x="75879" y="0"/>
                        </a:cubicBezTo>
                        <a:lnTo>
                          <a:pt x="17028" y="6539"/>
                        </a:lnTo>
                        <a:cubicBezTo>
                          <a:pt x="17028" y="6539"/>
                          <a:pt x="-26564" y="592863"/>
                          <a:pt x="25747" y="749798"/>
                        </a:cubicBezTo>
                        <a:cubicBezTo>
                          <a:pt x="78059" y="906732"/>
                          <a:pt x="119472" y="1004816"/>
                          <a:pt x="208837" y="1011355"/>
                        </a:cubicBezTo>
                        <a:cubicBezTo>
                          <a:pt x="254610" y="1002637"/>
                          <a:pt x="372311" y="889295"/>
                          <a:pt x="265508" y="527474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87" name="Freihandform: Form 179">
                    <a:extLst>
                      <a:ext uri="{FF2B5EF4-FFF2-40B4-BE49-F238E27FC236}">
                        <a16:creationId xmlns:a16="http://schemas.microsoft.com/office/drawing/2014/main" id="{B720EA39-EA9F-3D49-901F-A4D9B1188A47}"/>
                      </a:ext>
                    </a:extLst>
                  </p:cNvPr>
                  <p:cNvSpPr/>
                  <p:nvPr/>
                </p:nvSpPr>
                <p:spPr>
                  <a:xfrm>
                    <a:off x="11580683" y="1207046"/>
                    <a:ext cx="670938" cy="823422"/>
                  </a:xfrm>
                  <a:custGeom>
                    <a:avLst/>
                    <a:gdLst>
                      <a:gd name="connsiteX0" fmla="*/ 451186 w 670938"/>
                      <a:gd name="connsiteY0" fmla="*/ 366180 h 823422"/>
                      <a:gd name="connsiteX1" fmla="*/ 41413 w 670938"/>
                      <a:gd name="connsiteY1" fmla="*/ 0 h 823422"/>
                      <a:gd name="connsiteX2" fmla="*/ 0 w 670938"/>
                      <a:gd name="connsiteY2" fmla="*/ 34874 h 823422"/>
                      <a:gd name="connsiteX3" fmla="*/ 379258 w 670938"/>
                      <a:gd name="connsiteY3" fmla="*/ 673510 h 823422"/>
                      <a:gd name="connsiteX4" fmla="*/ 651714 w 670938"/>
                      <a:gd name="connsiteY4" fmla="*/ 813008 h 823422"/>
                      <a:gd name="connsiteX5" fmla="*/ 451186 w 670938"/>
                      <a:gd name="connsiteY5" fmla="*/ 366180 h 8234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70938" h="823422">
                        <a:moveTo>
                          <a:pt x="451186" y="366180"/>
                        </a:moveTo>
                        <a:cubicBezTo>
                          <a:pt x="224503" y="154755"/>
                          <a:pt x="93725" y="32695"/>
                          <a:pt x="41413" y="0"/>
                        </a:cubicBezTo>
                        <a:lnTo>
                          <a:pt x="0" y="34874"/>
                        </a:lnTo>
                        <a:cubicBezTo>
                          <a:pt x="0" y="34874"/>
                          <a:pt x="261557" y="562348"/>
                          <a:pt x="379258" y="673510"/>
                        </a:cubicBezTo>
                        <a:cubicBezTo>
                          <a:pt x="499139" y="784672"/>
                          <a:pt x="577606" y="850061"/>
                          <a:pt x="651714" y="813008"/>
                        </a:cubicBezTo>
                        <a:cubicBezTo>
                          <a:pt x="680049" y="782492"/>
                          <a:pt x="714923" y="629917"/>
                          <a:pt x="451186" y="366180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88" name="Freihandform: Form 180">
                    <a:extLst>
                      <a:ext uri="{FF2B5EF4-FFF2-40B4-BE49-F238E27FC236}">
                        <a16:creationId xmlns:a16="http://schemas.microsoft.com/office/drawing/2014/main" id="{8E0423DB-8050-D748-8308-0B114C26C027}"/>
                      </a:ext>
                    </a:extLst>
                  </p:cNvPr>
                  <p:cNvSpPr/>
                  <p:nvPr/>
                </p:nvSpPr>
                <p:spPr>
                  <a:xfrm>
                    <a:off x="10684134" y="1200498"/>
                    <a:ext cx="822081" cy="808800"/>
                  </a:xfrm>
                  <a:custGeom>
                    <a:avLst/>
                    <a:gdLst>
                      <a:gd name="connsiteX0" fmla="*/ 822081 w 822081"/>
                      <a:gd name="connsiteY0" fmla="*/ 41413 h 808800"/>
                      <a:gd name="connsiteX1" fmla="*/ 780668 w 822081"/>
                      <a:gd name="connsiteY1" fmla="*/ 0 h 808800"/>
                      <a:gd name="connsiteX2" fmla="*/ 135493 w 822081"/>
                      <a:gd name="connsiteY2" fmla="*/ 481701 h 808800"/>
                      <a:gd name="connsiteX3" fmla="*/ 17792 w 822081"/>
                      <a:gd name="connsiteY3" fmla="*/ 793391 h 808800"/>
                      <a:gd name="connsiteX4" fmla="*/ 477697 w 822081"/>
                      <a:gd name="connsiteY4" fmla="*/ 529654 h 808800"/>
                      <a:gd name="connsiteX5" fmla="*/ 822081 w 822081"/>
                      <a:gd name="connsiteY5" fmla="*/ 41413 h 8088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822081" h="808800">
                        <a:moveTo>
                          <a:pt x="822081" y="41413"/>
                        </a:moveTo>
                        <a:lnTo>
                          <a:pt x="780668" y="0"/>
                        </a:lnTo>
                        <a:cubicBezTo>
                          <a:pt x="780668" y="0"/>
                          <a:pt x="242296" y="340025"/>
                          <a:pt x="135493" y="481701"/>
                        </a:cubicBezTo>
                        <a:cubicBezTo>
                          <a:pt x="28691" y="623378"/>
                          <a:pt x="-32339" y="719283"/>
                          <a:pt x="17792" y="793391"/>
                        </a:cubicBezTo>
                        <a:cubicBezTo>
                          <a:pt x="54846" y="821726"/>
                          <a:pt x="224859" y="845702"/>
                          <a:pt x="477697" y="529654"/>
                        </a:cubicBezTo>
                        <a:cubicBezTo>
                          <a:pt x="676045" y="259378"/>
                          <a:pt x="791566" y="104623"/>
                          <a:pt x="822081" y="41413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89" name="Freihandform: Form 181">
                    <a:extLst>
                      <a:ext uri="{FF2B5EF4-FFF2-40B4-BE49-F238E27FC236}">
                        <a16:creationId xmlns:a16="http://schemas.microsoft.com/office/drawing/2014/main" id="{18424656-806F-CD4D-8190-2C1A79292384}"/>
                      </a:ext>
                    </a:extLst>
                  </p:cNvPr>
                  <p:cNvSpPr/>
                  <p:nvPr/>
                </p:nvSpPr>
                <p:spPr>
                  <a:xfrm>
                    <a:off x="11103490" y="1187844"/>
                    <a:ext cx="446476" cy="1112779"/>
                  </a:xfrm>
                  <a:custGeom>
                    <a:avLst/>
                    <a:gdLst>
                      <a:gd name="connsiteX0" fmla="*/ 443197 w 446476"/>
                      <a:gd name="connsiteY0" fmla="*/ 34874 h 1112779"/>
                      <a:gd name="connsiteX1" fmla="*/ 369089 w 446476"/>
                      <a:gd name="connsiteY1" fmla="*/ 0 h 1112779"/>
                      <a:gd name="connsiteX2" fmla="*/ 7268 w 446476"/>
                      <a:gd name="connsiteY2" fmla="*/ 723642 h 1112779"/>
                      <a:gd name="connsiteX3" fmla="*/ 96633 w 446476"/>
                      <a:gd name="connsiteY3" fmla="*/ 1107260 h 1112779"/>
                      <a:gd name="connsiteX4" fmla="*/ 408322 w 446476"/>
                      <a:gd name="connsiteY4" fmla="*/ 680049 h 1112779"/>
                      <a:gd name="connsiteX5" fmla="*/ 443197 w 446476"/>
                      <a:gd name="connsiteY5" fmla="*/ 34874 h 11127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46476" h="1112779">
                        <a:moveTo>
                          <a:pt x="443197" y="34874"/>
                        </a:moveTo>
                        <a:lnTo>
                          <a:pt x="369089" y="0"/>
                        </a:lnTo>
                        <a:cubicBezTo>
                          <a:pt x="369089" y="0"/>
                          <a:pt x="22525" y="536193"/>
                          <a:pt x="7268" y="723642"/>
                        </a:cubicBezTo>
                        <a:cubicBezTo>
                          <a:pt x="-7990" y="913271"/>
                          <a:pt x="-7990" y="1035331"/>
                          <a:pt x="96633" y="1107260"/>
                        </a:cubicBezTo>
                        <a:cubicBezTo>
                          <a:pt x="155483" y="1129056"/>
                          <a:pt x="356011" y="1105080"/>
                          <a:pt x="408322" y="680049"/>
                        </a:cubicBezTo>
                        <a:cubicBezTo>
                          <a:pt x="436658" y="318228"/>
                          <a:pt x="454095" y="111162"/>
                          <a:pt x="443197" y="34874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90" name="Freihandform: Form 182">
                    <a:extLst>
                      <a:ext uri="{FF2B5EF4-FFF2-40B4-BE49-F238E27FC236}">
                        <a16:creationId xmlns:a16="http://schemas.microsoft.com/office/drawing/2014/main" id="{947A080F-B8A0-D642-8843-2E47D47CF5BB}"/>
                      </a:ext>
                    </a:extLst>
                  </p:cNvPr>
                  <p:cNvSpPr/>
                  <p:nvPr/>
                </p:nvSpPr>
                <p:spPr>
                  <a:xfrm>
                    <a:off x="10396141" y="1131081"/>
                    <a:ext cx="1003874" cy="450498"/>
                  </a:xfrm>
                  <a:custGeom>
                    <a:avLst/>
                    <a:gdLst>
                      <a:gd name="connsiteX0" fmla="*/ 984257 w 1003874"/>
                      <a:gd name="connsiteY0" fmla="*/ 0 h 450498"/>
                      <a:gd name="connsiteX1" fmla="*/ 230100 w 1003874"/>
                      <a:gd name="connsiteY1" fmla="*/ 156934 h 450498"/>
                      <a:gd name="connsiteX2" fmla="*/ 1237 w 1003874"/>
                      <a:gd name="connsiteY2" fmla="*/ 387977 h 450498"/>
                      <a:gd name="connsiteX3" fmla="*/ 506915 w 1003874"/>
                      <a:gd name="connsiteY3" fmla="*/ 348743 h 450498"/>
                      <a:gd name="connsiteX4" fmla="*/ 1003874 w 1003874"/>
                      <a:gd name="connsiteY4" fmla="*/ 58850 h 450498"/>
                      <a:gd name="connsiteX5" fmla="*/ 984257 w 1003874"/>
                      <a:gd name="connsiteY5" fmla="*/ 0 h 4504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003874" h="450498">
                        <a:moveTo>
                          <a:pt x="984257" y="0"/>
                        </a:moveTo>
                        <a:cubicBezTo>
                          <a:pt x="984257" y="0"/>
                          <a:pt x="380496" y="74108"/>
                          <a:pt x="230100" y="156934"/>
                        </a:cubicBezTo>
                        <a:cubicBezTo>
                          <a:pt x="79705" y="239761"/>
                          <a:pt x="-11840" y="298611"/>
                          <a:pt x="1237" y="387977"/>
                        </a:cubicBezTo>
                        <a:cubicBezTo>
                          <a:pt x="20854" y="429390"/>
                          <a:pt x="160352" y="523115"/>
                          <a:pt x="506915" y="348743"/>
                        </a:cubicBezTo>
                        <a:cubicBezTo>
                          <a:pt x="792449" y="191809"/>
                          <a:pt x="953742" y="100264"/>
                          <a:pt x="1003874" y="58850"/>
                        </a:cubicBezTo>
                        <a:lnTo>
                          <a:pt x="984257" y="0"/>
                        </a:ln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91" name="Freihandform: Form 183">
                    <a:extLst>
                      <a:ext uri="{FF2B5EF4-FFF2-40B4-BE49-F238E27FC236}">
                        <a16:creationId xmlns:a16="http://schemas.microsoft.com/office/drawing/2014/main" id="{87D3AB69-F309-D542-B6AB-A947DA338BB8}"/>
                      </a:ext>
                    </a:extLst>
                  </p:cNvPr>
                  <p:cNvSpPr/>
                  <p:nvPr/>
                </p:nvSpPr>
                <p:spPr>
                  <a:xfrm>
                    <a:off x="10585147" y="494585"/>
                    <a:ext cx="920658" cy="548241"/>
                  </a:xfrm>
                  <a:custGeom>
                    <a:avLst/>
                    <a:gdLst>
                      <a:gd name="connsiteX0" fmla="*/ 890144 w 920658"/>
                      <a:gd name="connsiteY0" fmla="*/ 548241 h 548241"/>
                      <a:gd name="connsiteX1" fmla="*/ 920659 w 920658"/>
                      <a:gd name="connsiteY1" fmla="*/ 495930 h 548241"/>
                      <a:gd name="connsiteX2" fmla="*/ 323436 w 920658"/>
                      <a:gd name="connsiteY2" fmla="*/ 53462 h 548241"/>
                      <a:gd name="connsiteX3" fmla="*/ 5208 w 920658"/>
                      <a:gd name="connsiteY3" fmla="*/ 40384 h 548241"/>
                      <a:gd name="connsiteX4" fmla="*/ 356131 w 920658"/>
                      <a:gd name="connsiteY4" fmla="*/ 380409 h 548241"/>
                      <a:gd name="connsiteX5" fmla="*/ 890144 w 920658"/>
                      <a:gd name="connsiteY5" fmla="*/ 548241 h 5482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920658" h="548241">
                        <a:moveTo>
                          <a:pt x="890144" y="548241"/>
                        </a:moveTo>
                        <a:lnTo>
                          <a:pt x="920659" y="495930"/>
                        </a:lnTo>
                        <a:cubicBezTo>
                          <a:pt x="920659" y="495930"/>
                          <a:pt x="480371" y="105773"/>
                          <a:pt x="323436" y="53462"/>
                        </a:cubicBezTo>
                        <a:cubicBezTo>
                          <a:pt x="166502" y="-1029"/>
                          <a:pt x="64059" y="-27185"/>
                          <a:pt x="5208" y="40384"/>
                        </a:cubicBezTo>
                        <a:cubicBezTo>
                          <a:pt x="-14409" y="81797"/>
                          <a:pt x="5208" y="245271"/>
                          <a:pt x="356131" y="380409"/>
                        </a:cubicBezTo>
                        <a:cubicBezTo>
                          <a:pt x="654742" y="482852"/>
                          <a:pt x="826934" y="541702"/>
                          <a:pt x="890144" y="548241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92" name="Freihandform: Form 184">
                    <a:extLst>
                      <a:ext uri="{FF2B5EF4-FFF2-40B4-BE49-F238E27FC236}">
                        <a16:creationId xmlns:a16="http://schemas.microsoft.com/office/drawing/2014/main" id="{F9C52C48-DE6D-DA45-9A4B-C3980517B71C}"/>
                      </a:ext>
                    </a:extLst>
                  </p:cNvPr>
                  <p:cNvSpPr/>
                  <p:nvPr/>
                </p:nvSpPr>
                <p:spPr>
                  <a:xfrm>
                    <a:off x="10408443" y="881147"/>
                    <a:ext cx="1017938" cy="294502"/>
                  </a:xfrm>
                  <a:custGeom>
                    <a:avLst/>
                    <a:gdLst>
                      <a:gd name="connsiteX0" fmla="*/ 1009220 w 1017938"/>
                      <a:gd name="connsiteY0" fmla="*/ 255173 h 294502"/>
                      <a:gd name="connsiteX1" fmla="*/ 1017939 w 1017938"/>
                      <a:gd name="connsiteY1" fmla="*/ 196323 h 294502"/>
                      <a:gd name="connsiteX2" fmla="*/ 300836 w 1017938"/>
                      <a:gd name="connsiteY2" fmla="*/ 155 h 294502"/>
                      <a:gd name="connsiteX3" fmla="*/ 45 w 1017938"/>
                      <a:gd name="connsiteY3" fmla="*/ 106957 h 294502"/>
                      <a:gd name="connsiteX4" fmla="*/ 451231 w 1017938"/>
                      <a:gd name="connsiteY4" fmla="*/ 294407 h 294502"/>
                      <a:gd name="connsiteX5" fmla="*/ 1009220 w 1017938"/>
                      <a:gd name="connsiteY5" fmla="*/ 255173 h 2945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017938" h="294502">
                        <a:moveTo>
                          <a:pt x="1009220" y="255173"/>
                        </a:moveTo>
                        <a:lnTo>
                          <a:pt x="1017939" y="196323"/>
                        </a:lnTo>
                        <a:cubicBezTo>
                          <a:pt x="1017939" y="196323"/>
                          <a:pt x="466489" y="-6384"/>
                          <a:pt x="300836" y="155"/>
                        </a:cubicBezTo>
                        <a:cubicBezTo>
                          <a:pt x="135183" y="8873"/>
                          <a:pt x="30560" y="19772"/>
                          <a:pt x="45" y="106957"/>
                        </a:cubicBezTo>
                        <a:cubicBezTo>
                          <a:pt x="-2135" y="152730"/>
                          <a:pt x="74153" y="298766"/>
                          <a:pt x="451231" y="294407"/>
                        </a:cubicBezTo>
                        <a:cubicBezTo>
                          <a:pt x="767280" y="279149"/>
                          <a:pt x="948190" y="272610"/>
                          <a:pt x="1009220" y="255173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93" name="Freihandform: Form 185">
                    <a:extLst>
                      <a:ext uri="{FF2B5EF4-FFF2-40B4-BE49-F238E27FC236}">
                        <a16:creationId xmlns:a16="http://schemas.microsoft.com/office/drawing/2014/main" id="{0CAA3BF9-0BF0-6141-B0E0-0CAFD86EFCB5}"/>
                      </a:ext>
                    </a:extLst>
                  </p:cNvPr>
                  <p:cNvSpPr/>
                  <p:nvPr/>
                </p:nvSpPr>
                <p:spPr>
                  <a:xfrm>
                    <a:off x="11308288" y="22604"/>
                    <a:ext cx="309026" cy="1011355"/>
                  </a:xfrm>
                  <a:custGeom>
                    <a:avLst/>
                    <a:gdLst>
                      <a:gd name="connsiteX0" fmla="*/ 43518 w 309026"/>
                      <a:gd name="connsiteY0" fmla="*/ 483881 h 1011355"/>
                      <a:gd name="connsiteX1" fmla="*/ 233147 w 309026"/>
                      <a:gd name="connsiteY1" fmla="*/ 1011355 h 1011355"/>
                      <a:gd name="connsiteX2" fmla="*/ 291998 w 309026"/>
                      <a:gd name="connsiteY2" fmla="*/ 1004816 h 1011355"/>
                      <a:gd name="connsiteX3" fmla="*/ 283279 w 309026"/>
                      <a:gd name="connsiteY3" fmla="*/ 261557 h 1011355"/>
                      <a:gd name="connsiteX4" fmla="*/ 100189 w 309026"/>
                      <a:gd name="connsiteY4" fmla="*/ 0 h 1011355"/>
                      <a:gd name="connsiteX5" fmla="*/ 43518 w 309026"/>
                      <a:gd name="connsiteY5" fmla="*/ 483881 h 10113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09026" h="1011355">
                        <a:moveTo>
                          <a:pt x="43518" y="483881"/>
                        </a:moveTo>
                        <a:cubicBezTo>
                          <a:pt x="143782" y="782493"/>
                          <a:pt x="200453" y="954684"/>
                          <a:pt x="233147" y="1011355"/>
                        </a:cubicBezTo>
                        <a:lnTo>
                          <a:pt x="291998" y="1004816"/>
                        </a:lnTo>
                        <a:cubicBezTo>
                          <a:pt x="291998" y="1004816"/>
                          <a:pt x="335591" y="418492"/>
                          <a:pt x="283279" y="261557"/>
                        </a:cubicBezTo>
                        <a:cubicBezTo>
                          <a:pt x="230968" y="104623"/>
                          <a:pt x="189554" y="6539"/>
                          <a:pt x="100189" y="0"/>
                        </a:cubicBezTo>
                        <a:cubicBezTo>
                          <a:pt x="54417" y="8719"/>
                          <a:pt x="-63284" y="122060"/>
                          <a:pt x="43518" y="483881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94" name="Freihandform: Form 186">
                    <a:extLst>
                      <a:ext uri="{FF2B5EF4-FFF2-40B4-BE49-F238E27FC236}">
                        <a16:creationId xmlns:a16="http://schemas.microsoft.com/office/drawing/2014/main" id="{CA44959C-6C94-E246-A224-40D0A4ED9A43}"/>
                      </a:ext>
                    </a:extLst>
                  </p:cNvPr>
                  <p:cNvSpPr/>
                  <p:nvPr/>
                </p:nvSpPr>
                <p:spPr>
                  <a:xfrm>
                    <a:off x="10900924" y="231760"/>
                    <a:ext cx="670938" cy="823422"/>
                  </a:xfrm>
                  <a:custGeom>
                    <a:avLst/>
                    <a:gdLst>
                      <a:gd name="connsiteX0" fmla="*/ 219752 w 670938"/>
                      <a:gd name="connsiteY0" fmla="*/ 457242 h 823422"/>
                      <a:gd name="connsiteX1" fmla="*/ 629525 w 670938"/>
                      <a:gd name="connsiteY1" fmla="*/ 823423 h 823422"/>
                      <a:gd name="connsiteX2" fmla="*/ 670939 w 670938"/>
                      <a:gd name="connsiteY2" fmla="*/ 788548 h 823422"/>
                      <a:gd name="connsiteX3" fmla="*/ 291680 w 670938"/>
                      <a:gd name="connsiteY3" fmla="*/ 149912 h 823422"/>
                      <a:gd name="connsiteX4" fmla="*/ 19225 w 670938"/>
                      <a:gd name="connsiteY4" fmla="*/ 10415 h 823422"/>
                      <a:gd name="connsiteX5" fmla="*/ 219752 w 670938"/>
                      <a:gd name="connsiteY5" fmla="*/ 457242 h 8234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70938" h="823422">
                        <a:moveTo>
                          <a:pt x="219752" y="457242"/>
                        </a:moveTo>
                        <a:cubicBezTo>
                          <a:pt x="446435" y="668668"/>
                          <a:pt x="577214" y="790728"/>
                          <a:pt x="629525" y="823423"/>
                        </a:cubicBezTo>
                        <a:lnTo>
                          <a:pt x="670939" y="788548"/>
                        </a:lnTo>
                        <a:cubicBezTo>
                          <a:pt x="670939" y="788548"/>
                          <a:pt x="409381" y="261074"/>
                          <a:pt x="291680" y="149912"/>
                        </a:cubicBezTo>
                        <a:cubicBezTo>
                          <a:pt x="171800" y="38750"/>
                          <a:pt x="93333" y="-26639"/>
                          <a:pt x="19225" y="10415"/>
                        </a:cubicBezTo>
                        <a:cubicBezTo>
                          <a:pt x="-9111" y="40930"/>
                          <a:pt x="-43985" y="195685"/>
                          <a:pt x="219752" y="457242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grpSp>
                <p:nvGrpSpPr>
                  <p:cNvPr id="95" name="Grafik 5">
                    <a:extLst>
                      <a:ext uri="{FF2B5EF4-FFF2-40B4-BE49-F238E27FC236}">
                        <a16:creationId xmlns:a16="http://schemas.microsoft.com/office/drawing/2014/main" id="{1E64A9DF-BB92-3A4F-8EEA-5693A5BBB9F9}"/>
                      </a:ext>
                    </a:extLst>
                  </p:cNvPr>
                  <p:cNvGrpSpPr/>
                  <p:nvPr/>
                </p:nvGrpSpPr>
                <p:grpSpPr>
                  <a:xfrm>
                    <a:off x="10468669" y="91979"/>
                    <a:ext cx="2134946" cy="2159439"/>
                    <a:chOff x="10468669" y="91979"/>
                    <a:chExt cx="2134946" cy="2159439"/>
                  </a:xfrm>
                  <a:solidFill>
                    <a:srgbClr val="FFFFFF"/>
                  </a:solidFill>
                </p:grpSpPr>
                <p:sp>
                  <p:nvSpPr>
                    <p:cNvPr id="96" name="Freihandform: Form 188">
                      <a:extLst>
                        <a:ext uri="{FF2B5EF4-FFF2-40B4-BE49-F238E27FC236}">
                          <a16:creationId xmlns:a16="http://schemas.microsoft.com/office/drawing/2014/main" id="{9B5D2701-B8DC-BC41-92AF-88C7E2DC57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68669" y="728333"/>
                      <a:ext cx="1020510" cy="415311"/>
                    </a:xfrm>
                    <a:custGeom>
                      <a:avLst/>
                      <a:gdLst>
                        <a:gd name="connsiteX0" fmla="*/ 1005253 w 1020510"/>
                        <a:gd name="connsiteY0" fmla="*/ 370222 h 370774"/>
                        <a:gd name="connsiteX1" fmla="*/ 1020511 w 1020510"/>
                        <a:gd name="connsiteY1" fmla="*/ 315731 h 370774"/>
                        <a:gd name="connsiteX2" fmla="*/ 314306 w 1020510"/>
                        <a:gd name="connsiteY2" fmla="*/ 12760 h 370774"/>
                        <a:gd name="connsiteX3" fmla="*/ 437 w 1020510"/>
                        <a:gd name="connsiteY3" fmla="*/ 65072 h 370774"/>
                        <a:gd name="connsiteX4" fmla="*/ 438546 w 1020510"/>
                        <a:gd name="connsiteY4" fmla="*/ 317911 h 370774"/>
                        <a:gd name="connsiteX5" fmla="*/ 1005253 w 1020510"/>
                        <a:gd name="connsiteY5" fmla="*/ 370222 h 3707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020510" h="370774">
                          <a:moveTo>
                            <a:pt x="1005253" y="370222"/>
                          </a:moveTo>
                          <a:lnTo>
                            <a:pt x="1020511" y="315731"/>
                          </a:lnTo>
                          <a:cubicBezTo>
                            <a:pt x="1020511" y="315731"/>
                            <a:pt x="482138" y="32377"/>
                            <a:pt x="314306" y="12760"/>
                          </a:cubicBezTo>
                          <a:cubicBezTo>
                            <a:pt x="146473" y="-6856"/>
                            <a:pt x="39671" y="-13395"/>
                            <a:pt x="437" y="65072"/>
                          </a:cubicBezTo>
                          <a:cubicBezTo>
                            <a:pt x="-6102" y="108665"/>
                            <a:pt x="57108" y="261240"/>
                            <a:pt x="438546" y="317911"/>
                          </a:cubicBezTo>
                          <a:cubicBezTo>
                            <a:pt x="756774" y="352785"/>
                            <a:pt x="939864" y="374581"/>
                            <a:pt x="1005253" y="370222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97" name="Freihandform: Form 189">
                      <a:extLst>
                        <a:ext uri="{FF2B5EF4-FFF2-40B4-BE49-F238E27FC236}">
                          <a16:creationId xmlns:a16="http://schemas.microsoft.com/office/drawing/2014/main" id="{9E867D8D-9105-5548-BECF-2CBE67321E46}"/>
                        </a:ext>
                      </a:extLst>
                    </p:cNvPr>
                    <p:cNvSpPr/>
                    <p:nvPr/>
                  </p:nvSpPr>
                  <p:spPr>
                    <a:xfrm rot="184551">
                      <a:off x="10473608" y="1098449"/>
                      <a:ext cx="1052768" cy="433246"/>
                    </a:xfrm>
                    <a:custGeom>
                      <a:avLst/>
                      <a:gdLst>
                        <a:gd name="connsiteX0" fmla="*/ 1052768 w 1052768"/>
                        <a:gd name="connsiteY0" fmla="*/ 84495 h 433246"/>
                        <a:gd name="connsiteX1" fmla="*/ 1046230 w 1052768"/>
                        <a:gd name="connsiteY1" fmla="*/ 6028 h 433246"/>
                        <a:gd name="connsiteX2" fmla="*/ 274635 w 1052768"/>
                        <a:gd name="connsiteY2" fmla="*/ 51800 h 433246"/>
                        <a:gd name="connsiteX3" fmla="*/ 0 w 1052768"/>
                        <a:gd name="connsiteY3" fmla="*/ 308998 h 433246"/>
                        <a:gd name="connsiteX4" fmla="*/ 503498 w 1052768"/>
                        <a:gd name="connsiteY4" fmla="*/ 363489 h 433246"/>
                        <a:gd name="connsiteX5" fmla="*/ 1052768 w 1052768"/>
                        <a:gd name="connsiteY5" fmla="*/ 84495 h 4332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052768" h="433246">
                          <a:moveTo>
                            <a:pt x="1052768" y="84495"/>
                          </a:moveTo>
                          <a:lnTo>
                            <a:pt x="1046230" y="6028"/>
                          </a:lnTo>
                          <a:cubicBezTo>
                            <a:pt x="1046230" y="6028"/>
                            <a:pt x="438109" y="-24487"/>
                            <a:pt x="274635" y="51800"/>
                          </a:cubicBezTo>
                          <a:cubicBezTo>
                            <a:pt x="111162" y="130267"/>
                            <a:pt x="8719" y="186938"/>
                            <a:pt x="0" y="308998"/>
                          </a:cubicBezTo>
                          <a:cubicBezTo>
                            <a:pt x="10898" y="367849"/>
                            <a:pt x="126419" y="522603"/>
                            <a:pt x="503498" y="363489"/>
                          </a:cubicBezTo>
                          <a:cubicBezTo>
                            <a:pt x="815187" y="215274"/>
                            <a:pt x="993918" y="130267"/>
                            <a:pt x="1052768" y="84495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98" name="Freihandform: Form 190">
                      <a:extLst>
                        <a:ext uri="{FF2B5EF4-FFF2-40B4-BE49-F238E27FC236}">
                          <a16:creationId xmlns:a16="http://schemas.microsoft.com/office/drawing/2014/main" id="{9AC50B95-41EF-FC45-B511-5D4483B8C9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9290" y="383058"/>
                      <a:ext cx="800989" cy="693531"/>
                    </a:xfrm>
                    <a:custGeom>
                      <a:avLst/>
                      <a:gdLst>
                        <a:gd name="connsiteX0" fmla="*/ 800989 w 800989"/>
                        <a:gd name="connsiteY0" fmla="*/ 649939 h 693531"/>
                        <a:gd name="connsiteX1" fmla="*/ 312749 w 800989"/>
                        <a:gd name="connsiteY1" fmla="*/ 100668 h 693531"/>
                        <a:gd name="connsiteX2" fmla="*/ 11958 w 800989"/>
                        <a:gd name="connsiteY2" fmla="*/ 22201 h 693531"/>
                        <a:gd name="connsiteX3" fmla="*/ 286593 w 800989"/>
                        <a:gd name="connsiteY3" fmla="*/ 421076 h 693531"/>
                        <a:gd name="connsiteX4" fmla="*/ 763935 w 800989"/>
                        <a:gd name="connsiteY4" fmla="*/ 693532 h 693531"/>
                        <a:gd name="connsiteX5" fmla="*/ 800989 w 800989"/>
                        <a:gd name="connsiteY5" fmla="*/ 649939 h 6935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800989" h="693531">
                          <a:moveTo>
                            <a:pt x="800989" y="649939"/>
                          </a:moveTo>
                          <a:cubicBezTo>
                            <a:pt x="800989" y="649939"/>
                            <a:pt x="452246" y="185674"/>
                            <a:pt x="312749" y="100668"/>
                          </a:cubicBezTo>
                          <a:cubicBezTo>
                            <a:pt x="173252" y="15662"/>
                            <a:pt x="81706" y="-30111"/>
                            <a:pt x="11958" y="22201"/>
                          </a:cubicBezTo>
                          <a:cubicBezTo>
                            <a:pt x="-14198" y="59255"/>
                            <a:pt x="-25096" y="218369"/>
                            <a:pt x="286593" y="421076"/>
                          </a:cubicBezTo>
                          <a:cubicBezTo>
                            <a:pt x="552510" y="580190"/>
                            <a:pt x="705085" y="673915"/>
                            <a:pt x="763935" y="693532"/>
                          </a:cubicBezTo>
                          <a:lnTo>
                            <a:pt x="800989" y="649939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99" name="Freihandform: Form 191">
                      <a:extLst>
                        <a:ext uri="{FF2B5EF4-FFF2-40B4-BE49-F238E27FC236}">
                          <a16:creationId xmlns:a16="http://schemas.microsoft.com/office/drawing/2014/main" id="{23FBCE20-15AC-3040-8CA7-A8EACFC17E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370345" y="91979"/>
                      <a:ext cx="304507" cy="974301"/>
                    </a:xfrm>
                    <a:custGeom>
                      <a:avLst/>
                      <a:gdLst>
                        <a:gd name="connsiteX0" fmla="*/ 132060 w 274679"/>
                        <a:gd name="connsiteY0" fmla="*/ 974301 h 974301"/>
                        <a:gd name="connsiteX1" fmla="*/ 188730 w 274679"/>
                        <a:gd name="connsiteY1" fmla="*/ 974301 h 974301"/>
                        <a:gd name="connsiteX2" fmla="*/ 269377 w 274679"/>
                        <a:gd name="connsiteY2" fmla="*/ 270276 h 974301"/>
                        <a:gd name="connsiteX3" fmla="*/ 127700 w 274679"/>
                        <a:gd name="connsiteY3" fmla="*/ 0 h 974301"/>
                        <a:gd name="connsiteX4" fmla="*/ 14359 w 274679"/>
                        <a:gd name="connsiteY4" fmla="*/ 451186 h 974301"/>
                        <a:gd name="connsiteX5" fmla="*/ 132060 w 274679"/>
                        <a:gd name="connsiteY5" fmla="*/ 974301 h 9743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74679" h="974301">
                          <a:moveTo>
                            <a:pt x="132060" y="974301"/>
                          </a:moveTo>
                          <a:lnTo>
                            <a:pt x="188730" y="974301"/>
                          </a:lnTo>
                          <a:cubicBezTo>
                            <a:pt x="188730" y="974301"/>
                            <a:pt x="299892" y="425031"/>
                            <a:pt x="269377" y="270276"/>
                          </a:cubicBezTo>
                          <a:cubicBezTo>
                            <a:pt x="238862" y="115521"/>
                            <a:pt x="212707" y="17437"/>
                            <a:pt x="127700" y="0"/>
                          </a:cubicBezTo>
                          <a:cubicBezTo>
                            <a:pt x="84107" y="4359"/>
                            <a:pt x="-42312" y="95904"/>
                            <a:pt x="14359" y="451186"/>
                          </a:cubicBezTo>
                          <a:cubicBezTo>
                            <a:pt x="75389" y="749798"/>
                            <a:pt x="108084" y="917631"/>
                            <a:pt x="132060" y="97430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100" name="Freihandform: Form 192">
                      <a:extLst>
                        <a:ext uri="{FF2B5EF4-FFF2-40B4-BE49-F238E27FC236}">
                          <a16:creationId xmlns:a16="http://schemas.microsoft.com/office/drawing/2014/main" id="{3851A8BC-C01B-FE47-9C62-F0A3F6EC1C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71041" y="186511"/>
                      <a:ext cx="462825" cy="908535"/>
                    </a:xfrm>
                    <a:custGeom>
                      <a:avLst/>
                      <a:gdLst>
                        <a:gd name="connsiteX0" fmla="*/ 410514 w 462825"/>
                        <a:gd name="connsiteY0" fmla="*/ 908536 h 908535"/>
                        <a:gd name="connsiteX1" fmla="*/ 462826 w 462825"/>
                        <a:gd name="connsiteY1" fmla="*/ 888919 h 908535"/>
                        <a:gd name="connsiteX2" fmla="*/ 281915 w 462825"/>
                        <a:gd name="connsiteY2" fmla="*/ 202331 h 908535"/>
                        <a:gd name="connsiteX3" fmla="*/ 53052 w 462825"/>
                        <a:gd name="connsiteY3" fmla="*/ 1803 h 908535"/>
                        <a:gd name="connsiteX4" fmla="*/ 114082 w 462825"/>
                        <a:gd name="connsiteY4" fmla="*/ 463888 h 908535"/>
                        <a:gd name="connsiteX5" fmla="*/ 410514 w 462825"/>
                        <a:gd name="connsiteY5" fmla="*/ 908536 h 9085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62825" h="908535">
                          <a:moveTo>
                            <a:pt x="410514" y="908536"/>
                          </a:moveTo>
                          <a:lnTo>
                            <a:pt x="462826" y="888919"/>
                          </a:lnTo>
                          <a:cubicBezTo>
                            <a:pt x="462826" y="888919"/>
                            <a:pt x="366921" y="335289"/>
                            <a:pt x="281915" y="202331"/>
                          </a:cubicBezTo>
                          <a:cubicBezTo>
                            <a:pt x="196909" y="69372"/>
                            <a:pt x="138059" y="-13454"/>
                            <a:pt x="53052" y="1803"/>
                          </a:cubicBezTo>
                          <a:cubicBezTo>
                            <a:pt x="13819" y="21420"/>
                            <a:pt x="-69008" y="154378"/>
                            <a:pt x="114082" y="463888"/>
                          </a:cubicBezTo>
                          <a:cubicBezTo>
                            <a:pt x="275376" y="718906"/>
                            <a:pt x="366921" y="864943"/>
                            <a:pt x="410514" y="908536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101" name="Freihandform: Form 193">
                      <a:extLst>
                        <a:ext uri="{FF2B5EF4-FFF2-40B4-BE49-F238E27FC236}">
                          <a16:creationId xmlns:a16="http://schemas.microsoft.com/office/drawing/2014/main" id="{BDD3C85F-311E-7640-88DA-5B7AE729C0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72098" y="467391"/>
                      <a:ext cx="784672" cy="662868"/>
                    </a:xfrm>
                    <a:custGeom>
                      <a:avLst/>
                      <a:gdLst>
                        <a:gd name="connsiteX0" fmla="*/ 344384 w 784672"/>
                        <a:gd name="connsiteY0" fmla="*/ 209502 h 662868"/>
                        <a:gd name="connsiteX1" fmla="*/ 0 w 784672"/>
                        <a:gd name="connsiteY1" fmla="*/ 617096 h 662868"/>
                        <a:gd name="connsiteX2" fmla="*/ 34874 w 784672"/>
                        <a:gd name="connsiteY2" fmla="*/ 662868 h 662868"/>
                        <a:gd name="connsiteX3" fmla="*/ 645175 w 784672"/>
                        <a:gd name="connsiteY3" fmla="*/ 301047 h 662868"/>
                        <a:gd name="connsiteX4" fmla="*/ 773774 w 784672"/>
                        <a:gd name="connsiteY4" fmla="*/ 26412 h 662868"/>
                        <a:gd name="connsiteX5" fmla="*/ 344384 w 784672"/>
                        <a:gd name="connsiteY5" fmla="*/ 209502 h 662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784672" h="662868">
                          <a:moveTo>
                            <a:pt x="344384" y="209502"/>
                          </a:moveTo>
                          <a:cubicBezTo>
                            <a:pt x="146036" y="436185"/>
                            <a:pt x="30515" y="564784"/>
                            <a:pt x="0" y="617096"/>
                          </a:cubicBezTo>
                          <a:lnTo>
                            <a:pt x="34874" y="662868"/>
                          </a:lnTo>
                          <a:cubicBezTo>
                            <a:pt x="34874" y="662868"/>
                            <a:pt x="540552" y="418748"/>
                            <a:pt x="645175" y="301047"/>
                          </a:cubicBezTo>
                          <a:cubicBezTo>
                            <a:pt x="749798" y="183346"/>
                            <a:pt x="810828" y="102699"/>
                            <a:pt x="773774" y="26412"/>
                          </a:cubicBezTo>
                          <a:cubicBezTo>
                            <a:pt x="741079" y="-8463"/>
                            <a:pt x="590684" y="-52055"/>
                            <a:pt x="344384" y="209502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102" name="Freihandform: Form 194">
                      <a:extLst>
                        <a:ext uri="{FF2B5EF4-FFF2-40B4-BE49-F238E27FC236}">
                          <a16:creationId xmlns:a16="http://schemas.microsoft.com/office/drawing/2014/main" id="{4CDDB6CB-2DA5-784E-B440-EBCAC5781D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71862" y="211652"/>
                      <a:ext cx="424485" cy="912068"/>
                    </a:xfrm>
                    <a:custGeom>
                      <a:avLst/>
                      <a:gdLst>
                        <a:gd name="connsiteX0" fmla="*/ 106803 w 424485"/>
                        <a:gd name="connsiteY0" fmla="*/ 380235 h 912068"/>
                        <a:gd name="connsiteX1" fmla="*/ 0 w 424485"/>
                        <a:gd name="connsiteY1" fmla="*/ 894631 h 912068"/>
                        <a:gd name="connsiteX2" fmla="*/ 47952 w 424485"/>
                        <a:gd name="connsiteY2" fmla="*/ 912069 h 912068"/>
                        <a:gd name="connsiteX3" fmla="*/ 394516 w 424485"/>
                        <a:gd name="connsiteY3" fmla="*/ 293049 h 912068"/>
                        <a:gd name="connsiteX4" fmla="*/ 379258 w 424485"/>
                        <a:gd name="connsiteY4" fmla="*/ 977 h 912068"/>
                        <a:gd name="connsiteX5" fmla="*/ 106803 w 424485"/>
                        <a:gd name="connsiteY5" fmla="*/ 380235 h 91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24485" h="912068">
                          <a:moveTo>
                            <a:pt x="106803" y="380235"/>
                          </a:moveTo>
                          <a:cubicBezTo>
                            <a:pt x="41413" y="670128"/>
                            <a:pt x="2180" y="835781"/>
                            <a:pt x="0" y="894631"/>
                          </a:cubicBezTo>
                          <a:lnTo>
                            <a:pt x="47952" y="912069"/>
                          </a:lnTo>
                          <a:cubicBezTo>
                            <a:pt x="47952" y="912069"/>
                            <a:pt x="359641" y="445625"/>
                            <a:pt x="394516" y="293049"/>
                          </a:cubicBezTo>
                          <a:cubicBezTo>
                            <a:pt x="429390" y="142654"/>
                            <a:pt x="444647" y="44570"/>
                            <a:pt x="379258" y="977"/>
                          </a:cubicBezTo>
                          <a:cubicBezTo>
                            <a:pt x="342204" y="-7742"/>
                            <a:pt x="198348" y="35851"/>
                            <a:pt x="106803" y="380235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103" name="Freihandform: Form 195">
                      <a:extLst>
                        <a:ext uri="{FF2B5EF4-FFF2-40B4-BE49-F238E27FC236}">
                          <a16:creationId xmlns:a16="http://schemas.microsoft.com/office/drawing/2014/main" id="{36F2B30F-356C-7347-B650-F606BD0974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83105" y="1175700"/>
                      <a:ext cx="1020510" cy="371374"/>
                    </a:xfrm>
                    <a:custGeom>
                      <a:avLst/>
                      <a:gdLst>
                        <a:gd name="connsiteX0" fmla="*/ 15258 w 1020510"/>
                        <a:gd name="connsiteY0" fmla="*/ 1153 h 371374"/>
                        <a:gd name="connsiteX1" fmla="*/ 0 w 1020510"/>
                        <a:gd name="connsiteY1" fmla="*/ 55644 h 371374"/>
                        <a:gd name="connsiteX2" fmla="*/ 706205 w 1020510"/>
                        <a:gd name="connsiteY2" fmla="*/ 358615 h 371374"/>
                        <a:gd name="connsiteX3" fmla="*/ 1020074 w 1020510"/>
                        <a:gd name="connsiteY3" fmla="*/ 306303 h 371374"/>
                        <a:gd name="connsiteX4" fmla="*/ 581965 w 1020510"/>
                        <a:gd name="connsiteY4" fmla="*/ 53464 h 371374"/>
                        <a:gd name="connsiteX5" fmla="*/ 15258 w 1020510"/>
                        <a:gd name="connsiteY5" fmla="*/ 1153 h 3713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020510" h="371374">
                          <a:moveTo>
                            <a:pt x="15258" y="1153"/>
                          </a:moveTo>
                          <a:lnTo>
                            <a:pt x="0" y="55644"/>
                          </a:lnTo>
                          <a:cubicBezTo>
                            <a:pt x="0" y="55644"/>
                            <a:pt x="538372" y="338998"/>
                            <a:pt x="706205" y="358615"/>
                          </a:cubicBezTo>
                          <a:cubicBezTo>
                            <a:pt x="874038" y="378231"/>
                            <a:pt x="980840" y="384770"/>
                            <a:pt x="1020074" y="306303"/>
                          </a:cubicBezTo>
                          <a:cubicBezTo>
                            <a:pt x="1026613" y="262710"/>
                            <a:pt x="963403" y="110135"/>
                            <a:pt x="581965" y="53464"/>
                          </a:cubicBezTo>
                          <a:cubicBezTo>
                            <a:pt x="263737" y="16410"/>
                            <a:pt x="80647" y="-5386"/>
                            <a:pt x="15258" y="1153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104" name="Freihandform: Form 196">
                      <a:extLst>
                        <a:ext uri="{FF2B5EF4-FFF2-40B4-BE49-F238E27FC236}">
                          <a16:creationId xmlns:a16="http://schemas.microsoft.com/office/drawing/2014/main" id="{1D25083E-72CB-9541-BCB1-43D5B9750070}"/>
                        </a:ext>
                      </a:extLst>
                    </p:cNvPr>
                    <p:cNvSpPr/>
                    <p:nvPr/>
                  </p:nvSpPr>
                  <p:spPr>
                    <a:xfrm rot="173298">
                      <a:off x="11535888" y="876439"/>
                      <a:ext cx="1050588" cy="331192"/>
                    </a:xfrm>
                    <a:custGeom>
                      <a:avLst/>
                      <a:gdLst>
                        <a:gd name="connsiteX0" fmla="*/ 0 w 1050588"/>
                        <a:gd name="connsiteY0" fmla="*/ 348751 h 433246"/>
                        <a:gd name="connsiteX1" fmla="*/ 6539 w 1050588"/>
                        <a:gd name="connsiteY1" fmla="*/ 427218 h 433246"/>
                        <a:gd name="connsiteX2" fmla="*/ 778133 w 1050588"/>
                        <a:gd name="connsiteY2" fmla="*/ 381446 h 433246"/>
                        <a:gd name="connsiteX3" fmla="*/ 1050589 w 1050588"/>
                        <a:gd name="connsiteY3" fmla="*/ 124248 h 433246"/>
                        <a:gd name="connsiteX4" fmla="*/ 547091 w 1050588"/>
                        <a:gd name="connsiteY4" fmla="*/ 69757 h 433246"/>
                        <a:gd name="connsiteX5" fmla="*/ 0 w 1050588"/>
                        <a:gd name="connsiteY5" fmla="*/ 348751 h 4332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050588" h="433246">
                          <a:moveTo>
                            <a:pt x="0" y="348751"/>
                          </a:moveTo>
                          <a:lnTo>
                            <a:pt x="6539" y="427218"/>
                          </a:lnTo>
                          <a:cubicBezTo>
                            <a:pt x="6539" y="427218"/>
                            <a:pt x="614660" y="457733"/>
                            <a:pt x="778133" y="381446"/>
                          </a:cubicBezTo>
                          <a:cubicBezTo>
                            <a:pt x="941607" y="302979"/>
                            <a:pt x="1044050" y="246308"/>
                            <a:pt x="1050589" y="124248"/>
                          </a:cubicBezTo>
                          <a:cubicBezTo>
                            <a:pt x="1039691" y="65397"/>
                            <a:pt x="924169" y="-89357"/>
                            <a:pt x="547091" y="69757"/>
                          </a:cubicBezTo>
                          <a:cubicBezTo>
                            <a:pt x="235402" y="217972"/>
                            <a:pt x="56671" y="300799"/>
                            <a:pt x="0" y="348751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105" name="Freihandform: Form 197">
                      <a:extLst>
                        <a:ext uri="{FF2B5EF4-FFF2-40B4-BE49-F238E27FC236}">
                          <a16:creationId xmlns:a16="http://schemas.microsoft.com/office/drawing/2014/main" id="{979E1435-4441-4C42-90BD-6D82FB1B61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56950" y="1233524"/>
                      <a:ext cx="800989" cy="693531"/>
                    </a:xfrm>
                    <a:custGeom>
                      <a:avLst/>
                      <a:gdLst>
                        <a:gd name="connsiteX0" fmla="*/ 0 w 800989"/>
                        <a:gd name="connsiteY0" fmla="*/ 43593 h 693531"/>
                        <a:gd name="connsiteX1" fmla="*/ 488240 w 800989"/>
                        <a:gd name="connsiteY1" fmla="*/ 592863 h 693531"/>
                        <a:gd name="connsiteX2" fmla="*/ 789032 w 800989"/>
                        <a:gd name="connsiteY2" fmla="*/ 671331 h 693531"/>
                        <a:gd name="connsiteX3" fmla="*/ 514396 w 800989"/>
                        <a:gd name="connsiteY3" fmla="*/ 272456 h 693531"/>
                        <a:gd name="connsiteX4" fmla="*/ 37054 w 800989"/>
                        <a:gd name="connsiteY4" fmla="*/ 0 h 693531"/>
                        <a:gd name="connsiteX5" fmla="*/ 0 w 800989"/>
                        <a:gd name="connsiteY5" fmla="*/ 43593 h 6935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800989" h="693531">
                          <a:moveTo>
                            <a:pt x="0" y="43593"/>
                          </a:moveTo>
                          <a:cubicBezTo>
                            <a:pt x="0" y="43593"/>
                            <a:pt x="348743" y="507857"/>
                            <a:pt x="488240" y="592863"/>
                          </a:cubicBezTo>
                          <a:cubicBezTo>
                            <a:pt x="627738" y="677870"/>
                            <a:pt x="719283" y="723642"/>
                            <a:pt x="789032" y="671331"/>
                          </a:cubicBezTo>
                          <a:cubicBezTo>
                            <a:pt x="815187" y="634277"/>
                            <a:pt x="826085" y="475163"/>
                            <a:pt x="514396" y="272456"/>
                          </a:cubicBezTo>
                          <a:cubicBezTo>
                            <a:pt x="248480" y="113342"/>
                            <a:pt x="95904" y="21796"/>
                            <a:pt x="37054" y="0"/>
                          </a:cubicBezTo>
                          <a:lnTo>
                            <a:pt x="0" y="43593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106" name="Freihandform: Form 198">
                      <a:extLst>
                        <a:ext uri="{FF2B5EF4-FFF2-40B4-BE49-F238E27FC236}">
                          <a16:creationId xmlns:a16="http://schemas.microsoft.com/office/drawing/2014/main" id="{B2C13114-EBF3-8E40-A423-5B9DDC6A68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375096" y="1277117"/>
                      <a:ext cx="274679" cy="974301"/>
                    </a:xfrm>
                    <a:custGeom>
                      <a:avLst/>
                      <a:gdLst>
                        <a:gd name="connsiteX0" fmla="*/ 142620 w 274679"/>
                        <a:gd name="connsiteY0" fmla="*/ 0 h 974301"/>
                        <a:gd name="connsiteX1" fmla="*/ 85949 w 274679"/>
                        <a:gd name="connsiteY1" fmla="*/ 0 h 974301"/>
                        <a:gd name="connsiteX2" fmla="*/ 5302 w 274679"/>
                        <a:gd name="connsiteY2" fmla="*/ 704025 h 974301"/>
                        <a:gd name="connsiteX3" fmla="*/ 146979 w 274679"/>
                        <a:gd name="connsiteY3" fmla="*/ 974301 h 974301"/>
                        <a:gd name="connsiteX4" fmla="*/ 260321 w 274679"/>
                        <a:gd name="connsiteY4" fmla="*/ 523115 h 974301"/>
                        <a:gd name="connsiteX5" fmla="*/ 142620 w 274679"/>
                        <a:gd name="connsiteY5" fmla="*/ 0 h 9743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74679" h="974301">
                          <a:moveTo>
                            <a:pt x="142620" y="0"/>
                          </a:moveTo>
                          <a:lnTo>
                            <a:pt x="85949" y="0"/>
                          </a:lnTo>
                          <a:cubicBezTo>
                            <a:pt x="85949" y="0"/>
                            <a:pt x="-25213" y="549270"/>
                            <a:pt x="5302" y="704025"/>
                          </a:cubicBezTo>
                          <a:cubicBezTo>
                            <a:pt x="35817" y="858780"/>
                            <a:pt x="61973" y="956864"/>
                            <a:pt x="146979" y="974301"/>
                          </a:cubicBezTo>
                          <a:cubicBezTo>
                            <a:pt x="190572" y="969942"/>
                            <a:pt x="316991" y="878397"/>
                            <a:pt x="260321" y="523115"/>
                          </a:cubicBezTo>
                          <a:cubicBezTo>
                            <a:pt x="201470" y="226683"/>
                            <a:pt x="166596" y="56671"/>
                            <a:pt x="142620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107" name="Freihandform: Form 199">
                      <a:extLst>
                        <a:ext uri="{FF2B5EF4-FFF2-40B4-BE49-F238E27FC236}">
                          <a16:creationId xmlns:a16="http://schemas.microsoft.com/office/drawing/2014/main" id="{C97CE86F-B8F0-974B-B204-02F02B618E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22524" y="1256269"/>
                      <a:ext cx="462825" cy="906861"/>
                    </a:xfrm>
                    <a:custGeom>
                      <a:avLst/>
                      <a:gdLst>
                        <a:gd name="connsiteX0" fmla="*/ 52311 w 462825"/>
                        <a:gd name="connsiteY0" fmla="*/ 0 h 906861"/>
                        <a:gd name="connsiteX1" fmla="*/ 0 w 462825"/>
                        <a:gd name="connsiteY1" fmla="*/ 19617 h 906861"/>
                        <a:gd name="connsiteX2" fmla="*/ 180911 w 462825"/>
                        <a:gd name="connsiteY2" fmla="*/ 706205 h 906861"/>
                        <a:gd name="connsiteX3" fmla="*/ 409773 w 462825"/>
                        <a:gd name="connsiteY3" fmla="*/ 904553 h 906861"/>
                        <a:gd name="connsiteX4" fmla="*/ 348743 w 462825"/>
                        <a:gd name="connsiteY4" fmla="*/ 442468 h 906861"/>
                        <a:gd name="connsiteX5" fmla="*/ 52311 w 462825"/>
                        <a:gd name="connsiteY5" fmla="*/ 0 h 906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62825" h="906861">
                          <a:moveTo>
                            <a:pt x="52311" y="0"/>
                          </a:moveTo>
                          <a:lnTo>
                            <a:pt x="0" y="19617"/>
                          </a:lnTo>
                          <a:cubicBezTo>
                            <a:pt x="0" y="19617"/>
                            <a:pt x="95904" y="573247"/>
                            <a:pt x="180911" y="706205"/>
                          </a:cubicBezTo>
                          <a:cubicBezTo>
                            <a:pt x="265917" y="839163"/>
                            <a:pt x="326947" y="921990"/>
                            <a:pt x="409773" y="904553"/>
                          </a:cubicBezTo>
                          <a:cubicBezTo>
                            <a:pt x="449007" y="884936"/>
                            <a:pt x="531833" y="751978"/>
                            <a:pt x="348743" y="442468"/>
                          </a:cubicBezTo>
                          <a:cubicBezTo>
                            <a:pt x="189629" y="189629"/>
                            <a:pt x="95904" y="43593"/>
                            <a:pt x="52311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108" name="Freihandform: Form 200">
                      <a:extLst>
                        <a:ext uri="{FF2B5EF4-FFF2-40B4-BE49-F238E27FC236}">
                          <a16:creationId xmlns:a16="http://schemas.microsoft.com/office/drawing/2014/main" id="{6ED900DE-AB09-EB4B-B132-A525CA9A38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50217" y="1226985"/>
                      <a:ext cx="784672" cy="662868"/>
                    </a:xfrm>
                    <a:custGeom>
                      <a:avLst/>
                      <a:gdLst>
                        <a:gd name="connsiteX0" fmla="*/ 440288 w 784672"/>
                        <a:gd name="connsiteY0" fmla="*/ 453366 h 662868"/>
                        <a:gd name="connsiteX1" fmla="*/ 784672 w 784672"/>
                        <a:gd name="connsiteY1" fmla="*/ 45773 h 662868"/>
                        <a:gd name="connsiteX2" fmla="*/ 749798 w 784672"/>
                        <a:gd name="connsiteY2" fmla="*/ 0 h 662868"/>
                        <a:gd name="connsiteX3" fmla="*/ 139497 w 784672"/>
                        <a:gd name="connsiteY3" fmla="*/ 361821 h 662868"/>
                        <a:gd name="connsiteX4" fmla="*/ 10898 w 784672"/>
                        <a:gd name="connsiteY4" fmla="*/ 636456 h 662868"/>
                        <a:gd name="connsiteX5" fmla="*/ 440288 w 784672"/>
                        <a:gd name="connsiteY5" fmla="*/ 453366 h 662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784672" h="662868">
                          <a:moveTo>
                            <a:pt x="440288" y="453366"/>
                          </a:moveTo>
                          <a:cubicBezTo>
                            <a:pt x="638636" y="228863"/>
                            <a:pt x="754157" y="100264"/>
                            <a:pt x="784672" y="45773"/>
                          </a:cubicBezTo>
                          <a:lnTo>
                            <a:pt x="749798" y="0"/>
                          </a:lnTo>
                          <a:cubicBezTo>
                            <a:pt x="749798" y="0"/>
                            <a:pt x="244120" y="244120"/>
                            <a:pt x="139497" y="361821"/>
                          </a:cubicBezTo>
                          <a:cubicBezTo>
                            <a:pt x="34874" y="479522"/>
                            <a:pt x="-26156" y="560169"/>
                            <a:pt x="10898" y="636456"/>
                          </a:cubicBezTo>
                          <a:cubicBezTo>
                            <a:pt x="41413" y="671331"/>
                            <a:pt x="191809" y="714924"/>
                            <a:pt x="440288" y="453366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109" name="Freihandform: Form 201">
                      <a:extLst>
                        <a:ext uri="{FF2B5EF4-FFF2-40B4-BE49-F238E27FC236}">
                          <a16:creationId xmlns:a16="http://schemas.microsoft.com/office/drawing/2014/main" id="{0B2173A0-4CBE-DB42-B801-6B76415067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51817" y="1240063"/>
                      <a:ext cx="424485" cy="912038"/>
                    </a:xfrm>
                    <a:custGeom>
                      <a:avLst/>
                      <a:gdLst>
                        <a:gd name="connsiteX0" fmla="*/ 317683 w 424485"/>
                        <a:gd name="connsiteY0" fmla="*/ 531833 h 912038"/>
                        <a:gd name="connsiteX1" fmla="*/ 424486 w 424485"/>
                        <a:gd name="connsiteY1" fmla="*/ 17437 h 912038"/>
                        <a:gd name="connsiteX2" fmla="*/ 376534 w 424485"/>
                        <a:gd name="connsiteY2" fmla="*/ 0 h 912038"/>
                        <a:gd name="connsiteX3" fmla="*/ 29970 w 424485"/>
                        <a:gd name="connsiteY3" fmla="*/ 619019 h 912038"/>
                        <a:gd name="connsiteX4" fmla="*/ 45228 w 424485"/>
                        <a:gd name="connsiteY4" fmla="*/ 911092 h 912038"/>
                        <a:gd name="connsiteX5" fmla="*/ 317683 w 424485"/>
                        <a:gd name="connsiteY5" fmla="*/ 531833 h 9120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24485" h="912038">
                          <a:moveTo>
                            <a:pt x="317683" y="531833"/>
                          </a:moveTo>
                          <a:cubicBezTo>
                            <a:pt x="383073" y="241941"/>
                            <a:pt x="422306" y="76288"/>
                            <a:pt x="424486" y="17437"/>
                          </a:cubicBezTo>
                          <a:lnTo>
                            <a:pt x="376534" y="0"/>
                          </a:lnTo>
                          <a:cubicBezTo>
                            <a:pt x="376534" y="0"/>
                            <a:pt x="64844" y="466444"/>
                            <a:pt x="29970" y="619019"/>
                          </a:cubicBezTo>
                          <a:cubicBezTo>
                            <a:pt x="-4904" y="769415"/>
                            <a:pt x="-20162" y="867499"/>
                            <a:pt x="45228" y="911092"/>
                          </a:cubicBezTo>
                          <a:cubicBezTo>
                            <a:pt x="82282" y="919810"/>
                            <a:pt x="226138" y="874038"/>
                            <a:pt x="317683" y="531833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</p:grpSp>
            </p:grpSp>
            <p:sp>
              <p:nvSpPr>
                <p:cNvPr id="80" name="Freihandform: Form 172">
                  <a:extLst>
                    <a:ext uri="{FF2B5EF4-FFF2-40B4-BE49-F238E27FC236}">
                      <a16:creationId xmlns:a16="http://schemas.microsoft.com/office/drawing/2014/main" id="{21F0E4ED-567E-224E-8FC5-ED7F79E68D6C}"/>
                    </a:ext>
                  </a:extLst>
                </p:cNvPr>
                <p:cNvSpPr/>
                <p:nvPr/>
              </p:nvSpPr>
              <p:spPr>
                <a:xfrm>
                  <a:off x="11282314" y="978505"/>
                  <a:ext cx="414132" cy="396695"/>
                </a:xfrm>
                <a:custGeom>
                  <a:avLst/>
                  <a:gdLst>
                    <a:gd name="connsiteX0" fmla="*/ 414133 w 414132"/>
                    <a:gd name="connsiteY0" fmla="*/ 198348 h 396695"/>
                    <a:gd name="connsiteX1" fmla="*/ 207066 w 414132"/>
                    <a:gd name="connsiteY1" fmla="*/ 396695 h 396695"/>
                    <a:gd name="connsiteX2" fmla="*/ 0 w 414132"/>
                    <a:gd name="connsiteY2" fmla="*/ 198348 h 396695"/>
                    <a:gd name="connsiteX3" fmla="*/ 207066 w 414132"/>
                    <a:gd name="connsiteY3" fmla="*/ 0 h 396695"/>
                    <a:gd name="connsiteX4" fmla="*/ 414133 w 414132"/>
                    <a:gd name="connsiteY4" fmla="*/ 198348 h 396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4132" h="396695">
                      <a:moveTo>
                        <a:pt x="414133" y="198348"/>
                      </a:moveTo>
                      <a:cubicBezTo>
                        <a:pt x="414133" y="307330"/>
                        <a:pt x="322587" y="396695"/>
                        <a:pt x="207066" y="396695"/>
                      </a:cubicBezTo>
                      <a:cubicBezTo>
                        <a:pt x="93725" y="396695"/>
                        <a:pt x="0" y="307330"/>
                        <a:pt x="0" y="198348"/>
                      </a:cubicBezTo>
                      <a:cubicBezTo>
                        <a:pt x="0" y="89365"/>
                        <a:pt x="91545" y="0"/>
                        <a:pt x="207066" y="0"/>
                      </a:cubicBezTo>
                      <a:cubicBezTo>
                        <a:pt x="320408" y="0"/>
                        <a:pt x="414133" y="89365"/>
                        <a:pt x="414133" y="198348"/>
                      </a:cubicBezTo>
                      <a:close/>
                    </a:path>
                  </a:pathLst>
                </a:custGeom>
                <a:solidFill>
                  <a:srgbClr val="FFBB00"/>
                </a:solidFill>
                <a:ln w="217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</p:grpSp>
          <p:sp>
            <p:nvSpPr>
              <p:cNvPr id="78" name="Ellipse 170">
                <a:extLst>
                  <a:ext uri="{FF2B5EF4-FFF2-40B4-BE49-F238E27FC236}">
                    <a16:creationId xmlns:a16="http://schemas.microsoft.com/office/drawing/2014/main" id="{9CE0968F-0325-F340-A7F4-A0EE63583274}"/>
                  </a:ext>
                </a:extLst>
              </p:cNvPr>
              <p:cNvSpPr/>
              <p:nvPr/>
            </p:nvSpPr>
            <p:spPr bwMode="gray">
              <a:xfrm>
                <a:off x="11227609" y="960958"/>
                <a:ext cx="403666" cy="382238"/>
              </a:xfrm>
              <a:prstGeom prst="ellipse">
                <a:avLst/>
              </a:prstGeom>
              <a:solidFill>
                <a:srgbClr val="FFD066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0000"/>
                  </a:lnSpc>
                </a:pPr>
                <a:endParaRPr lang="de-DE" sz="1600">
                  <a:solidFill>
                    <a:srgbClr val="FFD066"/>
                  </a:solidFill>
                </a:endParaRPr>
              </a:p>
            </p:txBody>
          </p:sp>
        </p:grpSp>
        <p:grpSp>
          <p:nvGrpSpPr>
            <p:cNvPr id="9" name="Gruppieren 168">
              <a:extLst>
                <a:ext uri="{FF2B5EF4-FFF2-40B4-BE49-F238E27FC236}">
                  <a16:creationId xmlns:a16="http://schemas.microsoft.com/office/drawing/2014/main" id="{839925C4-3D9E-A345-BEA3-BA34671EF294}"/>
                </a:ext>
              </a:extLst>
            </p:cNvPr>
            <p:cNvGrpSpPr/>
            <p:nvPr/>
          </p:nvGrpSpPr>
          <p:grpSpPr>
            <a:xfrm>
              <a:off x="9935468" y="336447"/>
              <a:ext cx="702670" cy="712587"/>
              <a:chOff x="10366017" y="30973"/>
              <a:chExt cx="2246316" cy="2278019"/>
            </a:xfrm>
          </p:grpSpPr>
          <p:grpSp>
            <p:nvGrpSpPr>
              <p:cNvPr id="44" name="Grafik 5">
                <a:extLst>
                  <a:ext uri="{FF2B5EF4-FFF2-40B4-BE49-F238E27FC236}">
                    <a16:creationId xmlns:a16="http://schemas.microsoft.com/office/drawing/2014/main" id="{927F61AE-EDB9-3E4F-B42F-D2AE2B4B9255}"/>
                  </a:ext>
                </a:extLst>
              </p:cNvPr>
              <p:cNvGrpSpPr/>
              <p:nvPr/>
            </p:nvGrpSpPr>
            <p:grpSpPr>
              <a:xfrm>
                <a:off x="10366017" y="30973"/>
                <a:ext cx="2246316" cy="2278019"/>
                <a:chOff x="10396141" y="22604"/>
                <a:chExt cx="2246316" cy="2278019"/>
              </a:xfrm>
            </p:grpSpPr>
            <p:grpSp>
              <p:nvGrpSpPr>
                <p:cNvPr id="46" name="Grafik 5">
                  <a:extLst>
                    <a:ext uri="{FF2B5EF4-FFF2-40B4-BE49-F238E27FC236}">
                      <a16:creationId xmlns:a16="http://schemas.microsoft.com/office/drawing/2014/main" id="{D9EE1605-8082-0B46-BD88-DAB8E712F9D4}"/>
                    </a:ext>
                  </a:extLst>
                </p:cNvPr>
                <p:cNvGrpSpPr/>
                <p:nvPr/>
              </p:nvGrpSpPr>
              <p:grpSpPr>
                <a:xfrm>
                  <a:off x="10396141" y="22604"/>
                  <a:ext cx="2246316" cy="2278019"/>
                  <a:chOff x="10396141" y="22604"/>
                  <a:chExt cx="2246316" cy="2278019"/>
                </a:xfrm>
              </p:grpSpPr>
              <p:sp>
                <p:nvSpPr>
                  <p:cNvPr id="48" name="Freihandform: Form 173">
                    <a:extLst>
                      <a:ext uri="{FF2B5EF4-FFF2-40B4-BE49-F238E27FC236}">
                        <a16:creationId xmlns:a16="http://schemas.microsoft.com/office/drawing/2014/main" id="{6F69CED7-462D-B241-ADF3-92C2951C2649}"/>
                      </a:ext>
                    </a:extLst>
                  </p:cNvPr>
                  <p:cNvSpPr/>
                  <p:nvPr/>
                </p:nvSpPr>
                <p:spPr>
                  <a:xfrm>
                    <a:off x="11561309" y="346257"/>
                    <a:ext cx="822081" cy="810979"/>
                  </a:xfrm>
                  <a:custGeom>
                    <a:avLst/>
                    <a:gdLst>
                      <a:gd name="connsiteX0" fmla="*/ 0 w 822081"/>
                      <a:gd name="connsiteY0" fmla="*/ 769566 h 810979"/>
                      <a:gd name="connsiteX1" fmla="*/ 41413 w 822081"/>
                      <a:gd name="connsiteY1" fmla="*/ 810980 h 810979"/>
                      <a:gd name="connsiteX2" fmla="*/ 686588 w 822081"/>
                      <a:gd name="connsiteY2" fmla="*/ 329278 h 810979"/>
                      <a:gd name="connsiteX3" fmla="*/ 804289 w 822081"/>
                      <a:gd name="connsiteY3" fmla="*/ 15409 h 810979"/>
                      <a:gd name="connsiteX4" fmla="*/ 344384 w 822081"/>
                      <a:gd name="connsiteY4" fmla="*/ 279146 h 810979"/>
                      <a:gd name="connsiteX5" fmla="*/ 0 w 822081"/>
                      <a:gd name="connsiteY5" fmla="*/ 769566 h 8109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822081" h="810979">
                        <a:moveTo>
                          <a:pt x="0" y="769566"/>
                        </a:moveTo>
                        <a:lnTo>
                          <a:pt x="41413" y="810980"/>
                        </a:lnTo>
                        <a:cubicBezTo>
                          <a:pt x="41413" y="810980"/>
                          <a:pt x="579786" y="470955"/>
                          <a:pt x="686588" y="329278"/>
                        </a:cubicBezTo>
                        <a:cubicBezTo>
                          <a:pt x="793391" y="187601"/>
                          <a:pt x="854421" y="91697"/>
                          <a:pt x="804289" y="15409"/>
                        </a:cubicBezTo>
                        <a:cubicBezTo>
                          <a:pt x="767235" y="-12926"/>
                          <a:pt x="597223" y="-36902"/>
                          <a:pt x="344384" y="279146"/>
                        </a:cubicBezTo>
                        <a:cubicBezTo>
                          <a:pt x="143857" y="553782"/>
                          <a:pt x="28335" y="708536"/>
                          <a:pt x="0" y="769566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49" name="Freihandform: Form 174">
                    <a:extLst>
                      <a:ext uri="{FF2B5EF4-FFF2-40B4-BE49-F238E27FC236}">
                        <a16:creationId xmlns:a16="http://schemas.microsoft.com/office/drawing/2014/main" id="{6FEB4B44-4629-7B40-9A13-2E374022C60F}"/>
                      </a:ext>
                    </a:extLst>
                  </p:cNvPr>
                  <p:cNvSpPr/>
                  <p:nvPr/>
                </p:nvSpPr>
                <p:spPr>
                  <a:xfrm>
                    <a:off x="11584523" y="64140"/>
                    <a:ext cx="447589" cy="1112779"/>
                  </a:xfrm>
                  <a:custGeom>
                    <a:avLst/>
                    <a:gdLst>
                      <a:gd name="connsiteX0" fmla="*/ 4393 w 447589"/>
                      <a:gd name="connsiteY0" fmla="*/ 1077905 h 1112779"/>
                      <a:gd name="connsiteX1" fmla="*/ 78501 w 447589"/>
                      <a:gd name="connsiteY1" fmla="*/ 1112779 h 1112779"/>
                      <a:gd name="connsiteX2" fmla="*/ 440322 w 447589"/>
                      <a:gd name="connsiteY2" fmla="*/ 389137 h 1112779"/>
                      <a:gd name="connsiteX3" fmla="*/ 350957 w 447589"/>
                      <a:gd name="connsiteY3" fmla="*/ 5520 h 1112779"/>
                      <a:gd name="connsiteX4" fmla="*/ 39268 w 447589"/>
                      <a:gd name="connsiteY4" fmla="*/ 432730 h 1112779"/>
                      <a:gd name="connsiteX5" fmla="*/ 4393 w 447589"/>
                      <a:gd name="connsiteY5" fmla="*/ 1077905 h 11127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47589" h="1112779">
                        <a:moveTo>
                          <a:pt x="4393" y="1077905"/>
                        </a:moveTo>
                        <a:lnTo>
                          <a:pt x="78501" y="1112779"/>
                        </a:lnTo>
                        <a:cubicBezTo>
                          <a:pt x="78501" y="1112779"/>
                          <a:pt x="425065" y="576587"/>
                          <a:pt x="440322" y="389137"/>
                        </a:cubicBezTo>
                        <a:cubicBezTo>
                          <a:pt x="455580" y="199508"/>
                          <a:pt x="455580" y="77448"/>
                          <a:pt x="350957" y="5520"/>
                        </a:cubicBezTo>
                        <a:cubicBezTo>
                          <a:pt x="292106" y="-16277"/>
                          <a:pt x="91579" y="7699"/>
                          <a:pt x="39268" y="432730"/>
                        </a:cubicBezTo>
                        <a:cubicBezTo>
                          <a:pt x="8752" y="794551"/>
                          <a:pt x="-8685" y="1001617"/>
                          <a:pt x="4393" y="1077905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50" name="Freihandform: Form 175">
                    <a:extLst>
                      <a:ext uri="{FF2B5EF4-FFF2-40B4-BE49-F238E27FC236}">
                        <a16:creationId xmlns:a16="http://schemas.microsoft.com/office/drawing/2014/main" id="{41301FB6-B046-B54C-B869-881E8CB63340}"/>
                      </a:ext>
                    </a:extLst>
                  </p:cNvPr>
                  <p:cNvSpPr/>
                  <p:nvPr/>
                </p:nvSpPr>
                <p:spPr>
                  <a:xfrm>
                    <a:off x="11600346" y="686711"/>
                    <a:ext cx="1003874" cy="450498"/>
                  </a:xfrm>
                  <a:custGeom>
                    <a:avLst/>
                    <a:gdLst>
                      <a:gd name="connsiteX0" fmla="*/ 19617 w 1003874"/>
                      <a:gd name="connsiteY0" fmla="*/ 450498 h 450498"/>
                      <a:gd name="connsiteX1" fmla="*/ 773774 w 1003874"/>
                      <a:gd name="connsiteY1" fmla="*/ 293564 h 450498"/>
                      <a:gd name="connsiteX2" fmla="*/ 1002637 w 1003874"/>
                      <a:gd name="connsiteY2" fmla="*/ 62522 h 450498"/>
                      <a:gd name="connsiteX3" fmla="*/ 496959 w 1003874"/>
                      <a:gd name="connsiteY3" fmla="*/ 101755 h 450498"/>
                      <a:gd name="connsiteX4" fmla="*/ 0 w 1003874"/>
                      <a:gd name="connsiteY4" fmla="*/ 391648 h 450498"/>
                      <a:gd name="connsiteX5" fmla="*/ 19617 w 1003874"/>
                      <a:gd name="connsiteY5" fmla="*/ 450498 h 4504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003874" h="450498">
                        <a:moveTo>
                          <a:pt x="19617" y="450498"/>
                        </a:moveTo>
                        <a:cubicBezTo>
                          <a:pt x="19617" y="450498"/>
                          <a:pt x="623378" y="376390"/>
                          <a:pt x="773774" y="293564"/>
                        </a:cubicBezTo>
                        <a:cubicBezTo>
                          <a:pt x="924169" y="210737"/>
                          <a:pt x="1015714" y="151887"/>
                          <a:pt x="1002637" y="62522"/>
                        </a:cubicBezTo>
                        <a:cubicBezTo>
                          <a:pt x="983020" y="21108"/>
                          <a:pt x="843523" y="-72616"/>
                          <a:pt x="496959" y="101755"/>
                        </a:cubicBezTo>
                        <a:cubicBezTo>
                          <a:pt x="211426" y="258690"/>
                          <a:pt x="50132" y="350235"/>
                          <a:pt x="0" y="391648"/>
                        </a:cubicBezTo>
                        <a:lnTo>
                          <a:pt x="19617" y="450498"/>
                        </a:ln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51" name="Freihandform: Form 176">
                    <a:extLst>
                      <a:ext uri="{FF2B5EF4-FFF2-40B4-BE49-F238E27FC236}">
                        <a16:creationId xmlns:a16="http://schemas.microsoft.com/office/drawing/2014/main" id="{BD49E231-FE38-734D-A3B9-41A214DA6643}"/>
                      </a:ext>
                    </a:extLst>
                  </p:cNvPr>
                  <p:cNvSpPr/>
                  <p:nvPr/>
                </p:nvSpPr>
                <p:spPr>
                  <a:xfrm>
                    <a:off x="11558883" y="1289985"/>
                    <a:ext cx="920658" cy="548241"/>
                  </a:xfrm>
                  <a:custGeom>
                    <a:avLst/>
                    <a:gdLst>
                      <a:gd name="connsiteX0" fmla="*/ 30515 w 920658"/>
                      <a:gd name="connsiteY0" fmla="*/ 0 h 548241"/>
                      <a:gd name="connsiteX1" fmla="*/ 0 w 920658"/>
                      <a:gd name="connsiteY1" fmla="*/ 52311 h 548241"/>
                      <a:gd name="connsiteX2" fmla="*/ 597223 w 920658"/>
                      <a:gd name="connsiteY2" fmla="*/ 494779 h 548241"/>
                      <a:gd name="connsiteX3" fmla="*/ 915451 w 920658"/>
                      <a:gd name="connsiteY3" fmla="*/ 507857 h 548241"/>
                      <a:gd name="connsiteX4" fmla="*/ 564528 w 920658"/>
                      <a:gd name="connsiteY4" fmla="*/ 167833 h 548241"/>
                      <a:gd name="connsiteX5" fmla="*/ 30515 w 920658"/>
                      <a:gd name="connsiteY5" fmla="*/ 0 h 5482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920658" h="548241">
                        <a:moveTo>
                          <a:pt x="30515" y="0"/>
                        </a:moveTo>
                        <a:lnTo>
                          <a:pt x="0" y="52311"/>
                        </a:lnTo>
                        <a:cubicBezTo>
                          <a:pt x="0" y="52311"/>
                          <a:pt x="440288" y="442468"/>
                          <a:pt x="597223" y="494779"/>
                        </a:cubicBezTo>
                        <a:cubicBezTo>
                          <a:pt x="754157" y="549270"/>
                          <a:pt x="856600" y="575426"/>
                          <a:pt x="915451" y="507857"/>
                        </a:cubicBezTo>
                        <a:cubicBezTo>
                          <a:pt x="935068" y="466444"/>
                          <a:pt x="915451" y="302971"/>
                          <a:pt x="564528" y="167833"/>
                        </a:cubicBezTo>
                        <a:cubicBezTo>
                          <a:pt x="265917" y="67569"/>
                          <a:pt x="93725" y="8719"/>
                          <a:pt x="30515" y="0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52" name="Freihandform: Form 177">
                    <a:extLst>
                      <a:ext uri="{FF2B5EF4-FFF2-40B4-BE49-F238E27FC236}">
                        <a16:creationId xmlns:a16="http://schemas.microsoft.com/office/drawing/2014/main" id="{78BB2A70-D715-0B4C-B49D-194A3FC6449A}"/>
                      </a:ext>
                    </a:extLst>
                  </p:cNvPr>
                  <p:cNvSpPr/>
                  <p:nvPr/>
                </p:nvSpPr>
                <p:spPr>
                  <a:xfrm>
                    <a:off x="11624519" y="1130985"/>
                    <a:ext cx="1017938" cy="292322"/>
                  </a:xfrm>
                  <a:custGeom>
                    <a:avLst/>
                    <a:gdLst>
                      <a:gd name="connsiteX0" fmla="*/ 8719 w 1017938"/>
                      <a:gd name="connsiteY0" fmla="*/ 37150 h 292322"/>
                      <a:gd name="connsiteX1" fmla="*/ 0 w 1017938"/>
                      <a:gd name="connsiteY1" fmla="*/ 96000 h 292322"/>
                      <a:gd name="connsiteX2" fmla="*/ 717103 w 1017938"/>
                      <a:gd name="connsiteY2" fmla="*/ 292168 h 292322"/>
                      <a:gd name="connsiteX3" fmla="*/ 1017894 w 1017938"/>
                      <a:gd name="connsiteY3" fmla="*/ 187545 h 292322"/>
                      <a:gd name="connsiteX4" fmla="*/ 566708 w 1017938"/>
                      <a:gd name="connsiteY4" fmla="*/ 96 h 292322"/>
                      <a:gd name="connsiteX5" fmla="*/ 8719 w 1017938"/>
                      <a:gd name="connsiteY5" fmla="*/ 37150 h 2923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017938" h="292322">
                        <a:moveTo>
                          <a:pt x="8719" y="37150"/>
                        </a:moveTo>
                        <a:lnTo>
                          <a:pt x="0" y="96000"/>
                        </a:lnTo>
                        <a:cubicBezTo>
                          <a:pt x="0" y="96000"/>
                          <a:pt x="551450" y="298707"/>
                          <a:pt x="717103" y="292168"/>
                        </a:cubicBezTo>
                        <a:cubicBezTo>
                          <a:pt x="882756" y="285629"/>
                          <a:pt x="987379" y="272551"/>
                          <a:pt x="1017894" y="187545"/>
                        </a:cubicBezTo>
                        <a:cubicBezTo>
                          <a:pt x="1020074" y="141772"/>
                          <a:pt x="943786" y="-4264"/>
                          <a:pt x="566708" y="96"/>
                        </a:cubicBezTo>
                        <a:cubicBezTo>
                          <a:pt x="252839" y="13173"/>
                          <a:pt x="71928" y="21892"/>
                          <a:pt x="8719" y="37150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53" name="Freihandform: Form 178">
                    <a:extLst>
                      <a:ext uri="{FF2B5EF4-FFF2-40B4-BE49-F238E27FC236}">
                        <a16:creationId xmlns:a16="http://schemas.microsoft.com/office/drawing/2014/main" id="{913924A1-FF4E-8940-9768-06011FEE2DD8}"/>
                      </a:ext>
                    </a:extLst>
                  </p:cNvPr>
                  <p:cNvSpPr/>
                  <p:nvPr/>
                </p:nvSpPr>
                <p:spPr>
                  <a:xfrm>
                    <a:off x="11600661" y="1229231"/>
                    <a:ext cx="309026" cy="1011355"/>
                  </a:xfrm>
                  <a:custGeom>
                    <a:avLst/>
                    <a:gdLst>
                      <a:gd name="connsiteX0" fmla="*/ 265508 w 309026"/>
                      <a:gd name="connsiteY0" fmla="*/ 527474 h 1011355"/>
                      <a:gd name="connsiteX1" fmla="*/ 75879 w 309026"/>
                      <a:gd name="connsiteY1" fmla="*/ 0 h 1011355"/>
                      <a:gd name="connsiteX2" fmla="*/ 17028 w 309026"/>
                      <a:gd name="connsiteY2" fmla="*/ 6539 h 1011355"/>
                      <a:gd name="connsiteX3" fmla="*/ 25747 w 309026"/>
                      <a:gd name="connsiteY3" fmla="*/ 749798 h 1011355"/>
                      <a:gd name="connsiteX4" fmla="*/ 208837 w 309026"/>
                      <a:gd name="connsiteY4" fmla="*/ 1011355 h 1011355"/>
                      <a:gd name="connsiteX5" fmla="*/ 265508 w 309026"/>
                      <a:gd name="connsiteY5" fmla="*/ 527474 h 10113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09026" h="1011355">
                        <a:moveTo>
                          <a:pt x="265508" y="527474"/>
                        </a:moveTo>
                        <a:cubicBezTo>
                          <a:pt x="165244" y="228863"/>
                          <a:pt x="108574" y="56671"/>
                          <a:pt x="75879" y="0"/>
                        </a:cubicBezTo>
                        <a:lnTo>
                          <a:pt x="17028" y="6539"/>
                        </a:lnTo>
                        <a:cubicBezTo>
                          <a:pt x="17028" y="6539"/>
                          <a:pt x="-26564" y="592863"/>
                          <a:pt x="25747" y="749798"/>
                        </a:cubicBezTo>
                        <a:cubicBezTo>
                          <a:pt x="78059" y="906732"/>
                          <a:pt x="119472" y="1004816"/>
                          <a:pt x="208837" y="1011355"/>
                        </a:cubicBezTo>
                        <a:cubicBezTo>
                          <a:pt x="254610" y="1002637"/>
                          <a:pt x="372311" y="889295"/>
                          <a:pt x="265508" y="527474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54" name="Freihandform: Form 179">
                    <a:extLst>
                      <a:ext uri="{FF2B5EF4-FFF2-40B4-BE49-F238E27FC236}">
                        <a16:creationId xmlns:a16="http://schemas.microsoft.com/office/drawing/2014/main" id="{461BFC4C-7EE6-6747-A8AD-25A7F608CB8F}"/>
                      </a:ext>
                    </a:extLst>
                  </p:cNvPr>
                  <p:cNvSpPr/>
                  <p:nvPr/>
                </p:nvSpPr>
                <p:spPr>
                  <a:xfrm>
                    <a:off x="11580683" y="1207046"/>
                    <a:ext cx="670938" cy="823422"/>
                  </a:xfrm>
                  <a:custGeom>
                    <a:avLst/>
                    <a:gdLst>
                      <a:gd name="connsiteX0" fmla="*/ 451186 w 670938"/>
                      <a:gd name="connsiteY0" fmla="*/ 366180 h 823422"/>
                      <a:gd name="connsiteX1" fmla="*/ 41413 w 670938"/>
                      <a:gd name="connsiteY1" fmla="*/ 0 h 823422"/>
                      <a:gd name="connsiteX2" fmla="*/ 0 w 670938"/>
                      <a:gd name="connsiteY2" fmla="*/ 34874 h 823422"/>
                      <a:gd name="connsiteX3" fmla="*/ 379258 w 670938"/>
                      <a:gd name="connsiteY3" fmla="*/ 673510 h 823422"/>
                      <a:gd name="connsiteX4" fmla="*/ 651714 w 670938"/>
                      <a:gd name="connsiteY4" fmla="*/ 813008 h 823422"/>
                      <a:gd name="connsiteX5" fmla="*/ 451186 w 670938"/>
                      <a:gd name="connsiteY5" fmla="*/ 366180 h 8234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70938" h="823422">
                        <a:moveTo>
                          <a:pt x="451186" y="366180"/>
                        </a:moveTo>
                        <a:cubicBezTo>
                          <a:pt x="224503" y="154755"/>
                          <a:pt x="93725" y="32695"/>
                          <a:pt x="41413" y="0"/>
                        </a:cubicBezTo>
                        <a:lnTo>
                          <a:pt x="0" y="34874"/>
                        </a:lnTo>
                        <a:cubicBezTo>
                          <a:pt x="0" y="34874"/>
                          <a:pt x="261557" y="562348"/>
                          <a:pt x="379258" y="673510"/>
                        </a:cubicBezTo>
                        <a:cubicBezTo>
                          <a:pt x="499139" y="784672"/>
                          <a:pt x="577606" y="850061"/>
                          <a:pt x="651714" y="813008"/>
                        </a:cubicBezTo>
                        <a:cubicBezTo>
                          <a:pt x="680049" y="782492"/>
                          <a:pt x="714923" y="629917"/>
                          <a:pt x="451186" y="366180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55" name="Freihandform: Form 180">
                    <a:extLst>
                      <a:ext uri="{FF2B5EF4-FFF2-40B4-BE49-F238E27FC236}">
                        <a16:creationId xmlns:a16="http://schemas.microsoft.com/office/drawing/2014/main" id="{B33715BD-80DB-BC41-966B-9B1D631E53CD}"/>
                      </a:ext>
                    </a:extLst>
                  </p:cNvPr>
                  <p:cNvSpPr/>
                  <p:nvPr/>
                </p:nvSpPr>
                <p:spPr>
                  <a:xfrm>
                    <a:off x="10684134" y="1200498"/>
                    <a:ext cx="822081" cy="808800"/>
                  </a:xfrm>
                  <a:custGeom>
                    <a:avLst/>
                    <a:gdLst>
                      <a:gd name="connsiteX0" fmla="*/ 822081 w 822081"/>
                      <a:gd name="connsiteY0" fmla="*/ 41413 h 808800"/>
                      <a:gd name="connsiteX1" fmla="*/ 780668 w 822081"/>
                      <a:gd name="connsiteY1" fmla="*/ 0 h 808800"/>
                      <a:gd name="connsiteX2" fmla="*/ 135493 w 822081"/>
                      <a:gd name="connsiteY2" fmla="*/ 481701 h 808800"/>
                      <a:gd name="connsiteX3" fmla="*/ 17792 w 822081"/>
                      <a:gd name="connsiteY3" fmla="*/ 793391 h 808800"/>
                      <a:gd name="connsiteX4" fmla="*/ 477697 w 822081"/>
                      <a:gd name="connsiteY4" fmla="*/ 529654 h 808800"/>
                      <a:gd name="connsiteX5" fmla="*/ 822081 w 822081"/>
                      <a:gd name="connsiteY5" fmla="*/ 41413 h 8088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822081" h="808800">
                        <a:moveTo>
                          <a:pt x="822081" y="41413"/>
                        </a:moveTo>
                        <a:lnTo>
                          <a:pt x="780668" y="0"/>
                        </a:lnTo>
                        <a:cubicBezTo>
                          <a:pt x="780668" y="0"/>
                          <a:pt x="242296" y="340025"/>
                          <a:pt x="135493" y="481701"/>
                        </a:cubicBezTo>
                        <a:cubicBezTo>
                          <a:pt x="28691" y="623378"/>
                          <a:pt x="-32339" y="719283"/>
                          <a:pt x="17792" y="793391"/>
                        </a:cubicBezTo>
                        <a:cubicBezTo>
                          <a:pt x="54846" y="821726"/>
                          <a:pt x="224859" y="845702"/>
                          <a:pt x="477697" y="529654"/>
                        </a:cubicBezTo>
                        <a:cubicBezTo>
                          <a:pt x="676045" y="259378"/>
                          <a:pt x="791566" y="104623"/>
                          <a:pt x="822081" y="41413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56" name="Freihandform: Form 181">
                    <a:extLst>
                      <a:ext uri="{FF2B5EF4-FFF2-40B4-BE49-F238E27FC236}">
                        <a16:creationId xmlns:a16="http://schemas.microsoft.com/office/drawing/2014/main" id="{F73F3ADF-D95E-984B-9A26-80F01A204D60}"/>
                      </a:ext>
                    </a:extLst>
                  </p:cNvPr>
                  <p:cNvSpPr/>
                  <p:nvPr/>
                </p:nvSpPr>
                <p:spPr>
                  <a:xfrm>
                    <a:off x="11103490" y="1187844"/>
                    <a:ext cx="446476" cy="1112779"/>
                  </a:xfrm>
                  <a:custGeom>
                    <a:avLst/>
                    <a:gdLst>
                      <a:gd name="connsiteX0" fmla="*/ 443197 w 446476"/>
                      <a:gd name="connsiteY0" fmla="*/ 34874 h 1112779"/>
                      <a:gd name="connsiteX1" fmla="*/ 369089 w 446476"/>
                      <a:gd name="connsiteY1" fmla="*/ 0 h 1112779"/>
                      <a:gd name="connsiteX2" fmla="*/ 7268 w 446476"/>
                      <a:gd name="connsiteY2" fmla="*/ 723642 h 1112779"/>
                      <a:gd name="connsiteX3" fmla="*/ 96633 w 446476"/>
                      <a:gd name="connsiteY3" fmla="*/ 1107260 h 1112779"/>
                      <a:gd name="connsiteX4" fmla="*/ 408322 w 446476"/>
                      <a:gd name="connsiteY4" fmla="*/ 680049 h 1112779"/>
                      <a:gd name="connsiteX5" fmla="*/ 443197 w 446476"/>
                      <a:gd name="connsiteY5" fmla="*/ 34874 h 11127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46476" h="1112779">
                        <a:moveTo>
                          <a:pt x="443197" y="34874"/>
                        </a:moveTo>
                        <a:lnTo>
                          <a:pt x="369089" y="0"/>
                        </a:lnTo>
                        <a:cubicBezTo>
                          <a:pt x="369089" y="0"/>
                          <a:pt x="22525" y="536193"/>
                          <a:pt x="7268" y="723642"/>
                        </a:cubicBezTo>
                        <a:cubicBezTo>
                          <a:pt x="-7990" y="913271"/>
                          <a:pt x="-7990" y="1035331"/>
                          <a:pt x="96633" y="1107260"/>
                        </a:cubicBezTo>
                        <a:cubicBezTo>
                          <a:pt x="155483" y="1129056"/>
                          <a:pt x="356011" y="1105080"/>
                          <a:pt x="408322" y="680049"/>
                        </a:cubicBezTo>
                        <a:cubicBezTo>
                          <a:pt x="436658" y="318228"/>
                          <a:pt x="454095" y="111162"/>
                          <a:pt x="443197" y="34874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57" name="Freihandform: Form 182">
                    <a:extLst>
                      <a:ext uri="{FF2B5EF4-FFF2-40B4-BE49-F238E27FC236}">
                        <a16:creationId xmlns:a16="http://schemas.microsoft.com/office/drawing/2014/main" id="{1DBA8C48-845E-EB4A-A13C-5C2A99A32720}"/>
                      </a:ext>
                    </a:extLst>
                  </p:cNvPr>
                  <p:cNvSpPr/>
                  <p:nvPr/>
                </p:nvSpPr>
                <p:spPr>
                  <a:xfrm>
                    <a:off x="10396141" y="1131081"/>
                    <a:ext cx="1003874" cy="450498"/>
                  </a:xfrm>
                  <a:custGeom>
                    <a:avLst/>
                    <a:gdLst>
                      <a:gd name="connsiteX0" fmla="*/ 984257 w 1003874"/>
                      <a:gd name="connsiteY0" fmla="*/ 0 h 450498"/>
                      <a:gd name="connsiteX1" fmla="*/ 230100 w 1003874"/>
                      <a:gd name="connsiteY1" fmla="*/ 156934 h 450498"/>
                      <a:gd name="connsiteX2" fmla="*/ 1237 w 1003874"/>
                      <a:gd name="connsiteY2" fmla="*/ 387977 h 450498"/>
                      <a:gd name="connsiteX3" fmla="*/ 506915 w 1003874"/>
                      <a:gd name="connsiteY3" fmla="*/ 348743 h 450498"/>
                      <a:gd name="connsiteX4" fmla="*/ 1003874 w 1003874"/>
                      <a:gd name="connsiteY4" fmla="*/ 58850 h 450498"/>
                      <a:gd name="connsiteX5" fmla="*/ 984257 w 1003874"/>
                      <a:gd name="connsiteY5" fmla="*/ 0 h 4504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003874" h="450498">
                        <a:moveTo>
                          <a:pt x="984257" y="0"/>
                        </a:moveTo>
                        <a:cubicBezTo>
                          <a:pt x="984257" y="0"/>
                          <a:pt x="380496" y="74108"/>
                          <a:pt x="230100" y="156934"/>
                        </a:cubicBezTo>
                        <a:cubicBezTo>
                          <a:pt x="79705" y="239761"/>
                          <a:pt x="-11840" y="298611"/>
                          <a:pt x="1237" y="387977"/>
                        </a:cubicBezTo>
                        <a:cubicBezTo>
                          <a:pt x="20854" y="429390"/>
                          <a:pt x="160352" y="523115"/>
                          <a:pt x="506915" y="348743"/>
                        </a:cubicBezTo>
                        <a:cubicBezTo>
                          <a:pt x="792449" y="191809"/>
                          <a:pt x="953742" y="100264"/>
                          <a:pt x="1003874" y="58850"/>
                        </a:cubicBezTo>
                        <a:lnTo>
                          <a:pt x="984257" y="0"/>
                        </a:ln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58" name="Freihandform: Form 183">
                    <a:extLst>
                      <a:ext uri="{FF2B5EF4-FFF2-40B4-BE49-F238E27FC236}">
                        <a16:creationId xmlns:a16="http://schemas.microsoft.com/office/drawing/2014/main" id="{EA11EA8C-1FB4-7249-AD5B-F96A2637DBB6}"/>
                      </a:ext>
                    </a:extLst>
                  </p:cNvPr>
                  <p:cNvSpPr/>
                  <p:nvPr/>
                </p:nvSpPr>
                <p:spPr>
                  <a:xfrm>
                    <a:off x="10585147" y="494585"/>
                    <a:ext cx="920658" cy="548241"/>
                  </a:xfrm>
                  <a:custGeom>
                    <a:avLst/>
                    <a:gdLst>
                      <a:gd name="connsiteX0" fmla="*/ 890144 w 920658"/>
                      <a:gd name="connsiteY0" fmla="*/ 548241 h 548241"/>
                      <a:gd name="connsiteX1" fmla="*/ 920659 w 920658"/>
                      <a:gd name="connsiteY1" fmla="*/ 495930 h 548241"/>
                      <a:gd name="connsiteX2" fmla="*/ 323436 w 920658"/>
                      <a:gd name="connsiteY2" fmla="*/ 53462 h 548241"/>
                      <a:gd name="connsiteX3" fmla="*/ 5208 w 920658"/>
                      <a:gd name="connsiteY3" fmla="*/ 40384 h 548241"/>
                      <a:gd name="connsiteX4" fmla="*/ 356131 w 920658"/>
                      <a:gd name="connsiteY4" fmla="*/ 380409 h 548241"/>
                      <a:gd name="connsiteX5" fmla="*/ 890144 w 920658"/>
                      <a:gd name="connsiteY5" fmla="*/ 548241 h 5482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920658" h="548241">
                        <a:moveTo>
                          <a:pt x="890144" y="548241"/>
                        </a:moveTo>
                        <a:lnTo>
                          <a:pt x="920659" y="495930"/>
                        </a:lnTo>
                        <a:cubicBezTo>
                          <a:pt x="920659" y="495930"/>
                          <a:pt x="480371" y="105773"/>
                          <a:pt x="323436" y="53462"/>
                        </a:cubicBezTo>
                        <a:cubicBezTo>
                          <a:pt x="166502" y="-1029"/>
                          <a:pt x="64059" y="-27185"/>
                          <a:pt x="5208" y="40384"/>
                        </a:cubicBezTo>
                        <a:cubicBezTo>
                          <a:pt x="-14409" y="81797"/>
                          <a:pt x="5208" y="245271"/>
                          <a:pt x="356131" y="380409"/>
                        </a:cubicBezTo>
                        <a:cubicBezTo>
                          <a:pt x="654742" y="482852"/>
                          <a:pt x="826934" y="541702"/>
                          <a:pt x="890144" y="548241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59" name="Freihandform: Form 184">
                    <a:extLst>
                      <a:ext uri="{FF2B5EF4-FFF2-40B4-BE49-F238E27FC236}">
                        <a16:creationId xmlns:a16="http://schemas.microsoft.com/office/drawing/2014/main" id="{3EDFF23F-2605-9E4C-AA37-FF53E0C5577B}"/>
                      </a:ext>
                    </a:extLst>
                  </p:cNvPr>
                  <p:cNvSpPr/>
                  <p:nvPr/>
                </p:nvSpPr>
                <p:spPr>
                  <a:xfrm>
                    <a:off x="10408443" y="881147"/>
                    <a:ext cx="1017938" cy="294502"/>
                  </a:xfrm>
                  <a:custGeom>
                    <a:avLst/>
                    <a:gdLst>
                      <a:gd name="connsiteX0" fmla="*/ 1009220 w 1017938"/>
                      <a:gd name="connsiteY0" fmla="*/ 255173 h 294502"/>
                      <a:gd name="connsiteX1" fmla="*/ 1017939 w 1017938"/>
                      <a:gd name="connsiteY1" fmla="*/ 196323 h 294502"/>
                      <a:gd name="connsiteX2" fmla="*/ 300836 w 1017938"/>
                      <a:gd name="connsiteY2" fmla="*/ 155 h 294502"/>
                      <a:gd name="connsiteX3" fmla="*/ 45 w 1017938"/>
                      <a:gd name="connsiteY3" fmla="*/ 106957 h 294502"/>
                      <a:gd name="connsiteX4" fmla="*/ 451231 w 1017938"/>
                      <a:gd name="connsiteY4" fmla="*/ 294407 h 294502"/>
                      <a:gd name="connsiteX5" fmla="*/ 1009220 w 1017938"/>
                      <a:gd name="connsiteY5" fmla="*/ 255173 h 2945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017938" h="294502">
                        <a:moveTo>
                          <a:pt x="1009220" y="255173"/>
                        </a:moveTo>
                        <a:lnTo>
                          <a:pt x="1017939" y="196323"/>
                        </a:lnTo>
                        <a:cubicBezTo>
                          <a:pt x="1017939" y="196323"/>
                          <a:pt x="466489" y="-6384"/>
                          <a:pt x="300836" y="155"/>
                        </a:cubicBezTo>
                        <a:cubicBezTo>
                          <a:pt x="135183" y="8873"/>
                          <a:pt x="30560" y="19772"/>
                          <a:pt x="45" y="106957"/>
                        </a:cubicBezTo>
                        <a:cubicBezTo>
                          <a:pt x="-2135" y="152730"/>
                          <a:pt x="74153" y="298766"/>
                          <a:pt x="451231" y="294407"/>
                        </a:cubicBezTo>
                        <a:cubicBezTo>
                          <a:pt x="767280" y="279149"/>
                          <a:pt x="948190" y="272610"/>
                          <a:pt x="1009220" y="255173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60" name="Freihandform: Form 185">
                    <a:extLst>
                      <a:ext uri="{FF2B5EF4-FFF2-40B4-BE49-F238E27FC236}">
                        <a16:creationId xmlns:a16="http://schemas.microsoft.com/office/drawing/2014/main" id="{C637489F-123C-F14E-A9BC-770DDD641226}"/>
                      </a:ext>
                    </a:extLst>
                  </p:cNvPr>
                  <p:cNvSpPr/>
                  <p:nvPr/>
                </p:nvSpPr>
                <p:spPr>
                  <a:xfrm>
                    <a:off x="11308288" y="22604"/>
                    <a:ext cx="309026" cy="1011355"/>
                  </a:xfrm>
                  <a:custGeom>
                    <a:avLst/>
                    <a:gdLst>
                      <a:gd name="connsiteX0" fmla="*/ 43518 w 309026"/>
                      <a:gd name="connsiteY0" fmla="*/ 483881 h 1011355"/>
                      <a:gd name="connsiteX1" fmla="*/ 233147 w 309026"/>
                      <a:gd name="connsiteY1" fmla="*/ 1011355 h 1011355"/>
                      <a:gd name="connsiteX2" fmla="*/ 291998 w 309026"/>
                      <a:gd name="connsiteY2" fmla="*/ 1004816 h 1011355"/>
                      <a:gd name="connsiteX3" fmla="*/ 283279 w 309026"/>
                      <a:gd name="connsiteY3" fmla="*/ 261557 h 1011355"/>
                      <a:gd name="connsiteX4" fmla="*/ 100189 w 309026"/>
                      <a:gd name="connsiteY4" fmla="*/ 0 h 1011355"/>
                      <a:gd name="connsiteX5" fmla="*/ 43518 w 309026"/>
                      <a:gd name="connsiteY5" fmla="*/ 483881 h 10113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09026" h="1011355">
                        <a:moveTo>
                          <a:pt x="43518" y="483881"/>
                        </a:moveTo>
                        <a:cubicBezTo>
                          <a:pt x="143782" y="782493"/>
                          <a:pt x="200453" y="954684"/>
                          <a:pt x="233147" y="1011355"/>
                        </a:cubicBezTo>
                        <a:lnTo>
                          <a:pt x="291998" y="1004816"/>
                        </a:lnTo>
                        <a:cubicBezTo>
                          <a:pt x="291998" y="1004816"/>
                          <a:pt x="335591" y="418492"/>
                          <a:pt x="283279" y="261557"/>
                        </a:cubicBezTo>
                        <a:cubicBezTo>
                          <a:pt x="230968" y="104623"/>
                          <a:pt x="189554" y="6539"/>
                          <a:pt x="100189" y="0"/>
                        </a:cubicBezTo>
                        <a:cubicBezTo>
                          <a:pt x="54417" y="8719"/>
                          <a:pt x="-63284" y="122060"/>
                          <a:pt x="43518" y="483881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61" name="Freihandform: Form 186">
                    <a:extLst>
                      <a:ext uri="{FF2B5EF4-FFF2-40B4-BE49-F238E27FC236}">
                        <a16:creationId xmlns:a16="http://schemas.microsoft.com/office/drawing/2014/main" id="{0F783308-07F0-9C48-A13B-335AA801ECC5}"/>
                      </a:ext>
                    </a:extLst>
                  </p:cNvPr>
                  <p:cNvSpPr/>
                  <p:nvPr/>
                </p:nvSpPr>
                <p:spPr>
                  <a:xfrm>
                    <a:off x="10900924" y="231760"/>
                    <a:ext cx="670938" cy="823422"/>
                  </a:xfrm>
                  <a:custGeom>
                    <a:avLst/>
                    <a:gdLst>
                      <a:gd name="connsiteX0" fmla="*/ 219752 w 670938"/>
                      <a:gd name="connsiteY0" fmla="*/ 457242 h 823422"/>
                      <a:gd name="connsiteX1" fmla="*/ 629525 w 670938"/>
                      <a:gd name="connsiteY1" fmla="*/ 823423 h 823422"/>
                      <a:gd name="connsiteX2" fmla="*/ 670939 w 670938"/>
                      <a:gd name="connsiteY2" fmla="*/ 788548 h 823422"/>
                      <a:gd name="connsiteX3" fmla="*/ 291680 w 670938"/>
                      <a:gd name="connsiteY3" fmla="*/ 149912 h 823422"/>
                      <a:gd name="connsiteX4" fmla="*/ 19225 w 670938"/>
                      <a:gd name="connsiteY4" fmla="*/ 10415 h 823422"/>
                      <a:gd name="connsiteX5" fmla="*/ 219752 w 670938"/>
                      <a:gd name="connsiteY5" fmla="*/ 457242 h 8234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70938" h="823422">
                        <a:moveTo>
                          <a:pt x="219752" y="457242"/>
                        </a:moveTo>
                        <a:cubicBezTo>
                          <a:pt x="446435" y="668668"/>
                          <a:pt x="577214" y="790728"/>
                          <a:pt x="629525" y="823423"/>
                        </a:cubicBezTo>
                        <a:lnTo>
                          <a:pt x="670939" y="788548"/>
                        </a:lnTo>
                        <a:cubicBezTo>
                          <a:pt x="670939" y="788548"/>
                          <a:pt x="409381" y="261074"/>
                          <a:pt x="291680" y="149912"/>
                        </a:cubicBezTo>
                        <a:cubicBezTo>
                          <a:pt x="171800" y="38750"/>
                          <a:pt x="93333" y="-26639"/>
                          <a:pt x="19225" y="10415"/>
                        </a:cubicBezTo>
                        <a:cubicBezTo>
                          <a:pt x="-9111" y="40930"/>
                          <a:pt x="-43985" y="195685"/>
                          <a:pt x="219752" y="457242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grpSp>
                <p:nvGrpSpPr>
                  <p:cNvPr id="62" name="Grafik 5">
                    <a:extLst>
                      <a:ext uri="{FF2B5EF4-FFF2-40B4-BE49-F238E27FC236}">
                        <a16:creationId xmlns:a16="http://schemas.microsoft.com/office/drawing/2014/main" id="{4F9A7772-ED68-E549-B786-83DBE68225E8}"/>
                      </a:ext>
                    </a:extLst>
                  </p:cNvPr>
                  <p:cNvGrpSpPr/>
                  <p:nvPr/>
                </p:nvGrpSpPr>
                <p:grpSpPr>
                  <a:xfrm>
                    <a:off x="10468669" y="91979"/>
                    <a:ext cx="2134946" cy="2159439"/>
                    <a:chOff x="10468669" y="91979"/>
                    <a:chExt cx="2134946" cy="2159439"/>
                  </a:xfrm>
                  <a:solidFill>
                    <a:srgbClr val="FFFFFF"/>
                  </a:solidFill>
                </p:grpSpPr>
                <p:sp>
                  <p:nvSpPr>
                    <p:cNvPr id="63" name="Freihandform: Form 188">
                      <a:extLst>
                        <a:ext uri="{FF2B5EF4-FFF2-40B4-BE49-F238E27FC236}">
                          <a16:creationId xmlns:a16="http://schemas.microsoft.com/office/drawing/2014/main" id="{FE0B48CE-1C78-8441-A180-6B88322E46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68669" y="728333"/>
                      <a:ext cx="1020510" cy="415311"/>
                    </a:xfrm>
                    <a:custGeom>
                      <a:avLst/>
                      <a:gdLst>
                        <a:gd name="connsiteX0" fmla="*/ 1005253 w 1020510"/>
                        <a:gd name="connsiteY0" fmla="*/ 370222 h 370774"/>
                        <a:gd name="connsiteX1" fmla="*/ 1020511 w 1020510"/>
                        <a:gd name="connsiteY1" fmla="*/ 315731 h 370774"/>
                        <a:gd name="connsiteX2" fmla="*/ 314306 w 1020510"/>
                        <a:gd name="connsiteY2" fmla="*/ 12760 h 370774"/>
                        <a:gd name="connsiteX3" fmla="*/ 437 w 1020510"/>
                        <a:gd name="connsiteY3" fmla="*/ 65072 h 370774"/>
                        <a:gd name="connsiteX4" fmla="*/ 438546 w 1020510"/>
                        <a:gd name="connsiteY4" fmla="*/ 317911 h 370774"/>
                        <a:gd name="connsiteX5" fmla="*/ 1005253 w 1020510"/>
                        <a:gd name="connsiteY5" fmla="*/ 370222 h 3707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020510" h="370774">
                          <a:moveTo>
                            <a:pt x="1005253" y="370222"/>
                          </a:moveTo>
                          <a:lnTo>
                            <a:pt x="1020511" y="315731"/>
                          </a:lnTo>
                          <a:cubicBezTo>
                            <a:pt x="1020511" y="315731"/>
                            <a:pt x="482138" y="32377"/>
                            <a:pt x="314306" y="12760"/>
                          </a:cubicBezTo>
                          <a:cubicBezTo>
                            <a:pt x="146473" y="-6856"/>
                            <a:pt x="39671" y="-13395"/>
                            <a:pt x="437" y="65072"/>
                          </a:cubicBezTo>
                          <a:cubicBezTo>
                            <a:pt x="-6102" y="108665"/>
                            <a:pt x="57108" y="261240"/>
                            <a:pt x="438546" y="317911"/>
                          </a:cubicBezTo>
                          <a:cubicBezTo>
                            <a:pt x="756774" y="352785"/>
                            <a:pt x="939864" y="374581"/>
                            <a:pt x="1005253" y="370222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64" name="Freihandform: Form 189">
                      <a:extLst>
                        <a:ext uri="{FF2B5EF4-FFF2-40B4-BE49-F238E27FC236}">
                          <a16:creationId xmlns:a16="http://schemas.microsoft.com/office/drawing/2014/main" id="{A2F01F7D-72D9-0A45-994A-DB40FA693680}"/>
                        </a:ext>
                      </a:extLst>
                    </p:cNvPr>
                    <p:cNvSpPr/>
                    <p:nvPr/>
                  </p:nvSpPr>
                  <p:spPr>
                    <a:xfrm rot="184551">
                      <a:off x="10473608" y="1098449"/>
                      <a:ext cx="1052768" cy="433246"/>
                    </a:xfrm>
                    <a:custGeom>
                      <a:avLst/>
                      <a:gdLst>
                        <a:gd name="connsiteX0" fmla="*/ 1052768 w 1052768"/>
                        <a:gd name="connsiteY0" fmla="*/ 84495 h 433246"/>
                        <a:gd name="connsiteX1" fmla="*/ 1046230 w 1052768"/>
                        <a:gd name="connsiteY1" fmla="*/ 6028 h 433246"/>
                        <a:gd name="connsiteX2" fmla="*/ 274635 w 1052768"/>
                        <a:gd name="connsiteY2" fmla="*/ 51800 h 433246"/>
                        <a:gd name="connsiteX3" fmla="*/ 0 w 1052768"/>
                        <a:gd name="connsiteY3" fmla="*/ 308998 h 433246"/>
                        <a:gd name="connsiteX4" fmla="*/ 503498 w 1052768"/>
                        <a:gd name="connsiteY4" fmla="*/ 363489 h 433246"/>
                        <a:gd name="connsiteX5" fmla="*/ 1052768 w 1052768"/>
                        <a:gd name="connsiteY5" fmla="*/ 84495 h 4332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052768" h="433246">
                          <a:moveTo>
                            <a:pt x="1052768" y="84495"/>
                          </a:moveTo>
                          <a:lnTo>
                            <a:pt x="1046230" y="6028"/>
                          </a:lnTo>
                          <a:cubicBezTo>
                            <a:pt x="1046230" y="6028"/>
                            <a:pt x="438109" y="-24487"/>
                            <a:pt x="274635" y="51800"/>
                          </a:cubicBezTo>
                          <a:cubicBezTo>
                            <a:pt x="111162" y="130267"/>
                            <a:pt x="8719" y="186938"/>
                            <a:pt x="0" y="308998"/>
                          </a:cubicBezTo>
                          <a:cubicBezTo>
                            <a:pt x="10898" y="367849"/>
                            <a:pt x="126419" y="522603"/>
                            <a:pt x="503498" y="363489"/>
                          </a:cubicBezTo>
                          <a:cubicBezTo>
                            <a:pt x="815187" y="215274"/>
                            <a:pt x="993918" y="130267"/>
                            <a:pt x="1052768" y="84495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65" name="Freihandform: Form 190">
                      <a:extLst>
                        <a:ext uri="{FF2B5EF4-FFF2-40B4-BE49-F238E27FC236}">
                          <a16:creationId xmlns:a16="http://schemas.microsoft.com/office/drawing/2014/main" id="{FAB33562-57E6-7A4F-8A4D-76199BA73D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9290" y="383058"/>
                      <a:ext cx="800989" cy="693531"/>
                    </a:xfrm>
                    <a:custGeom>
                      <a:avLst/>
                      <a:gdLst>
                        <a:gd name="connsiteX0" fmla="*/ 800989 w 800989"/>
                        <a:gd name="connsiteY0" fmla="*/ 649939 h 693531"/>
                        <a:gd name="connsiteX1" fmla="*/ 312749 w 800989"/>
                        <a:gd name="connsiteY1" fmla="*/ 100668 h 693531"/>
                        <a:gd name="connsiteX2" fmla="*/ 11958 w 800989"/>
                        <a:gd name="connsiteY2" fmla="*/ 22201 h 693531"/>
                        <a:gd name="connsiteX3" fmla="*/ 286593 w 800989"/>
                        <a:gd name="connsiteY3" fmla="*/ 421076 h 693531"/>
                        <a:gd name="connsiteX4" fmla="*/ 763935 w 800989"/>
                        <a:gd name="connsiteY4" fmla="*/ 693532 h 693531"/>
                        <a:gd name="connsiteX5" fmla="*/ 800989 w 800989"/>
                        <a:gd name="connsiteY5" fmla="*/ 649939 h 6935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800989" h="693531">
                          <a:moveTo>
                            <a:pt x="800989" y="649939"/>
                          </a:moveTo>
                          <a:cubicBezTo>
                            <a:pt x="800989" y="649939"/>
                            <a:pt x="452246" y="185674"/>
                            <a:pt x="312749" y="100668"/>
                          </a:cubicBezTo>
                          <a:cubicBezTo>
                            <a:pt x="173252" y="15662"/>
                            <a:pt x="81706" y="-30111"/>
                            <a:pt x="11958" y="22201"/>
                          </a:cubicBezTo>
                          <a:cubicBezTo>
                            <a:pt x="-14198" y="59255"/>
                            <a:pt x="-25096" y="218369"/>
                            <a:pt x="286593" y="421076"/>
                          </a:cubicBezTo>
                          <a:cubicBezTo>
                            <a:pt x="552510" y="580190"/>
                            <a:pt x="705085" y="673915"/>
                            <a:pt x="763935" y="693532"/>
                          </a:cubicBezTo>
                          <a:lnTo>
                            <a:pt x="800989" y="649939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66" name="Freihandform: Form 191">
                      <a:extLst>
                        <a:ext uri="{FF2B5EF4-FFF2-40B4-BE49-F238E27FC236}">
                          <a16:creationId xmlns:a16="http://schemas.microsoft.com/office/drawing/2014/main" id="{5E1E638B-CC5B-E84E-A064-BE681EBE43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370345" y="91979"/>
                      <a:ext cx="304507" cy="974301"/>
                    </a:xfrm>
                    <a:custGeom>
                      <a:avLst/>
                      <a:gdLst>
                        <a:gd name="connsiteX0" fmla="*/ 132060 w 274679"/>
                        <a:gd name="connsiteY0" fmla="*/ 974301 h 974301"/>
                        <a:gd name="connsiteX1" fmla="*/ 188730 w 274679"/>
                        <a:gd name="connsiteY1" fmla="*/ 974301 h 974301"/>
                        <a:gd name="connsiteX2" fmla="*/ 269377 w 274679"/>
                        <a:gd name="connsiteY2" fmla="*/ 270276 h 974301"/>
                        <a:gd name="connsiteX3" fmla="*/ 127700 w 274679"/>
                        <a:gd name="connsiteY3" fmla="*/ 0 h 974301"/>
                        <a:gd name="connsiteX4" fmla="*/ 14359 w 274679"/>
                        <a:gd name="connsiteY4" fmla="*/ 451186 h 974301"/>
                        <a:gd name="connsiteX5" fmla="*/ 132060 w 274679"/>
                        <a:gd name="connsiteY5" fmla="*/ 974301 h 9743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74679" h="974301">
                          <a:moveTo>
                            <a:pt x="132060" y="974301"/>
                          </a:moveTo>
                          <a:lnTo>
                            <a:pt x="188730" y="974301"/>
                          </a:lnTo>
                          <a:cubicBezTo>
                            <a:pt x="188730" y="974301"/>
                            <a:pt x="299892" y="425031"/>
                            <a:pt x="269377" y="270276"/>
                          </a:cubicBezTo>
                          <a:cubicBezTo>
                            <a:pt x="238862" y="115521"/>
                            <a:pt x="212707" y="17437"/>
                            <a:pt x="127700" y="0"/>
                          </a:cubicBezTo>
                          <a:cubicBezTo>
                            <a:pt x="84107" y="4359"/>
                            <a:pt x="-42312" y="95904"/>
                            <a:pt x="14359" y="451186"/>
                          </a:cubicBezTo>
                          <a:cubicBezTo>
                            <a:pt x="75389" y="749798"/>
                            <a:pt x="108084" y="917631"/>
                            <a:pt x="132060" y="97430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67" name="Freihandform: Form 192">
                      <a:extLst>
                        <a:ext uri="{FF2B5EF4-FFF2-40B4-BE49-F238E27FC236}">
                          <a16:creationId xmlns:a16="http://schemas.microsoft.com/office/drawing/2014/main" id="{806E6A8B-974C-B14D-AE9F-6EB73AA06A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71041" y="186511"/>
                      <a:ext cx="462825" cy="908535"/>
                    </a:xfrm>
                    <a:custGeom>
                      <a:avLst/>
                      <a:gdLst>
                        <a:gd name="connsiteX0" fmla="*/ 410514 w 462825"/>
                        <a:gd name="connsiteY0" fmla="*/ 908536 h 908535"/>
                        <a:gd name="connsiteX1" fmla="*/ 462826 w 462825"/>
                        <a:gd name="connsiteY1" fmla="*/ 888919 h 908535"/>
                        <a:gd name="connsiteX2" fmla="*/ 281915 w 462825"/>
                        <a:gd name="connsiteY2" fmla="*/ 202331 h 908535"/>
                        <a:gd name="connsiteX3" fmla="*/ 53052 w 462825"/>
                        <a:gd name="connsiteY3" fmla="*/ 1803 h 908535"/>
                        <a:gd name="connsiteX4" fmla="*/ 114082 w 462825"/>
                        <a:gd name="connsiteY4" fmla="*/ 463888 h 908535"/>
                        <a:gd name="connsiteX5" fmla="*/ 410514 w 462825"/>
                        <a:gd name="connsiteY5" fmla="*/ 908536 h 9085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62825" h="908535">
                          <a:moveTo>
                            <a:pt x="410514" y="908536"/>
                          </a:moveTo>
                          <a:lnTo>
                            <a:pt x="462826" y="888919"/>
                          </a:lnTo>
                          <a:cubicBezTo>
                            <a:pt x="462826" y="888919"/>
                            <a:pt x="366921" y="335289"/>
                            <a:pt x="281915" y="202331"/>
                          </a:cubicBezTo>
                          <a:cubicBezTo>
                            <a:pt x="196909" y="69372"/>
                            <a:pt x="138059" y="-13454"/>
                            <a:pt x="53052" y="1803"/>
                          </a:cubicBezTo>
                          <a:cubicBezTo>
                            <a:pt x="13819" y="21420"/>
                            <a:pt x="-69008" y="154378"/>
                            <a:pt x="114082" y="463888"/>
                          </a:cubicBezTo>
                          <a:cubicBezTo>
                            <a:pt x="275376" y="718906"/>
                            <a:pt x="366921" y="864943"/>
                            <a:pt x="410514" y="908536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68" name="Freihandform: Form 193">
                      <a:extLst>
                        <a:ext uri="{FF2B5EF4-FFF2-40B4-BE49-F238E27FC236}">
                          <a16:creationId xmlns:a16="http://schemas.microsoft.com/office/drawing/2014/main" id="{ACF3B0BB-82DE-594D-85D3-FC9E8FCC46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72098" y="467391"/>
                      <a:ext cx="784672" cy="662868"/>
                    </a:xfrm>
                    <a:custGeom>
                      <a:avLst/>
                      <a:gdLst>
                        <a:gd name="connsiteX0" fmla="*/ 344384 w 784672"/>
                        <a:gd name="connsiteY0" fmla="*/ 209502 h 662868"/>
                        <a:gd name="connsiteX1" fmla="*/ 0 w 784672"/>
                        <a:gd name="connsiteY1" fmla="*/ 617096 h 662868"/>
                        <a:gd name="connsiteX2" fmla="*/ 34874 w 784672"/>
                        <a:gd name="connsiteY2" fmla="*/ 662868 h 662868"/>
                        <a:gd name="connsiteX3" fmla="*/ 645175 w 784672"/>
                        <a:gd name="connsiteY3" fmla="*/ 301047 h 662868"/>
                        <a:gd name="connsiteX4" fmla="*/ 773774 w 784672"/>
                        <a:gd name="connsiteY4" fmla="*/ 26412 h 662868"/>
                        <a:gd name="connsiteX5" fmla="*/ 344384 w 784672"/>
                        <a:gd name="connsiteY5" fmla="*/ 209502 h 662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784672" h="662868">
                          <a:moveTo>
                            <a:pt x="344384" y="209502"/>
                          </a:moveTo>
                          <a:cubicBezTo>
                            <a:pt x="146036" y="436185"/>
                            <a:pt x="30515" y="564784"/>
                            <a:pt x="0" y="617096"/>
                          </a:cubicBezTo>
                          <a:lnTo>
                            <a:pt x="34874" y="662868"/>
                          </a:lnTo>
                          <a:cubicBezTo>
                            <a:pt x="34874" y="662868"/>
                            <a:pt x="540552" y="418748"/>
                            <a:pt x="645175" y="301047"/>
                          </a:cubicBezTo>
                          <a:cubicBezTo>
                            <a:pt x="749798" y="183346"/>
                            <a:pt x="810828" y="102699"/>
                            <a:pt x="773774" y="26412"/>
                          </a:cubicBezTo>
                          <a:cubicBezTo>
                            <a:pt x="741079" y="-8463"/>
                            <a:pt x="590684" y="-52055"/>
                            <a:pt x="344384" y="209502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69" name="Freihandform: Form 194">
                      <a:extLst>
                        <a:ext uri="{FF2B5EF4-FFF2-40B4-BE49-F238E27FC236}">
                          <a16:creationId xmlns:a16="http://schemas.microsoft.com/office/drawing/2014/main" id="{1679E868-FAA0-7A4A-BC0F-37BAE0C4AD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71862" y="211652"/>
                      <a:ext cx="424485" cy="912068"/>
                    </a:xfrm>
                    <a:custGeom>
                      <a:avLst/>
                      <a:gdLst>
                        <a:gd name="connsiteX0" fmla="*/ 106803 w 424485"/>
                        <a:gd name="connsiteY0" fmla="*/ 380235 h 912068"/>
                        <a:gd name="connsiteX1" fmla="*/ 0 w 424485"/>
                        <a:gd name="connsiteY1" fmla="*/ 894631 h 912068"/>
                        <a:gd name="connsiteX2" fmla="*/ 47952 w 424485"/>
                        <a:gd name="connsiteY2" fmla="*/ 912069 h 912068"/>
                        <a:gd name="connsiteX3" fmla="*/ 394516 w 424485"/>
                        <a:gd name="connsiteY3" fmla="*/ 293049 h 912068"/>
                        <a:gd name="connsiteX4" fmla="*/ 379258 w 424485"/>
                        <a:gd name="connsiteY4" fmla="*/ 977 h 912068"/>
                        <a:gd name="connsiteX5" fmla="*/ 106803 w 424485"/>
                        <a:gd name="connsiteY5" fmla="*/ 380235 h 91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24485" h="912068">
                          <a:moveTo>
                            <a:pt x="106803" y="380235"/>
                          </a:moveTo>
                          <a:cubicBezTo>
                            <a:pt x="41413" y="670128"/>
                            <a:pt x="2180" y="835781"/>
                            <a:pt x="0" y="894631"/>
                          </a:cubicBezTo>
                          <a:lnTo>
                            <a:pt x="47952" y="912069"/>
                          </a:lnTo>
                          <a:cubicBezTo>
                            <a:pt x="47952" y="912069"/>
                            <a:pt x="359641" y="445625"/>
                            <a:pt x="394516" y="293049"/>
                          </a:cubicBezTo>
                          <a:cubicBezTo>
                            <a:pt x="429390" y="142654"/>
                            <a:pt x="444647" y="44570"/>
                            <a:pt x="379258" y="977"/>
                          </a:cubicBezTo>
                          <a:cubicBezTo>
                            <a:pt x="342204" y="-7742"/>
                            <a:pt x="198348" y="35851"/>
                            <a:pt x="106803" y="380235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70" name="Freihandform: Form 195">
                      <a:extLst>
                        <a:ext uri="{FF2B5EF4-FFF2-40B4-BE49-F238E27FC236}">
                          <a16:creationId xmlns:a16="http://schemas.microsoft.com/office/drawing/2014/main" id="{DF8EE498-5869-4C46-AF9C-50BADD86B4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83105" y="1175700"/>
                      <a:ext cx="1020510" cy="371374"/>
                    </a:xfrm>
                    <a:custGeom>
                      <a:avLst/>
                      <a:gdLst>
                        <a:gd name="connsiteX0" fmla="*/ 15258 w 1020510"/>
                        <a:gd name="connsiteY0" fmla="*/ 1153 h 371374"/>
                        <a:gd name="connsiteX1" fmla="*/ 0 w 1020510"/>
                        <a:gd name="connsiteY1" fmla="*/ 55644 h 371374"/>
                        <a:gd name="connsiteX2" fmla="*/ 706205 w 1020510"/>
                        <a:gd name="connsiteY2" fmla="*/ 358615 h 371374"/>
                        <a:gd name="connsiteX3" fmla="*/ 1020074 w 1020510"/>
                        <a:gd name="connsiteY3" fmla="*/ 306303 h 371374"/>
                        <a:gd name="connsiteX4" fmla="*/ 581965 w 1020510"/>
                        <a:gd name="connsiteY4" fmla="*/ 53464 h 371374"/>
                        <a:gd name="connsiteX5" fmla="*/ 15258 w 1020510"/>
                        <a:gd name="connsiteY5" fmla="*/ 1153 h 3713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020510" h="371374">
                          <a:moveTo>
                            <a:pt x="15258" y="1153"/>
                          </a:moveTo>
                          <a:lnTo>
                            <a:pt x="0" y="55644"/>
                          </a:lnTo>
                          <a:cubicBezTo>
                            <a:pt x="0" y="55644"/>
                            <a:pt x="538372" y="338998"/>
                            <a:pt x="706205" y="358615"/>
                          </a:cubicBezTo>
                          <a:cubicBezTo>
                            <a:pt x="874038" y="378231"/>
                            <a:pt x="980840" y="384770"/>
                            <a:pt x="1020074" y="306303"/>
                          </a:cubicBezTo>
                          <a:cubicBezTo>
                            <a:pt x="1026613" y="262710"/>
                            <a:pt x="963403" y="110135"/>
                            <a:pt x="581965" y="53464"/>
                          </a:cubicBezTo>
                          <a:cubicBezTo>
                            <a:pt x="263737" y="16410"/>
                            <a:pt x="80647" y="-5386"/>
                            <a:pt x="15258" y="1153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71" name="Freihandform: Form 196">
                      <a:extLst>
                        <a:ext uri="{FF2B5EF4-FFF2-40B4-BE49-F238E27FC236}">
                          <a16:creationId xmlns:a16="http://schemas.microsoft.com/office/drawing/2014/main" id="{08454D8C-984E-BF4F-A70D-C2EFE0379AD2}"/>
                        </a:ext>
                      </a:extLst>
                    </p:cNvPr>
                    <p:cNvSpPr/>
                    <p:nvPr/>
                  </p:nvSpPr>
                  <p:spPr>
                    <a:xfrm rot="173298">
                      <a:off x="11535888" y="876439"/>
                      <a:ext cx="1050588" cy="331192"/>
                    </a:xfrm>
                    <a:custGeom>
                      <a:avLst/>
                      <a:gdLst>
                        <a:gd name="connsiteX0" fmla="*/ 0 w 1050588"/>
                        <a:gd name="connsiteY0" fmla="*/ 348751 h 433246"/>
                        <a:gd name="connsiteX1" fmla="*/ 6539 w 1050588"/>
                        <a:gd name="connsiteY1" fmla="*/ 427218 h 433246"/>
                        <a:gd name="connsiteX2" fmla="*/ 778133 w 1050588"/>
                        <a:gd name="connsiteY2" fmla="*/ 381446 h 433246"/>
                        <a:gd name="connsiteX3" fmla="*/ 1050589 w 1050588"/>
                        <a:gd name="connsiteY3" fmla="*/ 124248 h 433246"/>
                        <a:gd name="connsiteX4" fmla="*/ 547091 w 1050588"/>
                        <a:gd name="connsiteY4" fmla="*/ 69757 h 433246"/>
                        <a:gd name="connsiteX5" fmla="*/ 0 w 1050588"/>
                        <a:gd name="connsiteY5" fmla="*/ 348751 h 4332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050588" h="433246">
                          <a:moveTo>
                            <a:pt x="0" y="348751"/>
                          </a:moveTo>
                          <a:lnTo>
                            <a:pt x="6539" y="427218"/>
                          </a:lnTo>
                          <a:cubicBezTo>
                            <a:pt x="6539" y="427218"/>
                            <a:pt x="614660" y="457733"/>
                            <a:pt x="778133" y="381446"/>
                          </a:cubicBezTo>
                          <a:cubicBezTo>
                            <a:pt x="941607" y="302979"/>
                            <a:pt x="1044050" y="246308"/>
                            <a:pt x="1050589" y="124248"/>
                          </a:cubicBezTo>
                          <a:cubicBezTo>
                            <a:pt x="1039691" y="65397"/>
                            <a:pt x="924169" y="-89357"/>
                            <a:pt x="547091" y="69757"/>
                          </a:cubicBezTo>
                          <a:cubicBezTo>
                            <a:pt x="235402" y="217972"/>
                            <a:pt x="56671" y="300799"/>
                            <a:pt x="0" y="348751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72" name="Freihandform: Form 197">
                      <a:extLst>
                        <a:ext uri="{FF2B5EF4-FFF2-40B4-BE49-F238E27FC236}">
                          <a16:creationId xmlns:a16="http://schemas.microsoft.com/office/drawing/2014/main" id="{36ED1725-9BAC-0245-B2BF-A5A5931CB0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56950" y="1233524"/>
                      <a:ext cx="800989" cy="693531"/>
                    </a:xfrm>
                    <a:custGeom>
                      <a:avLst/>
                      <a:gdLst>
                        <a:gd name="connsiteX0" fmla="*/ 0 w 800989"/>
                        <a:gd name="connsiteY0" fmla="*/ 43593 h 693531"/>
                        <a:gd name="connsiteX1" fmla="*/ 488240 w 800989"/>
                        <a:gd name="connsiteY1" fmla="*/ 592863 h 693531"/>
                        <a:gd name="connsiteX2" fmla="*/ 789032 w 800989"/>
                        <a:gd name="connsiteY2" fmla="*/ 671331 h 693531"/>
                        <a:gd name="connsiteX3" fmla="*/ 514396 w 800989"/>
                        <a:gd name="connsiteY3" fmla="*/ 272456 h 693531"/>
                        <a:gd name="connsiteX4" fmla="*/ 37054 w 800989"/>
                        <a:gd name="connsiteY4" fmla="*/ 0 h 693531"/>
                        <a:gd name="connsiteX5" fmla="*/ 0 w 800989"/>
                        <a:gd name="connsiteY5" fmla="*/ 43593 h 6935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800989" h="693531">
                          <a:moveTo>
                            <a:pt x="0" y="43593"/>
                          </a:moveTo>
                          <a:cubicBezTo>
                            <a:pt x="0" y="43593"/>
                            <a:pt x="348743" y="507857"/>
                            <a:pt x="488240" y="592863"/>
                          </a:cubicBezTo>
                          <a:cubicBezTo>
                            <a:pt x="627738" y="677870"/>
                            <a:pt x="719283" y="723642"/>
                            <a:pt x="789032" y="671331"/>
                          </a:cubicBezTo>
                          <a:cubicBezTo>
                            <a:pt x="815187" y="634277"/>
                            <a:pt x="826085" y="475163"/>
                            <a:pt x="514396" y="272456"/>
                          </a:cubicBezTo>
                          <a:cubicBezTo>
                            <a:pt x="248480" y="113342"/>
                            <a:pt x="95904" y="21796"/>
                            <a:pt x="37054" y="0"/>
                          </a:cubicBezTo>
                          <a:lnTo>
                            <a:pt x="0" y="43593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73" name="Freihandform: Form 198">
                      <a:extLst>
                        <a:ext uri="{FF2B5EF4-FFF2-40B4-BE49-F238E27FC236}">
                          <a16:creationId xmlns:a16="http://schemas.microsoft.com/office/drawing/2014/main" id="{8D4D6E0D-A302-BA42-BB9E-C3247EF65C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375096" y="1277117"/>
                      <a:ext cx="274679" cy="974301"/>
                    </a:xfrm>
                    <a:custGeom>
                      <a:avLst/>
                      <a:gdLst>
                        <a:gd name="connsiteX0" fmla="*/ 142620 w 274679"/>
                        <a:gd name="connsiteY0" fmla="*/ 0 h 974301"/>
                        <a:gd name="connsiteX1" fmla="*/ 85949 w 274679"/>
                        <a:gd name="connsiteY1" fmla="*/ 0 h 974301"/>
                        <a:gd name="connsiteX2" fmla="*/ 5302 w 274679"/>
                        <a:gd name="connsiteY2" fmla="*/ 704025 h 974301"/>
                        <a:gd name="connsiteX3" fmla="*/ 146979 w 274679"/>
                        <a:gd name="connsiteY3" fmla="*/ 974301 h 974301"/>
                        <a:gd name="connsiteX4" fmla="*/ 260321 w 274679"/>
                        <a:gd name="connsiteY4" fmla="*/ 523115 h 974301"/>
                        <a:gd name="connsiteX5" fmla="*/ 142620 w 274679"/>
                        <a:gd name="connsiteY5" fmla="*/ 0 h 9743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74679" h="974301">
                          <a:moveTo>
                            <a:pt x="142620" y="0"/>
                          </a:moveTo>
                          <a:lnTo>
                            <a:pt x="85949" y="0"/>
                          </a:lnTo>
                          <a:cubicBezTo>
                            <a:pt x="85949" y="0"/>
                            <a:pt x="-25213" y="549270"/>
                            <a:pt x="5302" y="704025"/>
                          </a:cubicBezTo>
                          <a:cubicBezTo>
                            <a:pt x="35817" y="858780"/>
                            <a:pt x="61973" y="956864"/>
                            <a:pt x="146979" y="974301"/>
                          </a:cubicBezTo>
                          <a:cubicBezTo>
                            <a:pt x="190572" y="969942"/>
                            <a:pt x="316991" y="878397"/>
                            <a:pt x="260321" y="523115"/>
                          </a:cubicBezTo>
                          <a:cubicBezTo>
                            <a:pt x="201470" y="226683"/>
                            <a:pt x="166596" y="56671"/>
                            <a:pt x="142620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74" name="Freihandform: Form 199">
                      <a:extLst>
                        <a:ext uri="{FF2B5EF4-FFF2-40B4-BE49-F238E27FC236}">
                          <a16:creationId xmlns:a16="http://schemas.microsoft.com/office/drawing/2014/main" id="{6201E88A-BC40-E748-BFBD-FEF230FCEE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22524" y="1256269"/>
                      <a:ext cx="462825" cy="906861"/>
                    </a:xfrm>
                    <a:custGeom>
                      <a:avLst/>
                      <a:gdLst>
                        <a:gd name="connsiteX0" fmla="*/ 52311 w 462825"/>
                        <a:gd name="connsiteY0" fmla="*/ 0 h 906861"/>
                        <a:gd name="connsiteX1" fmla="*/ 0 w 462825"/>
                        <a:gd name="connsiteY1" fmla="*/ 19617 h 906861"/>
                        <a:gd name="connsiteX2" fmla="*/ 180911 w 462825"/>
                        <a:gd name="connsiteY2" fmla="*/ 706205 h 906861"/>
                        <a:gd name="connsiteX3" fmla="*/ 409773 w 462825"/>
                        <a:gd name="connsiteY3" fmla="*/ 904553 h 906861"/>
                        <a:gd name="connsiteX4" fmla="*/ 348743 w 462825"/>
                        <a:gd name="connsiteY4" fmla="*/ 442468 h 906861"/>
                        <a:gd name="connsiteX5" fmla="*/ 52311 w 462825"/>
                        <a:gd name="connsiteY5" fmla="*/ 0 h 906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62825" h="906861">
                          <a:moveTo>
                            <a:pt x="52311" y="0"/>
                          </a:moveTo>
                          <a:lnTo>
                            <a:pt x="0" y="19617"/>
                          </a:lnTo>
                          <a:cubicBezTo>
                            <a:pt x="0" y="19617"/>
                            <a:pt x="95904" y="573247"/>
                            <a:pt x="180911" y="706205"/>
                          </a:cubicBezTo>
                          <a:cubicBezTo>
                            <a:pt x="265917" y="839163"/>
                            <a:pt x="326947" y="921990"/>
                            <a:pt x="409773" y="904553"/>
                          </a:cubicBezTo>
                          <a:cubicBezTo>
                            <a:pt x="449007" y="884936"/>
                            <a:pt x="531833" y="751978"/>
                            <a:pt x="348743" y="442468"/>
                          </a:cubicBezTo>
                          <a:cubicBezTo>
                            <a:pt x="189629" y="189629"/>
                            <a:pt x="95904" y="43593"/>
                            <a:pt x="52311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75" name="Freihandform: Form 200">
                      <a:extLst>
                        <a:ext uri="{FF2B5EF4-FFF2-40B4-BE49-F238E27FC236}">
                          <a16:creationId xmlns:a16="http://schemas.microsoft.com/office/drawing/2014/main" id="{26FACAAC-C37D-F942-B97B-D964A7EE69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50217" y="1226985"/>
                      <a:ext cx="784672" cy="662868"/>
                    </a:xfrm>
                    <a:custGeom>
                      <a:avLst/>
                      <a:gdLst>
                        <a:gd name="connsiteX0" fmla="*/ 440288 w 784672"/>
                        <a:gd name="connsiteY0" fmla="*/ 453366 h 662868"/>
                        <a:gd name="connsiteX1" fmla="*/ 784672 w 784672"/>
                        <a:gd name="connsiteY1" fmla="*/ 45773 h 662868"/>
                        <a:gd name="connsiteX2" fmla="*/ 749798 w 784672"/>
                        <a:gd name="connsiteY2" fmla="*/ 0 h 662868"/>
                        <a:gd name="connsiteX3" fmla="*/ 139497 w 784672"/>
                        <a:gd name="connsiteY3" fmla="*/ 361821 h 662868"/>
                        <a:gd name="connsiteX4" fmla="*/ 10898 w 784672"/>
                        <a:gd name="connsiteY4" fmla="*/ 636456 h 662868"/>
                        <a:gd name="connsiteX5" fmla="*/ 440288 w 784672"/>
                        <a:gd name="connsiteY5" fmla="*/ 453366 h 662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784672" h="662868">
                          <a:moveTo>
                            <a:pt x="440288" y="453366"/>
                          </a:moveTo>
                          <a:cubicBezTo>
                            <a:pt x="638636" y="228863"/>
                            <a:pt x="754157" y="100264"/>
                            <a:pt x="784672" y="45773"/>
                          </a:cubicBezTo>
                          <a:lnTo>
                            <a:pt x="749798" y="0"/>
                          </a:lnTo>
                          <a:cubicBezTo>
                            <a:pt x="749798" y="0"/>
                            <a:pt x="244120" y="244120"/>
                            <a:pt x="139497" y="361821"/>
                          </a:cubicBezTo>
                          <a:cubicBezTo>
                            <a:pt x="34874" y="479522"/>
                            <a:pt x="-26156" y="560169"/>
                            <a:pt x="10898" y="636456"/>
                          </a:cubicBezTo>
                          <a:cubicBezTo>
                            <a:pt x="41413" y="671331"/>
                            <a:pt x="191809" y="714924"/>
                            <a:pt x="440288" y="453366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76" name="Freihandform: Form 201">
                      <a:extLst>
                        <a:ext uri="{FF2B5EF4-FFF2-40B4-BE49-F238E27FC236}">
                          <a16:creationId xmlns:a16="http://schemas.microsoft.com/office/drawing/2014/main" id="{983BEFD5-EB58-F24A-AF11-DD3D99569D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51817" y="1240063"/>
                      <a:ext cx="424485" cy="912038"/>
                    </a:xfrm>
                    <a:custGeom>
                      <a:avLst/>
                      <a:gdLst>
                        <a:gd name="connsiteX0" fmla="*/ 317683 w 424485"/>
                        <a:gd name="connsiteY0" fmla="*/ 531833 h 912038"/>
                        <a:gd name="connsiteX1" fmla="*/ 424486 w 424485"/>
                        <a:gd name="connsiteY1" fmla="*/ 17437 h 912038"/>
                        <a:gd name="connsiteX2" fmla="*/ 376534 w 424485"/>
                        <a:gd name="connsiteY2" fmla="*/ 0 h 912038"/>
                        <a:gd name="connsiteX3" fmla="*/ 29970 w 424485"/>
                        <a:gd name="connsiteY3" fmla="*/ 619019 h 912038"/>
                        <a:gd name="connsiteX4" fmla="*/ 45228 w 424485"/>
                        <a:gd name="connsiteY4" fmla="*/ 911092 h 912038"/>
                        <a:gd name="connsiteX5" fmla="*/ 317683 w 424485"/>
                        <a:gd name="connsiteY5" fmla="*/ 531833 h 9120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24485" h="912038">
                          <a:moveTo>
                            <a:pt x="317683" y="531833"/>
                          </a:moveTo>
                          <a:cubicBezTo>
                            <a:pt x="383073" y="241941"/>
                            <a:pt x="422306" y="76288"/>
                            <a:pt x="424486" y="17437"/>
                          </a:cubicBezTo>
                          <a:lnTo>
                            <a:pt x="376534" y="0"/>
                          </a:lnTo>
                          <a:cubicBezTo>
                            <a:pt x="376534" y="0"/>
                            <a:pt x="64844" y="466444"/>
                            <a:pt x="29970" y="619019"/>
                          </a:cubicBezTo>
                          <a:cubicBezTo>
                            <a:pt x="-4904" y="769415"/>
                            <a:pt x="-20162" y="867499"/>
                            <a:pt x="45228" y="911092"/>
                          </a:cubicBezTo>
                          <a:cubicBezTo>
                            <a:pt x="82282" y="919810"/>
                            <a:pt x="226138" y="874038"/>
                            <a:pt x="317683" y="531833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</p:grpSp>
            </p:grpSp>
            <p:sp>
              <p:nvSpPr>
                <p:cNvPr id="47" name="Freihandform: Form 172">
                  <a:extLst>
                    <a:ext uri="{FF2B5EF4-FFF2-40B4-BE49-F238E27FC236}">
                      <a16:creationId xmlns:a16="http://schemas.microsoft.com/office/drawing/2014/main" id="{9080215E-EA57-0743-95AB-E6D785F80A6C}"/>
                    </a:ext>
                  </a:extLst>
                </p:cNvPr>
                <p:cNvSpPr/>
                <p:nvPr/>
              </p:nvSpPr>
              <p:spPr>
                <a:xfrm>
                  <a:off x="11282314" y="978505"/>
                  <a:ext cx="414132" cy="396695"/>
                </a:xfrm>
                <a:custGeom>
                  <a:avLst/>
                  <a:gdLst>
                    <a:gd name="connsiteX0" fmla="*/ 414133 w 414132"/>
                    <a:gd name="connsiteY0" fmla="*/ 198348 h 396695"/>
                    <a:gd name="connsiteX1" fmla="*/ 207066 w 414132"/>
                    <a:gd name="connsiteY1" fmla="*/ 396695 h 396695"/>
                    <a:gd name="connsiteX2" fmla="*/ 0 w 414132"/>
                    <a:gd name="connsiteY2" fmla="*/ 198348 h 396695"/>
                    <a:gd name="connsiteX3" fmla="*/ 207066 w 414132"/>
                    <a:gd name="connsiteY3" fmla="*/ 0 h 396695"/>
                    <a:gd name="connsiteX4" fmla="*/ 414133 w 414132"/>
                    <a:gd name="connsiteY4" fmla="*/ 198348 h 396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4132" h="396695">
                      <a:moveTo>
                        <a:pt x="414133" y="198348"/>
                      </a:moveTo>
                      <a:cubicBezTo>
                        <a:pt x="414133" y="307330"/>
                        <a:pt x="322587" y="396695"/>
                        <a:pt x="207066" y="396695"/>
                      </a:cubicBezTo>
                      <a:cubicBezTo>
                        <a:pt x="93725" y="396695"/>
                        <a:pt x="0" y="307330"/>
                        <a:pt x="0" y="198348"/>
                      </a:cubicBezTo>
                      <a:cubicBezTo>
                        <a:pt x="0" y="89365"/>
                        <a:pt x="91545" y="0"/>
                        <a:pt x="207066" y="0"/>
                      </a:cubicBezTo>
                      <a:cubicBezTo>
                        <a:pt x="320408" y="0"/>
                        <a:pt x="414133" y="89365"/>
                        <a:pt x="414133" y="198348"/>
                      </a:cubicBezTo>
                      <a:close/>
                    </a:path>
                  </a:pathLst>
                </a:custGeom>
                <a:solidFill>
                  <a:srgbClr val="FFBB00"/>
                </a:solidFill>
                <a:ln w="217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</p:grpSp>
          <p:sp>
            <p:nvSpPr>
              <p:cNvPr id="45" name="Ellipse 170">
                <a:extLst>
                  <a:ext uri="{FF2B5EF4-FFF2-40B4-BE49-F238E27FC236}">
                    <a16:creationId xmlns:a16="http://schemas.microsoft.com/office/drawing/2014/main" id="{2B95DFB8-2B64-0E4D-95C5-55D2D1A4B19E}"/>
                  </a:ext>
                </a:extLst>
              </p:cNvPr>
              <p:cNvSpPr/>
              <p:nvPr/>
            </p:nvSpPr>
            <p:spPr bwMode="gray">
              <a:xfrm>
                <a:off x="11227609" y="960958"/>
                <a:ext cx="403666" cy="382238"/>
              </a:xfrm>
              <a:prstGeom prst="ellipse">
                <a:avLst/>
              </a:prstGeom>
              <a:solidFill>
                <a:srgbClr val="FFD066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0000"/>
                  </a:lnSpc>
                </a:pPr>
                <a:endParaRPr lang="de-DE" sz="1600">
                  <a:solidFill>
                    <a:srgbClr val="FFD066"/>
                  </a:solidFill>
                </a:endParaRPr>
              </a:p>
            </p:txBody>
          </p:sp>
        </p:grpSp>
        <p:grpSp>
          <p:nvGrpSpPr>
            <p:cNvPr id="10" name="Gruppieren 168">
              <a:extLst>
                <a:ext uri="{FF2B5EF4-FFF2-40B4-BE49-F238E27FC236}">
                  <a16:creationId xmlns:a16="http://schemas.microsoft.com/office/drawing/2014/main" id="{D4A46CA1-BB62-5145-BBC0-85CE7A4F8F18}"/>
                </a:ext>
              </a:extLst>
            </p:cNvPr>
            <p:cNvGrpSpPr/>
            <p:nvPr/>
          </p:nvGrpSpPr>
          <p:grpSpPr>
            <a:xfrm>
              <a:off x="10943437" y="334624"/>
              <a:ext cx="702670" cy="712587"/>
              <a:chOff x="10366017" y="30973"/>
              <a:chExt cx="2246316" cy="2278019"/>
            </a:xfrm>
          </p:grpSpPr>
          <p:grpSp>
            <p:nvGrpSpPr>
              <p:cNvPr id="11" name="Grafik 5">
                <a:extLst>
                  <a:ext uri="{FF2B5EF4-FFF2-40B4-BE49-F238E27FC236}">
                    <a16:creationId xmlns:a16="http://schemas.microsoft.com/office/drawing/2014/main" id="{C3096DDF-5954-D747-8EA9-BAA5D8B5CD78}"/>
                  </a:ext>
                </a:extLst>
              </p:cNvPr>
              <p:cNvGrpSpPr/>
              <p:nvPr/>
            </p:nvGrpSpPr>
            <p:grpSpPr>
              <a:xfrm>
                <a:off x="10366017" y="30973"/>
                <a:ext cx="2246316" cy="2278019"/>
                <a:chOff x="10396141" y="22604"/>
                <a:chExt cx="2246316" cy="2278019"/>
              </a:xfrm>
            </p:grpSpPr>
            <p:grpSp>
              <p:nvGrpSpPr>
                <p:cNvPr id="13" name="Grafik 5">
                  <a:extLst>
                    <a:ext uri="{FF2B5EF4-FFF2-40B4-BE49-F238E27FC236}">
                      <a16:creationId xmlns:a16="http://schemas.microsoft.com/office/drawing/2014/main" id="{8EEBCF06-9335-7C4D-8DAE-9B4D677B75CE}"/>
                    </a:ext>
                  </a:extLst>
                </p:cNvPr>
                <p:cNvGrpSpPr/>
                <p:nvPr/>
              </p:nvGrpSpPr>
              <p:grpSpPr>
                <a:xfrm>
                  <a:off x="10396141" y="22604"/>
                  <a:ext cx="2246316" cy="2278019"/>
                  <a:chOff x="10396141" y="22604"/>
                  <a:chExt cx="2246316" cy="2278019"/>
                </a:xfrm>
              </p:grpSpPr>
              <p:sp>
                <p:nvSpPr>
                  <p:cNvPr id="15" name="Freihandform: Form 173">
                    <a:extLst>
                      <a:ext uri="{FF2B5EF4-FFF2-40B4-BE49-F238E27FC236}">
                        <a16:creationId xmlns:a16="http://schemas.microsoft.com/office/drawing/2014/main" id="{6782765D-43D8-234B-8B1B-0D877C34361C}"/>
                      </a:ext>
                    </a:extLst>
                  </p:cNvPr>
                  <p:cNvSpPr/>
                  <p:nvPr/>
                </p:nvSpPr>
                <p:spPr>
                  <a:xfrm>
                    <a:off x="11561309" y="346257"/>
                    <a:ext cx="822081" cy="810979"/>
                  </a:xfrm>
                  <a:custGeom>
                    <a:avLst/>
                    <a:gdLst>
                      <a:gd name="connsiteX0" fmla="*/ 0 w 822081"/>
                      <a:gd name="connsiteY0" fmla="*/ 769566 h 810979"/>
                      <a:gd name="connsiteX1" fmla="*/ 41413 w 822081"/>
                      <a:gd name="connsiteY1" fmla="*/ 810980 h 810979"/>
                      <a:gd name="connsiteX2" fmla="*/ 686588 w 822081"/>
                      <a:gd name="connsiteY2" fmla="*/ 329278 h 810979"/>
                      <a:gd name="connsiteX3" fmla="*/ 804289 w 822081"/>
                      <a:gd name="connsiteY3" fmla="*/ 15409 h 810979"/>
                      <a:gd name="connsiteX4" fmla="*/ 344384 w 822081"/>
                      <a:gd name="connsiteY4" fmla="*/ 279146 h 810979"/>
                      <a:gd name="connsiteX5" fmla="*/ 0 w 822081"/>
                      <a:gd name="connsiteY5" fmla="*/ 769566 h 8109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822081" h="810979">
                        <a:moveTo>
                          <a:pt x="0" y="769566"/>
                        </a:moveTo>
                        <a:lnTo>
                          <a:pt x="41413" y="810980"/>
                        </a:lnTo>
                        <a:cubicBezTo>
                          <a:pt x="41413" y="810980"/>
                          <a:pt x="579786" y="470955"/>
                          <a:pt x="686588" y="329278"/>
                        </a:cubicBezTo>
                        <a:cubicBezTo>
                          <a:pt x="793391" y="187601"/>
                          <a:pt x="854421" y="91697"/>
                          <a:pt x="804289" y="15409"/>
                        </a:cubicBezTo>
                        <a:cubicBezTo>
                          <a:pt x="767235" y="-12926"/>
                          <a:pt x="597223" y="-36902"/>
                          <a:pt x="344384" y="279146"/>
                        </a:cubicBezTo>
                        <a:cubicBezTo>
                          <a:pt x="143857" y="553782"/>
                          <a:pt x="28335" y="708536"/>
                          <a:pt x="0" y="769566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16" name="Freihandform: Form 174">
                    <a:extLst>
                      <a:ext uri="{FF2B5EF4-FFF2-40B4-BE49-F238E27FC236}">
                        <a16:creationId xmlns:a16="http://schemas.microsoft.com/office/drawing/2014/main" id="{3DD22362-CC04-9047-AF59-C1511A900355}"/>
                      </a:ext>
                    </a:extLst>
                  </p:cNvPr>
                  <p:cNvSpPr/>
                  <p:nvPr/>
                </p:nvSpPr>
                <p:spPr>
                  <a:xfrm>
                    <a:off x="11584523" y="64140"/>
                    <a:ext cx="447589" cy="1112779"/>
                  </a:xfrm>
                  <a:custGeom>
                    <a:avLst/>
                    <a:gdLst>
                      <a:gd name="connsiteX0" fmla="*/ 4393 w 447589"/>
                      <a:gd name="connsiteY0" fmla="*/ 1077905 h 1112779"/>
                      <a:gd name="connsiteX1" fmla="*/ 78501 w 447589"/>
                      <a:gd name="connsiteY1" fmla="*/ 1112779 h 1112779"/>
                      <a:gd name="connsiteX2" fmla="*/ 440322 w 447589"/>
                      <a:gd name="connsiteY2" fmla="*/ 389137 h 1112779"/>
                      <a:gd name="connsiteX3" fmla="*/ 350957 w 447589"/>
                      <a:gd name="connsiteY3" fmla="*/ 5520 h 1112779"/>
                      <a:gd name="connsiteX4" fmla="*/ 39268 w 447589"/>
                      <a:gd name="connsiteY4" fmla="*/ 432730 h 1112779"/>
                      <a:gd name="connsiteX5" fmla="*/ 4393 w 447589"/>
                      <a:gd name="connsiteY5" fmla="*/ 1077905 h 11127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47589" h="1112779">
                        <a:moveTo>
                          <a:pt x="4393" y="1077905"/>
                        </a:moveTo>
                        <a:lnTo>
                          <a:pt x="78501" y="1112779"/>
                        </a:lnTo>
                        <a:cubicBezTo>
                          <a:pt x="78501" y="1112779"/>
                          <a:pt x="425065" y="576587"/>
                          <a:pt x="440322" y="389137"/>
                        </a:cubicBezTo>
                        <a:cubicBezTo>
                          <a:pt x="455580" y="199508"/>
                          <a:pt x="455580" y="77448"/>
                          <a:pt x="350957" y="5520"/>
                        </a:cubicBezTo>
                        <a:cubicBezTo>
                          <a:pt x="292106" y="-16277"/>
                          <a:pt x="91579" y="7699"/>
                          <a:pt x="39268" y="432730"/>
                        </a:cubicBezTo>
                        <a:cubicBezTo>
                          <a:pt x="8752" y="794551"/>
                          <a:pt x="-8685" y="1001617"/>
                          <a:pt x="4393" y="1077905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17" name="Freihandform: Form 175">
                    <a:extLst>
                      <a:ext uri="{FF2B5EF4-FFF2-40B4-BE49-F238E27FC236}">
                        <a16:creationId xmlns:a16="http://schemas.microsoft.com/office/drawing/2014/main" id="{D70D7ADA-4794-4A44-B8C8-F632F400941E}"/>
                      </a:ext>
                    </a:extLst>
                  </p:cNvPr>
                  <p:cNvSpPr/>
                  <p:nvPr/>
                </p:nvSpPr>
                <p:spPr>
                  <a:xfrm>
                    <a:off x="11600346" y="686711"/>
                    <a:ext cx="1003874" cy="450498"/>
                  </a:xfrm>
                  <a:custGeom>
                    <a:avLst/>
                    <a:gdLst>
                      <a:gd name="connsiteX0" fmla="*/ 19617 w 1003874"/>
                      <a:gd name="connsiteY0" fmla="*/ 450498 h 450498"/>
                      <a:gd name="connsiteX1" fmla="*/ 773774 w 1003874"/>
                      <a:gd name="connsiteY1" fmla="*/ 293564 h 450498"/>
                      <a:gd name="connsiteX2" fmla="*/ 1002637 w 1003874"/>
                      <a:gd name="connsiteY2" fmla="*/ 62522 h 450498"/>
                      <a:gd name="connsiteX3" fmla="*/ 496959 w 1003874"/>
                      <a:gd name="connsiteY3" fmla="*/ 101755 h 450498"/>
                      <a:gd name="connsiteX4" fmla="*/ 0 w 1003874"/>
                      <a:gd name="connsiteY4" fmla="*/ 391648 h 450498"/>
                      <a:gd name="connsiteX5" fmla="*/ 19617 w 1003874"/>
                      <a:gd name="connsiteY5" fmla="*/ 450498 h 4504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003874" h="450498">
                        <a:moveTo>
                          <a:pt x="19617" y="450498"/>
                        </a:moveTo>
                        <a:cubicBezTo>
                          <a:pt x="19617" y="450498"/>
                          <a:pt x="623378" y="376390"/>
                          <a:pt x="773774" y="293564"/>
                        </a:cubicBezTo>
                        <a:cubicBezTo>
                          <a:pt x="924169" y="210737"/>
                          <a:pt x="1015714" y="151887"/>
                          <a:pt x="1002637" y="62522"/>
                        </a:cubicBezTo>
                        <a:cubicBezTo>
                          <a:pt x="983020" y="21108"/>
                          <a:pt x="843523" y="-72616"/>
                          <a:pt x="496959" y="101755"/>
                        </a:cubicBezTo>
                        <a:cubicBezTo>
                          <a:pt x="211426" y="258690"/>
                          <a:pt x="50132" y="350235"/>
                          <a:pt x="0" y="391648"/>
                        </a:cubicBezTo>
                        <a:lnTo>
                          <a:pt x="19617" y="450498"/>
                        </a:ln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18" name="Freihandform: Form 176">
                    <a:extLst>
                      <a:ext uri="{FF2B5EF4-FFF2-40B4-BE49-F238E27FC236}">
                        <a16:creationId xmlns:a16="http://schemas.microsoft.com/office/drawing/2014/main" id="{F2DB9E20-BE86-4145-A7A0-6FAC33C719E6}"/>
                      </a:ext>
                    </a:extLst>
                  </p:cNvPr>
                  <p:cNvSpPr/>
                  <p:nvPr/>
                </p:nvSpPr>
                <p:spPr>
                  <a:xfrm>
                    <a:off x="11558883" y="1289985"/>
                    <a:ext cx="920658" cy="548241"/>
                  </a:xfrm>
                  <a:custGeom>
                    <a:avLst/>
                    <a:gdLst>
                      <a:gd name="connsiteX0" fmla="*/ 30515 w 920658"/>
                      <a:gd name="connsiteY0" fmla="*/ 0 h 548241"/>
                      <a:gd name="connsiteX1" fmla="*/ 0 w 920658"/>
                      <a:gd name="connsiteY1" fmla="*/ 52311 h 548241"/>
                      <a:gd name="connsiteX2" fmla="*/ 597223 w 920658"/>
                      <a:gd name="connsiteY2" fmla="*/ 494779 h 548241"/>
                      <a:gd name="connsiteX3" fmla="*/ 915451 w 920658"/>
                      <a:gd name="connsiteY3" fmla="*/ 507857 h 548241"/>
                      <a:gd name="connsiteX4" fmla="*/ 564528 w 920658"/>
                      <a:gd name="connsiteY4" fmla="*/ 167833 h 548241"/>
                      <a:gd name="connsiteX5" fmla="*/ 30515 w 920658"/>
                      <a:gd name="connsiteY5" fmla="*/ 0 h 5482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920658" h="548241">
                        <a:moveTo>
                          <a:pt x="30515" y="0"/>
                        </a:moveTo>
                        <a:lnTo>
                          <a:pt x="0" y="52311"/>
                        </a:lnTo>
                        <a:cubicBezTo>
                          <a:pt x="0" y="52311"/>
                          <a:pt x="440288" y="442468"/>
                          <a:pt x="597223" y="494779"/>
                        </a:cubicBezTo>
                        <a:cubicBezTo>
                          <a:pt x="754157" y="549270"/>
                          <a:pt x="856600" y="575426"/>
                          <a:pt x="915451" y="507857"/>
                        </a:cubicBezTo>
                        <a:cubicBezTo>
                          <a:pt x="935068" y="466444"/>
                          <a:pt x="915451" y="302971"/>
                          <a:pt x="564528" y="167833"/>
                        </a:cubicBezTo>
                        <a:cubicBezTo>
                          <a:pt x="265917" y="67569"/>
                          <a:pt x="93725" y="8719"/>
                          <a:pt x="30515" y="0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19" name="Freihandform: Form 177">
                    <a:extLst>
                      <a:ext uri="{FF2B5EF4-FFF2-40B4-BE49-F238E27FC236}">
                        <a16:creationId xmlns:a16="http://schemas.microsoft.com/office/drawing/2014/main" id="{1D85DEC9-0DA5-7F49-905B-EDBC3B6FBD00}"/>
                      </a:ext>
                    </a:extLst>
                  </p:cNvPr>
                  <p:cNvSpPr/>
                  <p:nvPr/>
                </p:nvSpPr>
                <p:spPr>
                  <a:xfrm>
                    <a:off x="11624519" y="1130985"/>
                    <a:ext cx="1017938" cy="292322"/>
                  </a:xfrm>
                  <a:custGeom>
                    <a:avLst/>
                    <a:gdLst>
                      <a:gd name="connsiteX0" fmla="*/ 8719 w 1017938"/>
                      <a:gd name="connsiteY0" fmla="*/ 37150 h 292322"/>
                      <a:gd name="connsiteX1" fmla="*/ 0 w 1017938"/>
                      <a:gd name="connsiteY1" fmla="*/ 96000 h 292322"/>
                      <a:gd name="connsiteX2" fmla="*/ 717103 w 1017938"/>
                      <a:gd name="connsiteY2" fmla="*/ 292168 h 292322"/>
                      <a:gd name="connsiteX3" fmla="*/ 1017894 w 1017938"/>
                      <a:gd name="connsiteY3" fmla="*/ 187545 h 292322"/>
                      <a:gd name="connsiteX4" fmla="*/ 566708 w 1017938"/>
                      <a:gd name="connsiteY4" fmla="*/ 96 h 292322"/>
                      <a:gd name="connsiteX5" fmla="*/ 8719 w 1017938"/>
                      <a:gd name="connsiteY5" fmla="*/ 37150 h 2923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017938" h="292322">
                        <a:moveTo>
                          <a:pt x="8719" y="37150"/>
                        </a:moveTo>
                        <a:lnTo>
                          <a:pt x="0" y="96000"/>
                        </a:lnTo>
                        <a:cubicBezTo>
                          <a:pt x="0" y="96000"/>
                          <a:pt x="551450" y="298707"/>
                          <a:pt x="717103" y="292168"/>
                        </a:cubicBezTo>
                        <a:cubicBezTo>
                          <a:pt x="882756" y="285629"/>
                          <a:pt x="987379" y="272551"/>
                          <a:pt x="1017894" y="187545"/>
                        </a:cubicBezTo>
                        <a:cubicBezTo>
                          <a:pt x="1020074" y="141772"/>
                          <a:pt x="943786" y="-4264"/>
                          <a:pt x="566708" y="96"/>
                        </a:cubicBezTo>
                        <a:cubicBezTo>
                          <a:pt x="252839" y="13173"/>
                          <a:pt x="71928" y="21892"/>
                          <a:pt x="8719" y="37150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20" name="Freihandform: Form 178">
                    <a:extLst>
                      <a:ext uri="{FF2B5EF4-FFF2-40B4-BE49-F238E27FC236}">
                        <a16:creationId xmlns:a16="http://schemas.microsoft.com/office/drawing/2014/main" id="{2378A86E-8411-384A-B621-4899CE5AA587}"/>
                      </a:ext>
                    </a:extLst>
                  </p:cNvPr>
                  <p:cNvSpPr/>
                  <p:nvPr/>
                </p:nvSpPr>
                <p:spPr>
                  <a:xfrm>
                    <a:off x="11600661" y="1229231"/>
                    <a:ext cx="309026" cy="1011355"/>
                  </a:xfrm>
                  <a:custGeom>
                    <a:avLst/>
                    <a:gdLst>
                      <a:gd name="connsiteX0" fmla="*/ 265508 w 309026"/>
                      <a:gd name="connsiteY0" fmla="*/ 527474 h 1011355"/>
                      <a:gd name="connsiteX1" fmla="*/ 75879 w 309026"/>
                      <a:gd name="connsiteY1" fmla="*/ 0 h 1011355"/>
                      <a:gd name="connsiteX2" fmla="*/ 17028 w 309026"/>
                      <a:gd name="connsiteY2" fmla="*/ 6539 h 1011355"/>
                      <a:gd name="connsiteX3" fmla="*/ 25747 w 309026"/>
                      <a:gd name="connsiteY3" fmla="*/ 749798 h 1011355"/>
                      <a:gd name="connsiteX4" fmla="*/ 208837 w 309026"/>
                      <a:gd name="connsiteY4" fmla="*/ 1011355 h 1011355"/>
                      <a:gd name="connsiteX5" fmla="*/ 265508 w 309026"/>
                      <a:gd name="connsiteY5" fmla="*/ 527474 h 10113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09026" h="1011355">
                        <a:moveTo>
                          <a:pt x="265508" y="527474"/>
                        </a:moveTo>
                        <a:cubicBezTo>
                          <a:pt x="165244" y="228863"/>
                          <a:pt x="108574" y="56671"/>
                          <a:pt x="75879" y="0"/>
                        </a:cubicBezTo>
                        <a:lnTo>
                          <a:pt x="17028" y="6539"/>
                        </a:lnTo>
                        <a:cubicBezTo>
                          <a:pt x="17028" y="6539"/>
                          <a:pt x="-26564" y="592863"/>
                          <a:pt x="25747" y="749798"/>
                        </a:cubicBezTo>
                        <a:cubicBezTo>
                          <a:pt x="78059" y="906732"/>
                          <a:pt x="119472" y="1004816"/>
                          <a:pt x="208837" y="1011355"/>
                        </a:cubicBezTo>
                        <a:cubicBezTo>
                          <a:pt x="254610" y="1002637"/>
                          <a:pt x="372311" y="889295"/>
                          <a:pt x="265508" y="527474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21" name="Freihandform: Form 179">
                    <a:extLst>
                      <a:ext uri="{FF2B5EF4-FFF2-40B4-BE49-F238E27FC236}">
                        <a16:creationId xmlns:a16="http://schemas.microsoft.com/office/drawing/2014/main" id="{86CA236D-04C6-3B42-BA58-3DCFEC9301CF}"/>
                      </a:ext>
                    </a:extLst>
                  </p:cNvPr>
                  <p:cNvSpPr/>
                  <p:nvPr/>
                </p:nvSpPr>
                <p:spPr>
                  <a:xfrm>
                    <a:off x="11580683" y="1207046"/>
                    <a:ext cx="670938" cy="823422"/>
                  </a:xfrm>
                  <a:custGeom>
                    <a:avLst/>
                    <a:gdLst>
                      <a:gd name="connsiteX0" fmla="*/ 451186 w 670938"/>
                      <a:gd name="connsiteY0" fmla="*/ 366180 h 823422"/>
                      <a:gd name="connsiteX1" fmla="*/ 41413 w 670938"/>
                      <a:gd name="connsiteY1" fmla="*/ 0 h 823422"/>
                      <a:gd name="connsiteX2" fmla="*/ 0 w 670938"/>
                      <a:gd name="connsiteY2" fmla="*/ 34874 h 823422"/>
                      <a:gd name="connsiteX3" fmla="*/ 379258 w 670938"/>
                      <a:gd name="connsiteY3" fmla="*/ 673510 h 823422"/>
                      <a:gd name="connsiteX4" fmla="*/ 651714 w 670938"/>
                      <a:gd name="connsiteY4" fmla="*/ 813008 h 823422"/>
                      <a:gd name="connsiteX5" fmla="*/ 451186 w 670938"/>
                      <a:gd name="connsiteY5" fmla="*/ 366180 h 8234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70938" h="823422">
                        <a:moveTo>
                          <a:pt x="451186" y="366180"/>
                        </a:moveTo>
                        <a:cubicBezTo>
                          <a:pt x="224503" y="154755"/>
                          <a:pt x="93725" y="32695"/>
                          <a:pt x="41413" y="0"/>
                        </a:cubicBezTo>
                        <a:lnTo>
                          <a:pt x="0" y="34874"/>
                        </a:lnTo>
                        <a:cubicBezTo>
                          <a:pt x="0" y="34874"/>
                          <a:pt x="261557" y="562348"/>
                          <a:pt x="379258" y="673510"/>
                        </a:cubicBezTo>
                        <a:cubicBezTo>
                          <a:pt x="499139" y="784672"/>
                          <a:pt x="577606" y="850061"/>
                          <a:pt x="651714" y="813008"/>
                        </a:cubicBezTo>
                        <a:cubicBezTo>
                          <a:pt x="680049" y="782492"/>
                          <a:pt x="714923" y="629917"/>
                          <a:pt x="451186" y="366180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22" name="Freihandform: Form 180">
                    <a:extLst>
                      <a:ext uri="{FF2B5EF4-FFF2-40B4-BE49-F238E27FC236}">
                        <a16:creationId xmlns:a16="http://schemas.microsoft.com/office/drawing/2014/main" id="{EDDB4741-9117-FC4F-A999-B198C7806CB3}"/>
                      </a:ext>
                    </a:extLst>
                  </p:cNvPr>
                  <p:cNvSpPr/>
                  <p:nvPr/>
                </p:nvSpPr>
                <p:spPr>
                  <a:xfrm>
                    <a:off x="10684134" y="1200498"/>
                    <a:ext cx="822081" cy="808800"/>
                  </a:xfrm>
                  <a:custGeom>
                    <a:avLst/>
                    <a:gdLst>
                      <a:gd name="connsiteX0" fmla="*/ 822081 w 822081"/>
                      <a:gd name="connsiteY0" fmla="*/ 41413 h 808800"/>
                      <a:gd name="connsiteX1" fmla="*/ 780668 w 822081"/>
                      <a:gd name="connsiteY1" fmla="*/ 0 h 808800"/>
                      <a:gd name="connsiteX2" fmla="*/ 135493 w 822081"/>
                      <a:gd name="connsiteY2" fmla="*/ 481701 h 808800"/>
                      <a:gd name="connsiteX3" fmla="*/ 17792 w 822081"/>
                      <a:gd name="connsiteY3" fmla="*/ 793391 h 808800"/>
                      <a:gd name="connsiteX4" fmla="*/ 477697 w 822081"/>
                      <a:gd name="connsiteY4" fmla="*/ 529654 h 808800"/>
                      <a:gd name="connsiteX5" fmla="*/ 822081 w 822081"/>
                      <a:gd name="connsiteY5" fmla="*/ 41413 h 8088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822081" h="808800">
                        <a:moveTo>
                          <a:pt x="822081" y="41413"/>
                        </a:moveTo>
                        <a:lnTo>
                          <a:pt x="780668" y="0"/>
                        </a:lnTo>
                        <a:cubicBezTo>
                          <a:pt x="780668" y="0"/>
                          <a:pt x="242296" y="340025"/>
                          <a:pt x="135493" y="481701"/>
                        </a:cubicBezTo>
                        <a:cubicBezTo>
                          <a:pt x="28691" y="623378"/>
                          <a:pt x="-32339" y="719283"/>
                          <a:pt x="17792" y="793391"/>
                        </a:cubicBezTo>
                        <a:cubicBezTo>
                          <a:pt x="54846" y="821726"/>
                          <a:pt x="224859" y="845702"/>
                          <a:pt x="477697" y="529654"/>
                        </a:cubicBezTo>
                        <a:cubicBezTo>
                          <a:pt x="676045" y="259378"/>
                          <a:pt x="791566" y="104623"/>
                          <a:pt x="822081" y="41413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23" name="Freihandform: Form 181">
                    <a:extLst>
                      <a:ext uri="{FF2B5EF4-FFF2-40B4-BE49-F238E27FC236}">
                        <a16:creationId xmlns:a16="http://schemas.microsoft.com/office/drawing/2014/main" id="{2A846579-7B64-C845-9BE2-96867991676D}"/>
                      </a:ext>
                    </a:extLst>
                  </p:cNvPr>
                  <p:cNvSpPr/>
                  <p:nvPr/>
                </p:nvSpPr>
                <p:spPr>
                  <a:xfrm>
                    <a:off x="11103490" y="1187844"/>
                    <a:ext cx="446476" cy="1112779"/>
                  </a:xfrm>
                  <a:custGeom>
                    <a:avLst/>
                    <a:gdLst>
                      <a:gd name="connsiteX0" fmla="*/ 443197 w 446476"/>
                      <a:gd name="connsiteY0" fmla="*/ 34874 h 1112779"/>
                      <a:gd name="connsiteX1" fmla="*/ 369089 w 446476"/>
                      <a:gd name="connsiteY1" fmla="*/ 0 h 1112779"/>
                      <a:gd name="connsiteX2" fmla="*/ 7268 w 446476"/>
                      <a:gd name="connsiteY2" fmla="*/ 723642 h 1112779"/>
                      <a:gd name="connsiteX3" fmla="*/ 96633 w 446476"/>
                      <a:gd name="connsiteY3" fmla="*/ 1107260 h 1112779"/>
                      <a:gd name="connsiteX4" fmla="*/ 408322 w 446476"/>
                      <a:gd name="connsiteY4" fmla="*/ 680049 h 1112779"/>
                      <a:gd name="connsiteX5" fmla="*/ 443197 w 446476"/>
                      <a:gd name="connsiteY5" fmla="*/ 34874 h 11127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46476" h="1112779">
                        <a:moveTo>
                          <a:pt x="443197" y="34874"/>
                        </a:moveTo>
                        <a:lnTo>
                          <a:pt x="369089" y="0"/>
                        </a:lnTo>
                        <a:cubicBezTo>
                          <a:pt x="369089" y="0"/>
                          <a:pt x="22525" y="536193"/>
                          <a:pt x="7268" y="723642"/>
                        </a:cubicBezTo>
                        <a:cubicBezTo>
                          <a:pt x="-7990" y="913271"/>
                          <a:pt x="-7990" y="1035331"/>
                          <a:pt x="96633" y="1107260"/>
                        </a:cubicBezTo>
                        <a:cubicBezTo>
                          <a:pt x="155483" y="1129056"/>
                          <a:pt x="356011" y="1105080"/>
                          <a:pt x="408322" y="680049"/>
                        </a:cubicBezTo>
                        <a:cubicBezTo>
                          <a:pt x="436658" y="318228"/>
                          <a:pt x="454095" y="111162"/>
                          <a:pt x="443197" y="34874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24" name="Freihandform: Form 182">
                    <a:extLst>
                      <a:ext uri="{FF2B5EF4-FFF2-40B4-BE49-F238E27FC236}">
                        <a16:creationId xmlns:a16="http://schemas.microsoft.com/office/drawing/2014/main" id="{C6B0ED69-7078-E542-AC1B-6FC99ACAE719}"/>
                      </a:ext>
                    </a:extLst>
                  </p:cNvPr>
                  <p:cNvSpPr/>
                  <p:nvPr/>
                </p:nvSpPr>
                <p:spPr>
                  <a:xfrm>
                    <a:off x="10396141" y="1131081"/>
                    <a:ext cx="1003874" cy="450498"/>
                  </a:xfrm>
                  <a:custGeom>
                    <a:avLst/>
                    <a:gdLst>
                      <a:gd name="connsiteX0" fmla="*/ 984257 w 1003874"/>
                      <a:gd name="connsiteY0" fmla="*/ 0 h 450498"/>
                      <a:gd name="connsiteX1" fmla="*/ 230100 w 1003874"/>
                      <a:gd name="connsiteY1" fmla="*/ 156934 h 450498"/>
                      <a:gd name="connsiteX2" fmla="*/ 1237 w 1003874"/>
                      <a:gd name="connsiteY2" fmla="*/ 387977 h 450498"/>
                      <a:gd name="connsiteX3" fmla="*/ 506915 w 1003874"/>
                      <a:gd name="connsiteY3" fmla="*/ 348743 h 450498"/>
                      <a:gd name="connsiteX4" fmla="*/ 1003874 w 1003874"/>
                      <a:gd name="connsiteY4" fmla="*/ 58850 h 450498"/>
                      <a:gd name="connsiteX5" fmla="*/ 984257 w 1003874"/>
                      <a:gd name="connsiteY5" fmla="*/ 0 h 4504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003874" h="450498">
                        <a:moveTo>
                          <a:pt x="984257" y="0"/>
                        </a:moveTo>
                        <a:cubicBezTo>
                          <a:pt x="984257" y="0"/>
                          <a:pt x="380496" y="74108"/>
                          <a:pt x="230100" y="156934"/>
                        </a:cubicBezTo>
                        <a:cubicBezTo>
                          <a:pt x="79705" y="239761"/>
                          <a:pt x="-11840" y="298611"/>
                          <a:pt x="1237" y="387977"/>
                        </a:cubicBezTo>
                        <a:cubicBezTo>
                          <a:pt x="20854" y="429390"/>
                          <a:pt x="160352" y="523115"/>
                          <a:pt x="506915" y="348743"/>
                        </a:cubicBezTo>
                        <a:cubicBezTo>
                          <a:pt x="792449" y="191809"/>
                          <a:pt x="953742" y="100264"/>
                          <a:pt x="1003874" y="58850"/>
                        </a:cubicBezTo>
                        <a:lnTo>
                          <a:pt x="984257" y="0"/>
                        </a:ln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25" name="Freihandform: Form 183">
                    <a:extLst>
                      <a:ext uri="{FF2B5EF4-FFF2-40B4-BE49-F238E27FC236}">
                        <a16:creationId xmlns:a16="http://schemas.microsoft.com/office/drawing/2014/main" id="{35D29D2E-2476-7A47-B2F8-687FC39BEDF5}"/>
                      </a:ext>
                    </a:extLst>
                  </p:cNvPr>
                  <p:cNvSpPr/>
                  <p:nvPr/>
                </p:nvSpPr>
                <p:spPr>
                  <a:xfrm>
                    <a:off x="10585147" y="494585"/>
                    <a:ext cx="920658" cy="548241"/>
                  </a:xfrm>
                  <a:custGeom>
                    <a:avLst/>
                    <a:gdLst>
                      <a:gd name="connsiteX0" fmla="*/ 890144 w 920658"/>
                      <a:gd name="connsiteY0" fmla="*/ 548241 h 548241"/>
                      <a:gd name="connsiteX1" fmla="*/ 920659 w 920658"/>
                      <a:gd name="connsiteY1" fmla="*/ 495930 h 548241"/>
                      <a:gd name="connsiteX2" fmla="*/ 323436 w 920658"/>
                      <a:gd name="connsiteY2" fmla="*/ 53462 h 548241"/>
                      <a:gd name="connsiteX3" fmla="*/ 5208 w 920658"/>
                      <a:gd name="connsiteY3" fmla="*/ 40384 h 548241"/>
                      <a:gd name="connsiteX4" fmla="*/ 356131 w 920658"/>
                      <a:gd name="connsiteY4" fmla="*/ 380409 h 548241"/>
                      <a:gd name="connsiteX5" fmla="*/ 890144 w 920658"/>
                      <a:gd name="connsiteY5" fmla="*/ 548241 h 5482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920658" h="548241">
                        <a:moveTo>
                          <a:pt x="890144" y="548241"/>
                        </a:moveTo>
                        <a:lnTo>
                          <a:pt x="920659" y="495930"/>
                        </a:lnTo>
                        <a:cubicBezTo>
                          <a:pt x="920659" y="495930"/>
                          <a:pt x="480371" y="105773"/>
                          <a:pt x="323436" y="53462"/>
                        </a:cubicBezTo>
                        <a:cubicBezTo>
                          <a:pt x="166502" y="-1029"/>
                          <a:pt x="64059" y="-27185"/>
                          <a:pt x="5208" y="40384"/>
                        </a:cubicBezTo>
                        <a:cubicBezTo>
                          <a:pt x="-14409" y="81797"/>
                          <a:pt x="5208" y="245271"/>
                          <a:pt x="356131" y="380409"/>
                        </a:cubicBezTo>
                        <a:cubicBezTo>
                          <a:pt x="654742" y="482852"/>
                          <a:pt x="826934" y="541702"/>
                          <a:pt x="890144" y="548241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26" name="Freihandform: Form 184">
                    <a:extLst>
                      <a:ext uri="{FF2B5EF4-FFF2-40B4-BE49-F238E27FC236}">
                        <a16:creationId xmlns:a16="http://schemas.microsoft.com/office/drawing/2014/main" id="{EDA14435-1A5B-3243-8BDD-686FEDF3917A}"/>
                      </a:ext>
                    </a:extLst>
                  </p:cNvPr>
                  <p:cNvSpPr/>
                  <p:nvPr/>
                </p:nvSpPr>
                <p:spPr>
                  <a:xfrm>
                    <a:off x="10408443" y="881147"/>
                    <a:ext cx="1017938" cy="294502"/>
                  </a:xfrm>
                  <a:custGeom>
                    <a:avLst/>
                    <a:gdLst>
                      <a:gd name="connsiteX0" fmla="*/ 1009220 w 1017938"/>
                      <a:gd name="connsiteY0" fmla="*/ 255173 h 294502"/>
                      <a:gd name="connsiteX1" fmla="*/ 1017939 w 1017938"/>
                      <a:gd name="connsiteY1" fmla="*/ 196323 h 294502"/>
                      <a:gd name="connsiteX2" fmla="*/ 300836 w 1017938"/>
                      <a:gd name="connsiteY2" fmla="*/ 155 h 294502"/>
                      <a:gd name="connsiteX3" fmla="*/ 45 w 1017938"/>
                      <a:gd name="connsiteY3" fmla="*/ 106957 h 294502"/>
                      <a:gd name="connsiteX4" fmla="*/ 451231 w 1017938"/>
                      <a:gd name="connsiteY4" fmla="*/ 294407 h 294502"/>
                      <a:gd name="connsiteX5" fmla="*/ 1009220 w 1017938"/>
                      <a:gd name="connsiteY5" fmla="*/ 255173 h 2945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017938" h="294502">
                        <a:moveTo>
                          <a:pt x="1009220" y="255173"/>
                        </a:moveTo>
                        <a:lnTo>
                          <a:pt x="1017939" y="196323"/>
                        </a:lnTo>
                        <a:cubicBezTo>
                          <a:pt x="1017939" y="196323"/>
                          <a:pt x="466489" y="-6384"/>
                          <a:pt x="300836" y="155"/>
                        </a:cubicBezTo>
                        <a:cubicBezTo>
                          <a:pt x="135183" y="8873"/>
                          <a:pt x="30560" y="19772"/>
                          <a:pt x="45" y="106957"/>
                        </a:cubicBezTo>
                        <a:cubicBezTo>
                          <a:pt x="-2135" y="152730"/>
                          <a:pt x="74153" y="298766"/>
                          <a:pt x="451231" y="294407"/>
                        </a:cubicBezTo>
                        <a:cubicBezTo>
                          <a:pt x="767280" y="279149"/>
                          <a:pt x="948190" y="272610"/>
                          <a:pt x="1009220" y="255173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27" name="Freihandform: Form 185">
                    <a:extLst>
                      <a:ext uri="{FF2B5EF4-FFF2-40B4-BE49-F238E27FC236}">
                        <a16:creationId xmlns:a16="http://schemas.microsoft.com/office/drawing/2014/main" id="{5A3666DD-DDCC-4D44-8286-80BB0C66DE13}"/>
                      </a:ext>
                    </a:extLst>
                  </p:cNvPr>
                  <p:cNvSpPr/>
                  <p:nvPr/>
                </p:nvSpPr>
                <p:spPr>
                  <a:xfrm>
                    <a:off x="11308288" y="22604"/>
                    <a:ext cx="309026" cy="1011355"/>
                  </a:xfrm>
                  <a:custGeom>
                    <a:avLst/>
                    <a:gdLst>
                      <a:gd name="connsiteX0" fmla="*/ 43518 w 309026"/>
                      <a:gd name="connsiteY0" fmla="*/ 483881 h 1011355"/>
                      <a:gd name="connsiteX1" fmla="*/ 233147 w 309026"/>
                      <a:gd name="connsiteY1" fmla="*/ 1011355 h 1011355"/>
                      <a:gd name="connsiteX2" fmla="*/ 291998 w 309026"/>
                      <a:gd name="connsiteY2" fmla="*/ 1004816 h 1011355"/>
                      <a:gd name="connsiteX3" fmla="*/ 283279 w 309026"/>
                      <a:gd name="connsiteY3" fmla="*/ 261557 h 1011355"/>
                      <a:gd name="connsiteX4" fmla="*/ 100189 w 309026"/>
                      <a:gd name="connsiteY4" fmla="*/ 0 h 1011355"/>
                      <a:gd name="connsiteX5" fmla="*/ 43518 w 309026"/>
                      <a:gd name="connsiteY5" fmla="*/ 483881 h 10113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09026" h="1011355">
                        <a:moveTo>
                          <a:pt x="43518" y="483881"/>
                        </a:moveTo>
                        <a:cubicBezTo>
                          <a:pt x="143782" y="782493"/>
                          <a:pt x="200453" y="954684"/>
                          <a:pt x="233147" y="1011355"/>
                        </a:cubicBezTo>
                        <a:lnTo>
                          <a:pt x="291998" y="1004816"/>
                        </a:lnTo>
                        <a:cubicBezTo>
                          <a:pt x="291998" y="1004816"/>
                          <a:pt x="335591" y="418492"/>
                          <a:pt x="283279" y="261557"/>
                        </a:cubicBezTo>
                        <a:cubicBezTo>
                          <a:pt x="230968" y="104623"/>
                          <a:pt x="189554" y="6539"/>
                          <a:pt x="100189" y="0"/>
                        </a:cubicBezTo>
                        <a:cubicBezTo>
                          <a:pt x="54417" y="8719"/>
                          <a:pt x="-63284" y="122060"/>
                          <a:pt x="43518" y="483881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28" name="Freihandform: Form 186">
                    <a:extLst>
                      <a:ext uri="{FF2B5EF4-FFF2-40B4-BE49-F238E27FC236}">
                        <a16:creationId xmlns:a16="http://schemas.microsoft.com/office/drawing/2014/main" id="{2D8485CD-DA33-324C-9092-DF0507767A94}"/>
                      </a:ext>
                    </a:extLst>
                  </p:cNvPr>
                  <p:cNvSpPr/>
                  <p:nvPr/>
                </p:nvSpPr>
                <p:spPr>
                  <a:xfrm>
                    <a:off x="10900924" y="231760"/>
                    <a:ext cx="670938" cy="823422"/>
                  </a:xfrm>
                  <a:custGeom>
                    <a:avLst/>
                    <a:gdLst>
                      <a:gd name="connsiteX0" fmla="*/ 219752 w 670938"/>
                      <a:gd name="connsiteY0" fmla="*/ 457242 h 823422"/>
                      <a:gd name="connsiteX1" fmla="*/ 629525 w 670938"/>
                      <a:gd name="connsiteY1" fmla="*/ 823423 h 823422"/>
                      <a:gd name="connsiteX2" fmla="*/ 670939 w 670938"/>
                      <a:gd name="connsiteY2" fmla="*/ 788548 h 823422"/>
                      <a:gd name="connsiteX3" fmla="*/ 291680 w 670938"/>
                      <a:gd name="connsiteY3" fmla="*/ 149912 h 823422"/>
                      <a:gd name="connsiteX4" fmla="*/ 19225 w 670938"/>
                      <a:gd name="connsiteY4" fmla="*/ 10415 h 823422"/>
                      <a:gd name="connsiteX5" fmla="*/ 219752 w 670938"/>
                      <a:gd name="connsiteY5" fmla="*/ 457242 h 8234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70938" h="823422">
                        <a:moveTo>
                          <a:pt x="219752" y="457242"/>
                        </a:moveTo>
                        <a:cubicBezTo>
                          <a:pt x="446435" y="668668"/>
                          <a:pt x="577214" y="790728"/>
                          <a:pt x="629525" y="823423"/>
                        </a:cubicBezTo>
                        <a:lnTo>
                          <a:pt x="670939" y="788548"/>
                        </a:lnTo>
                        <a:cubicBezTo>
                          <a:pt x="670939" y="788548"/>
                          <a:pt x="409381" y="261074"/>
                          <a:pt x="291680" y="149912"/>
                        </a:cubicBezTo>
                        <a:cubicBezTo>
                          <a:pt x="171800" y="38750"/>
                          <a:pt x="93333" y="-26639"/>
                          <a:pt x="19225" y="10415"/>
                        </a:cubicBezTo>
                        <a:cubicBezTo>
                          <a:pt x="-9111" y="40930"/>
                          <a:pt x="-43985" y="195685"/>
                          <a:pt x="219752" y="457242"/>
                        </a:cubicBezTo>
                        <a:close/>
                      </a:path>
                    </a:pathLst>
                  </a:custGeom>
                  <a:solidFill>
                    <a:srgbClr val="EEF3F6"/>
                  </a:solidFill>
                  <a:ln w="2177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grpSp>
                <p:nvGrpSpPr>
                  <p:cNvPr id="29" name="Grafik 5">
                    <a:extLst>
                      <a:ext uri="{FF2B5EF4-FFF2-40B4-BE49-F238E27FC236}">
                        <a16:creationId xmlns:a16="http://schemas.microsoft.com/office/drawing/2014/main" id="{81D3D978-1671-784D-9681-2887F7CF05A7}"/>
                      </a:ext>
                    </a:extLst>
                  </p:cNvPr>
                  <p:cNvGrpSpPr/>
                  <p:nvPr/>
                </p:nvGrpSpPr>
                <p:grpSpPr>
                  <a:xfrm>
                    <a:off x="10468669" y="91979"/>
                    <a:ext cx="2134946" cy="2159439"/>
                    <a:chOff x="10468669" y="91979"/>
                    <a:chExt cx="2134946" cy="2159439"/>
                  </a:xfrm>
                  <a:solidFill>
                    <a:srgbClr val="FFFFFF"/>
                  </a:solidFill>
                </p:grpSpPr>
                <p:sp>
                  <p:nvSpPr>
                    <p:cNvPr id="30" name="Freihandform: Form 188">
                      <a:extLst>
                        <a:ext uri="{FF2B5EF4-FFF2-40B4-BE49-F238E27FC236}">
                          <a16:creationId xmlns:a16="http://schemas.microsoft.com/office/drawing/2014/main" id="{C90D0BC3-833F-154F-9F86-23924EF05A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68669" y="728333"/>
                      <a:ext cx="1020510" cy="415311"/>
                    </a:xfrm>
                    <a:custGeom>
                      <a:avLst/>
                      <a:gdLst>
                        <a:gd name="connsiteX0" fmla="*/ 1005253 w 1020510"/>
                        <a:gd name="connsiteY0" fmla="*/ 370222 h 370774"/>
                        <a:gd name="connsiteX1" fmla="*/ 1020511 w 1020510"/>
                        <a:gd name="connsiteY1" fmla="*/ 315731 h 370774"/>
                        <a:gd name="connsiteX2" fmla="*/ 314306 w 1020510"/>
                        <a:gd name="connsiteY2" fmla="*/ 12760 h 370774"/>
                        <a:gd name="connsiteX3" fmla="*/ 437 w 1020510"/>
                        <a:gd name="connsiteY3" fmla="*/ 65072 h 370774"/>
                        <a:gd name="connsiteX4" fmla="*/ 438546 w 1020510"/>
                        <a:gd name="connsiteY4" fmla="*/ 317911 h 370774"/>
                        <a:gd name="connsiteX5" fmla="*/ 1005253 w 1020510"/>
                        <a:gd name="connsiteY5" fmla="*/ 370222 h 3707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020510" h="370774">
                          <a:moveTo>
                            <a:pt x="1005253" y="370222"/>
                          </a:moveTo>
                          <a:lnTo>
                            <a:pt x="1020511" y="315731"/>
                          </a:lnTo>
                          <a:cubicBezTo>
                            <a:pt x="1020511" y="315731"/>
                            <a:pt x="482138" y="32377"/>
                            <a:pt x="314306" y="12760"/>
                          </a:cubicBezTo>
                          <a:cubicBezTo>
                            <a:pt x="146473" y="-6856"/>
                            <a:pt x="39671" y="-13395"/>
                            <a:pt x="437" y="65072"/>
                          </a:cubicBezTo>
                          <a:cubicBezTo>
                            <a:pt x="-6102" y="108665"/>
                            <a:pt x="57108" y="261240"/>
                            <a:pt x="438546" y="317911"/>
                          </a:cubicBezTo>
                          <a:cubicBezTo>
                            <a:pt x="756774" y="352785"/>
                            <a:pt x="939864" y="374581"/>
                            <a:pt x="1005253" y="370222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31" name="Freihandform: Form 189">
                      <a:extLst>
                        <a:ext uri="{FF2B5EF4-FFF2-40B4-BE49-F238E27FC236}">
                          <a16:creationId xmlns:a16="http://schemas.microsoft.com/office/drawing/2014/main" id="{6AEF6602-E4CA-6146-A19C-A24156123F11}"/>
                        </a:ext>
                      </a:extLst>
                    </p:cNvPr>
                    <p:cNvSpPr/>
                    <p:nvPr/>
                  </p:nvSpPr>
                  <p:spPr>
                    <a:xfrm rot="184551">
                      <a:off x="10473608" y="1098449"/>
                      <a:ext cx="1052768" cy="433246"/>
                    </a:xfrm>
                    <a:custGeom>
                      <a:avLst/>
                      <a:gdLst>
                        <a:gd name="connsiteX0" fmla="*/ 1052768 w 1052768"/>
                        <a:gd name="connsiteY0" fmla="*/ 84495 h 433246"/>
                        <a:gd name="connsiteX1" fmla="*/ 1046230 w 1052768"/>
                        <a:gd name="connsiteY1" fmla="*/ 6028 h 433246"/>
                        <a:gd name="connsiteX2" fmla="*/ 274635 w 1052768"/>
                        <a:gd name="connsiteY2" fmla="*/ 51800 h 433246"/>
                        <a:gd name="connsiteX3" fmla="*/ 0 w 1052768"/>
                        <a:gd name="connsiteY3" fmla="*/ 308998 h 433246"/>
                        <a:gd name="connsiteX4" fmla="*/ 503498 w 1052768"/>
                        <a:gd name="connsiteY4" fmla="*/ 363489 h 433246"/>
                        <a:gd name="connsiteX5" fmla="*/ 1052768 w 1052768"/>
                        <a:gd name="connsiteY5" fmla="*/ 84495 h 4332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052768" h="433246">
                          <a:moveTo>
                            <a:pt x="1052768" y="84495"/>
                          </a:moveTo>
                          <a:lnTo>
                            <a:pt x="1046230" y="6028"/>
                          </a:lnTo>
                          <a:cubicBezTo>
                            <a:pt x="1046230" y="6028"/>
                            <a:pt x="438109" y="-24487"/>
                            <a:pt x="274635" y="51800"/>
                          </a:cubicBezTo>
                          <a:cubicBezTo>
                            <a:pt x="111162" y="130267"/>
                            <a:pt x="8719" y="186938"/>
                            <a:pt x="0" y="308998"/>
                          </a:cubicBezTo>
                          <a:cubicBezTo>
                            <a:pt x="10898" y="367849"/>
                            <a:pt x="126419" y="522603"/>
                            <a:pt x="503498" y="363489"/>
                          </a:cubicBezTo>
                          <a:cubicBezTo>
                            <a:pt x="815187" y="215274"/>
                            <a:pt x="993918" y="130267"/>
                            <a:pt x="1052768" y="84495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32" name="Freihandform: Form 190">
                      <a:extLst>
                        <a:ext uri="{FF2B5EF4-FFF2-40B4-BE49-F238E27FC236}">
                          <a16:creationId xmlns:a16="http://schemas.microsoft.com/office/drawing/2014/main" id="{97B4EAD3-DC37-C44B-BF8E-A73108E85C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9290" y="383058"/>
                      <a:ext cx="800989" cy="693531"/>
                    </a:xfrm>
                    <a:custGeom>
                      <a:avLst/>
                      <a:gdLst>
                        <a:gd name="connsiteX0" fmla="*/ 800989 w 800989"/>
                        <a:gd name="connsiteY0" fmla="*/ 649939 h 693531"/>
                        <a:gd name="connsiteX1" fmla="*/ 312749 w 800989"/>
                        <a:gd name="connsiteY1" fmla="*/ 100668 h 693531"/>
                        <a:gd name="connsiteX2" fmla="*/ 11958 w 800989"/>
                        <a:gd name="connsiteY2" fmla="*/ 22201 h 693531"/>
                        <a:gd name="connsiteX3" fmla="*/ 286593 w 800989"/>
                        <a:gd name="connsiteY3" fmla="*/ 421076 h 693531"/>
                        <a:gd name="connsiteX4" fmla="*/ 763935 w 800989"/>
                        <a:gd name="connsiteY4" fmla="*/ 693532 h 693531"/>
                        <a:gd name="connsiteX5" fmla="*/ 800989 w 800989"/>
                        <a:gd name="connsiteY5" fmla="*/ 649939 h 6935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800989" h="693531">
                          <a:moveTo>
                            <a:pt x="800989" y="649939"/>
                          </a:moveTo>
                          <a:cubicBezTo>
                            <a:pt x="800989" y="649939"/>
                            <a:pt x="452246" y="185674"/>
                            <a:pt x="312749" y="100668"/>
                          </a:cubicBezTo>
                          <a:cubicBezTo>
                            <a:pt x="173252" y="15662"/>
                            <a:pt x="81706" y="-30111"/>
                            <a:pt x="11958" y="22201"/>
                          </a:cubicBezTo>
                          <a:cubicBezTo>
                            <a:pt x="-14198" y="59255"/>
                            <a:pt x="-25096" y="218369"/>
                            <a:pt x="286593" y="421076"/>
                          </a:cubicBezTo>
                          <a:cubicBezTo>
                            <a:pt x="552510" y="580190"/>
                            <a:pt x="705085" y="673915"/>
                            <a:pt x="763935" y="693532"/>
                          </a:cubicBezTo>
                          <a:lnTo>
                            <a:pt x="800989" y="649939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33" name="Freihandform: Form 191">
                      <a:extLst>
                        <a:ext uri="{FF2B5EF4-FFF2-40B4-BE49-F238E27FC236}">
                          <a16:creationId xmlns:a16="http://schemas.microsoft.com/office/drawing/2014/main" id="{8C33F5FD-FDED-7048-95AD-341826CA57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370345" y="91979"/>
                      <a:ext cx="304507" cy="974301"/>
                    </a:xfrm>
                    <a:custGeom>
                      <a:avLst/>
                      <a:gdLst>
                        <a:gd name="connsiteX0" fmla="*/ 132060 w 274679"/>
                        <a:gd name="connsiteY0" fmla="*/ 974301 h 974301"/>
                        <a:gd name="connsiteX1" fmla="*/ 188730 w 274679"/>
                        <a:gd name="connsiteY1" fmla="*/ 974301 h 974301"/>
                        <a:gd name="connsiteX2" fmla="*/ 269377 w 274679"/>
                        <a:gd name="connsiteY2" fmla="*/ 270276 h 974301"/>
                        <a:gd name="connsiteX3" fmla="*/ 127700 w 274679"/>
                        <a:gd name="connsiteY3" fmla="*/ 0 h 974301"/>
                        <a:gd name="connsiteX4" fmla="*/ 14359 w 274679"/>
                        <a:gd name="connsiteY4" fmla="*/ 451186 h 974301"/>
                        <a:gd name="connsiteX5" fmla="*/ 132060 w 274679"/>
                        <a:gd name="connsiteY5" fmla="*/ 974301 h 9743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74679" h="974301">
                          <a:moveTo>
                            <a:pt x="132060" y="974301"/>
                          </a:moveTo>
                          <a:lnTo>
                            <a:pt x="188730" y="974301"/>
                          </a:lnTo>
                          <a:cubicBezTo>
                            <a:pt x="188730" y="974301"/>
                            <a:pt x="299892" y="425031"/>
                            <a:pt x="269377" y="270276"/>
                          </a:cubicBezTo>
                          <a:cubicBezTo>
                            <a:pt x="238862" y="115521"/>
                            <a:pt x="212707" y="17437"/>
                            <a:pt x="127700" y="0"/>
                          </a:cubicBezTo>
                          <a:cubicBezTo>
                            <a:pt x="84107" y="4359"/>
                            <a:pt x="-42312" y="95904"/>
                            <a:pt x="14359" y="451186"/>
                          </a:cubicBezTo>
                          <a:cubicBezTo>
                            <a:pt x="75389" y="749798"/>
                            <a:pt x="108084" y="917631"/>
                            <a:pt x="132060" y="97430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34" name="Freihandform: Form 192">
                      <a:extLst>
                        <a:ext uri="{FF2B5EF4-FFF2-40B4-BE49-F238E27FC236}">
                          <a16:creationId xmlns:a16="http://schemas.microsoft.com/office/drawing/2014/main" id="{4984E5F7-AEB4-9B44-8304-3D8F249291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71041" y="186511"/>
                      <a:ext cx="462825" cy="908535"/>
                    </a:xfrm>
                    <a:custGeom>
                      <a:avLst/>
                      <a:gdLst>
                        <a:gd name="connsiteX0" fmla="*/ 410514 w 462825"/>
                        <a:gd name="connsiteY0" fmla="*/ 908536 h 908535"/>
                        <a:gd name="connsiteX1" fmla="*/ 462826 w 462825"/>
                        <a:gd name="connsiteY1" fmla="*/ 888919 h 908535"/>
                        <a:gd name="connsiteX2" fmla="*/ 281915 w 462825"/>
                        <a:gd name="connsiteY2" fmla="*/ 202331 h 908535"/>
                        <a:gd name="connsiteX3" fmla="*/ 53052 w 462825"/>
                        <a:gd name="connsiteY3" fmla="*/ 1803 h 908535"/>
                        <a:gd name="connsiteX4" fmla="*/ 114082 w 462825"/>
                        <a:gd name="connsiteY4" fmla="*/ 463888 h 908535"/>
                        <a:gd name="connsiteX5" fmla="*/ 410514 w 462825"/>
                        <a:gd name="connsiteY5" fmla="*/ 908536 h 9085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62825" h="908535">
                          <a:moveTo>
                            <a:pt x="410514" y="908536"/>
                          </a:moveTo>
                          <a:lnTo>
                            <a:pt x="462826" y="888919"/>
                          </a:lnTo>
                          <a:cubicBezTo>
                            <a:pt x="462826" y="888919"/>
                            <a:pt x="366921" y="335289"/>
                            <a:pt x="281915" y="202331"/>
                          </a:cubicBezTo>
                          <a:cubicBezTo>
                            <a:pt x="196909" y="69372"/>
                            <a:pt x="138059" y="-13454"/>
                            <a:pt x="53052" y="1803"/>
                          </a:cubicBezTo>
                          <a:cubicBezTo>
                            <a:pt x="13819" y="21420"/>
                            <a:pt x="-69008" y="154378"/>
                            <a:pt x="114082" y="463888"/>
                          </a:cubicBezTo>
                          <a:cubicBezTo>
                            <a:pt x="275376" y="718906"/>
                            <a:pt x="366921" y="864943"/>
                            <a:pt x="410514" y="908536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35" name="Freihandform: Form 193">
                      <a:extLst>
                        <a:ext uri="{FF2B5EF4-FFF2-40B4-BE49-F238E27FC236}">
                          <a16:creationId xmlns:a16="http://schemas.microsoft.com/office/drawing/2014/main" id="{9E0D4A76-95F2-8E4C-A56A-1869D707E0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72098" y="467391"/>
                      <a:ext cx="784672" cy="662868"/>
                    </a:xfrm>
                    <a:custGeom>
                      <a:avLst/>
                      <a:gdLst>
                        <a:gd name="connsiteX0" fmla="*/ 344384 w 784672"/>
                        <a:gd name="connsiteY0" fmla="*/ 209502 h 662868"/>
                        <a:gd name="connsiteX1" fmla="*/ 0 w 784672"/>
                        <a:gd name="connsiteY1" fmla="*/ 617096 h 662868"/>
                        <a:gd name="connsiteX2" fmla="*/ 34874 w 784672"/>
                        <a:gd name="connsiteY2" fmla="*/ 662868 h 662868"/>
                        <a:gd name="connsiteX3" fmla="*/ 645175 w 784672"/>
                        <a:gd name="connsiteY3" fmla="*/ 301047 h 662868"/>
                        <a:gd name="connsiteX4" fmla="*/ 773774 w 784672"/>
                        <a:gd name="connsiteY4" fmla="*/ 26412 h 662868"/>
                        <a:gd name="connsiteX5" fmla="*/ 344384 w 784672"/>
                        <a:gd name="connsiteY5" fmla="*/ 209502 h 662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784672" h="662868">
                          <a:moveTo>
                            <a:pt x="344384" y="209502"/>
                          </a:moveTo>
                          <a:cubicBezTo>
                            <a:pt x="146036" y="436185"/>
                            <a:pt x="30515" y="564784"/>
                            <a:pt x="0" y="617096"/>
                          </a:cubicBezTo>
                          <a:lnTo>
                            <a:pt x="34874" y="662868"/>
                          </a:lnTo>
                          <a:cubicBezTo>
                            <a:pt x="34874" y="662868"/>
                            <a:pt x="540552" y="418748"/>
                            <a:pt x="645175" y="301047"/>
                          </a:cubicBezTo>
                          <a:cubicBezTo>
                            <a:pt x="749798" y="183346"/>
                            <a:pt x="810828" y="102699"/>
                            <a:pt x="773774" y="26412"/>
                          </a:cubicBezTo>
                          <a:cubicBezTo>
                            <a:pt x="741079" y="-8463"/>
                            <a:pt x="590684" y="-52055"/>
                            <a:pt x="344384" y="209502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36" name="Freihandform: Form 194">
                      <a:extLst>
                        <a:ext uri="{FF2B5EF4-FFF2-40B4-BE49-F238E27FC236}">
                          <a16:creationId xmlns:a16="http://schemas.microsoft.com/office/drawing/2014/main" id="{9E48FC54-24CC-A84D-B1B9-A76ADE71C0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71862" y="211652"/>
                      <a:ext cx="424485" cy="912068"/>
                    </a:xfrm>
                    <a:custGeom>
                      <a:avLst/>
                      <a:gdLst>
                        <a:gd name="connsiteX0" fmla="*/ 106803 w 424485"/>
                        <a:gd name="connsiteY0" fmla="*/ 380235 h 912068"/>
                        <a:gd name="connsiteX1" fmla="*/ 0 w 424485"/>
                        <a:gd name="connsiteY1" fmla="*/ 894631 h 912068"/>
                        <a:gd name="connsiteX2" fmla="*/ 47952 w 424485"/>
                        <a:gd name="connsiteY2" fmla="*/ 912069 h 912068"/>
                        <a:gd name="connsiteX3" fmla="*/ 394516 w 424485"/>
                        <a:gd name="connsiteY3" fmla="*/ 293049 h 912068"/>
                        <a:gd name="connsiteX4" fmla="*/ 379258 w 424485"/>
                        <a:gd name="connsiteY4" fmla="*/ 977 h 912068"/>
                        <a:gd name="connsiteX5" fmla="*/ 106803 w 424485"/>
                        <a:gd name="connsiteY5" fmla="*/ 380235 h 9120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24485" h="912068">
                          <a:moveTo>
                            <a:pt x="106803" y="380235"/>
                          </a:moveTo>
                          <a:cubicBezTo>
                            <a:pt x="41413" y="670128"/>
                            <a:pt x="2180" y="835781"/>
                            <a:pt x="0" y="894631"/>
                          </a:cubicBezTo>
                          <a:lnTo>
                            <a:pt x="47952" y="912069"/>
                          </a:lnTo>
                          <a:cubicBezTo>
                            <a:pt x="47952" y="912069"/>
                            <a:pt x="359641" y="445625"/>
                            <a:pt x="394516" y="293049"/>
                          </a:cubicBezTo>
                          <a:cubicBezTo>
                            <a:pt x="429390" y="142654"/>
                            <a:pt x="444647" y="44570"/>
                            <a:pt x="379258" y="977"/>
                          </a:cubicBezTo>
                          <a:cubicBezTo>
                            <a:pt x="342204" y="-7742"/>
                            <a:pt x="198348" y="35851"/>
                            <a:pt x="106803" y="380235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37" name="Freihandform: Form 195">
                      <a:extLst>
                        <a:ext uri="{FF2B5EF4-FFF2-40B4-BE49-F238E27FC236}">
                          <a16:creationId xmlns:a16="http://schemas.microsoft.com/office/drawing/2014/main" id="{872D1B8A-BB36-F947-B6DE-8C597E32C6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83105" y="1175700"/>
                      <a:ext cx="1020510" cy="371374"/>
                    </a:xfrm>
                    <a:custGeom>
                      <a:avLst/>
                      <a:gdLst>
                        <a:gd name="connsiteX0" fmla="*/ 15258 w 1020510"/>
                        <a:gd name="connsiteY0" fmla="*/ 1153 h 371374"/>
                        <a:gd name="connsiteX1" fmla="*/ 0 w 1020510"/>
                        <a:gd name="connsiteY1" fmla="*/ 55644 h 371374"/>
                        <a:gd name="connsiteX2" fmla="*/ 706205 w 1020510"/>
                        <a:gd name="connsiteY2" fmla="*/ 358615 h 371374"/>
                        <a:gd name="connsiteX3" fmla="*/ 1020074 w 1020510"/>
                        <a:gd name="connsiteY3" fmla="*/ 306303 h 371374"/>
                        <a:gd name="connsiteX4" fmla="*/ 581965 w 1020510"/>
                        <a:gd name="connsiteY4" fmla="*/ 53464 h 371374"/>
                        <a:gd name="connsiteX5" fmla="*/ 15258 w 1020510"/>
                        <a:gd name="connsiteY5" fmla="*/ 1153 h 3713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020510" h="371374">
                          <a:moveTo>
                            <a:pt x="15258" y="1153"/>
                          </a:moveTo>
                          <a:lnTo>
                            <a:pt x="0" y="55644"/>
                          </a:lnTo>
                          <a:cubicBezTo>
                            <a:pt x="0" y="55644"/>
                            <a:pt x="538372" y="338998"/>
                            <a:pt x="706205" y="358615"/>
                          </a:cubicBezTo>
                          <a:cubicBezTo>
                            <a:pt x="874038" y="378231"/>
                            <a:pt x="980840" y="384770"/>
                            <a:pt x="1020074" y="306303"/>
                          </a:cubicBezTo>
                          <a:cubicBezTo>
                            <a:pt x="1026613" y="262710"/>
                            <a:pt x="963403" y="110135"/>
                            <a:pt x="581965" y="53464"/>
                          </a:cubicBezTo>
                          <a:cubicBezTo>
                            <a:pt x="263737" y="16410"/>
                            <a:pt x="80647" y="-5386"/>
                            <a:pt x="15258" y="1153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38" name="Freihandform: Form 196">
                      <a:extLst>
                        <a:ext uri="{FF2B5EF4-FFF2-40B4-BE49-F238E27FC236}">
                          <a16:creationId xmlns:a16="http://schemas.microsoft.com/office/drawing/2014/main" id="{6423A8B7-8218-D744-9C57-F9863FEE3F2F}"/>
                        </a:ext>
                      </a:extLst>
                    </p:cNvPr>
                    <p:cNvSpPr/>
                    <p:nvPr/>
                  </p:nvSpPr>
                  <p:spPr>
                    <a:xfrm rot="173298">
                      <a:off x="11535888" y="876439"/>
                      <a:ext cx="1050588" cy="331192"/>
                    </a:xfrm>
                    <a:custGeom>
                      <a:avLst/>
                      <a:gdLst>
                        <a:gd name="connsiteX0" fmla="*/ 0 w 1050588"/>
                        <a:gd name="connsiteY0" fmla="*/ 348751 h 433246"/>
                        <a:gd name="connsiteX1" fmla="*/ 6539 w 1050588"/>
                        <a:gd name="connsiteY1" fmla="*/ 427218 h 433246"/>
                        <a:gd name="connsiteX2" fmla="*/ 778133 w 1050588"/>
                        <a:gd name="connsiteY2" fmla="*/ 381446 h 433246"/>
                        <a:gd name="connsiteX3" fmla="*/ 1050589 w 1050588"/>
                        <a:gd name="connsiteY3" fmla="*/ 124248 h 433246"/>
                        <a:gd name="connsiteX4" fmla="*/ 547091 w 1050588"/>
                        <a:gd name="connsiteY4" fmla="*/ 69757 h 433246"/>
                        <a:gd name="connsiteX5" fmla="*/ 0 w 1050588"/>
                        <a:gd name="connsiteY5" fmla="*/ 348751 h 4332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050588" h="433246">
                          <a:moveTo>
                            <a:pt x="0" y="348751"/>
                          </a:moveTo>
                          <a:lnTo>
                            <a:pt x="6539" y="427218"/>
                          </a:lnTo>
                          <a:cubicBezTo>
                            <a:pt x="6539" y="427218"/>
                            <a:pt x="614660" y="457733"/>
                            <a:pt x="778133" y="381446"/>
                          </a:cubicBezTo>
                          <a:cubicBezTo>
                            <a:pt x="941607" y="302979"/>
                            <a:pt x="1044050" y="246308"/>
                            <a:pt x="1050589" y="124248"/>
                          </a:cubicBezTo>
                          <a:cubicBezTo>
                            <a:pt x="1039691" y="65397"/>
                            <a:pt x="924169" y="-89357"/>
                            <a:pt x="547091" y="69757"/>
                          </a:cubicBezTo>
                          <a:cubicBezTo>
                            <a:pt x="235402" y="217972"/>
                            <a:pt x="56671" y="300799"/>
                            <a:pt x="0" y="348751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39" name="Freihandform: Form 197">
                      <a:extLst>
                        <a:ext uri="{FF2B5EF4-FFF2-40B4-BE49-F238E27FC236}">
                          <a16:creationId xmlns:a16="http://schemas.microsoft.com/office/drawing/2014/main" id="{9DB89F0A-46FC-3940-8E2E-A1113766B4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56950" y="1233524"/>
                      <a:ext cx="800989" cy="693531"/>
                    </a:xfrm>
                    <a:custGeom>
                      <a:avLst/>
                      <a:gdLst>
                        <a:gd name="connsiteX0" fmla="*/ 0 w 800989"/>
                        <a:gd name="connsiteY0" fmla="*/ 43593 h 693531"/>
                        <a:gd name="connsiteX1" fmla="*/ 488240 w 800989"/>
                        <a:gd name="connsiteY1" fmla="*/ 592863 h 693531"/>
                        <a:gd name="connsiteX2" fmla="*/ 789032 w 800989"/>
                        <a:gd name="connsiteY2" fmla="*/ 671331 h 693531"/>
                        <a:gd name="connsiteX3" fmla="*/ 514396 w 800989"/>
                        <a:gd name="connsiteY3" fmla="*/ 272456 h 693531"/>
                        <a:gd name="connsiteX4" fmla="*/ 37054 w 800989"/>
                        <a:gd name="connsiteY4" fmla="*/ 0 h 693531"/>
                        <a:gd name="connsiteX5" fmla="*/ 0 w 800989"/>
                        <a:gd name="connsiteY5" fmla="*/ 43593 h 6935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800989" h="693531">
                          <a:moveTo>
                            <a:pt x="0" y="43593"/>
                          </a:moveTo>
                          <a:cubicBezTo>
                            <a:pt x="0" y="43593"/>
                            <a:pt x="348743" y="507857"/>
                            <a:pt x="488240" y="592863"/>
                          </a:cubicBezTo>
                          <a:cubicBezTo>
                            <a:pt x="627738" y="677870"/>
                            <a:pt x="719283" y="723642"/>
                            <a:pt x="789032" y="671331"/>
                          </a:cubicBezTo>
                          <a:cubicBezTo>
                            <a:pt x="815187" y="634277"/>
                            <a:pt x="826085" y="475163"/>
                            <a:pt x="514396" y="272456"/>
                          </a:cubicBezTo>
                          <a:cubicBezTo>
                            <a:pt x="248480" y="113342"/>
                            <a:pt x="95904" y="21796"/>
                            <a:pt x="37054" y="0"/>
                          </a:cubicBezTo>
                          <a:lnTo>
                            <a:pt x="0" y="43593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40" name="Freihandform: Form 198">
                      <a:extLst>
                        <a:ext uri="{FF2B5EF4-FFF2-40B4-BE49-F238E27FC236}">
                          <a16:creationId xmlns:a16="http://schemas.microsoft.com/office/drawing/2014/main" id="{3B16D18E-CF86-E14A-AF49-195DD8A76E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375096" y="1277117"/>
                      <a:ext cx="274679" cy="974301"/>
                    </a:xfrm>
                    <a:custGeom>
                      <a:avLst/>
                      <a:gdLst>
                        <a:gd name="connsiteX0" fmla="*/ 142620 w 274679"/>
                        <a:gd name="connsiteY0" fmla="*/ 0 h 974301"/>
                        <a:gd name="connsiteX1" fmla="*/ 85949 w 274679"/>
                        <a:gd name="connsiteY1" fmla="*/ 0 h 974301"/>
                        <a:gd name="connsiteX2" fmla="*/ 5302 w 274679"/>
                        <a:gd name="connsiteY2" fmla="*/ 704025 h 974301"/>
                        <a:gd name="connsiteX3" fmla="*/ 146979 w 274679"/>
                        <a:gd name="connsiteY3" fmla="*/ 974301 h 974301"/>
                        <a:gd name="connsiteX4" fmla="*/ 260321 w 274679"/>
                        <a:gd name="connsiteY4" fmla="*/ 523115 h 974301"/>
                        <a:gd name="connsiteX5" fmla="*/ 142620 w 274679"/>
                        <a:gd name="connsiteY5" fmla="*/ 0 h 9743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74679" h="974301">
                          <a:moveTo>
                            <a:pt x="142620" y="0"/>
                          </a:moveTo>
                          <a:lnTo>
                            <a:pt x="85949" y="0"/>
                          </a:lnTo>
                          <a:cubicBezTo>
                            <a:pt x="85949" y="0"/>
                            <a:pt x="-25213" y="549270"/>
                            <a:pt x="5302" y="704025"/>
                          </a:cubicBezTo>
                          <a:cubicBezTo>
                            <a:pt x="35817" y="858780"/>
                            <a:pt x="61973" y="956864"/>
                            <a:pt x="146979" y="974301"/>
                          </a:cubicBezTo>
                          <a:cubicBezTo>
                            <a:pt x="190572" y="969942"/>
                            <a:pt x="316991" y="878397"/>
                            <a:pt x="260321" y="523115"/>
                          </a:cubicBezTo>
                          <a:cubicBezTo>
                            <a:pt x="201470" y="226683"/>
                            <a:pt x="166596" y="56671"/>
                            <a:pt x="142620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41" name="Freihandform: Form 199">
                      <a:extLst>
                        <a:ext uri="{FF2B5EF4-FFF2-40B4-BE49-F238E27FC236}">
                          <a16:creationId xmlns:a16="http://schemas.microsoft.com/office/drawing/2014/main" id="{B34734D8-93AA-A44D-9BFB-C513706CE6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22524" y="1256269"/>
                      <a:ext cx="462825" cy="906861"/>
                    </a:xfrm>
                    <a:custGeom>
                      <a:avLst/>
                      <a:gdLst>
                        <a:gd name="connsiteX0" fmla="*/ 52311 w 462825"/>
                        <a:gd name="connsiteY0" fmla="*/ 0 h 906861"/>
                        <a:gd name="connsiteX1" fmla="*/ 0 w 462825"/>
                        <a:gd name="connsiteY1" fmla="*/ 19617 h 906861"/>
                        <a:gd name="connsiteX2" fmla="*/ 180911 w 462825"/>
                        <a:gd name="connsiteY2" fmla="*/ 706205 h 906861"/>
                        <a:gd name="connsiteX3" fmla="*/ 409773 w 462825"/>
                        <a:gd name="connsiteY3" fmla="*/ 904553 h 906861"/>
                        <a:gd name="connsiteX4" fmla="*/ 348743 w 462825"/>
                        <a:gd name="connsiteY4" fmla="*/ 442468 h 906861"/>
                        <a:gd name="connsiteX5" fmla="*/ 52311 w 462825"/>
                        <a:gd name="connsiteY5" fmla="*/ 0 h 906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62825" h="906861">
                          <a:moveTo>
                            <a:pt x="52311" y="0"/>
                          </a:moveTo>
                          <a:lnTo>
                            <a:pt x="0" y="19617"/>
                          </a:lnTo>
                          <a:cubicBezTo>
                            <a:pt x="0" y="19617"/>
                            <a:pt x="95904" y="573247"/>
                            <a:pt x="180911" y="706205"/>
                          </a:cubicBezTo>
                          <a:cubicBezTo>
                            <a:pt x="265917" y="839163"/>
                            <a:pt x="326947" y="921990"/>
                            <a:pt x="409773" y="904553"/>
                          </a:cubicBezTo>
                          <a:cubicBezTo>
                            <a:pt x="449007" y="884936"/>
                            <a:pt x="531833" y="751978"/>
                            <a:pt x="348743" y="442468"/>
                          </a:cubicBezTo>
                          <a:cubicBezTo>
                            <a:pt x="189629" y="189629"/>
                            <a:pt x="95904" y="43593"/>
                            <a:pt x="52311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42" name="Freihandform: Form 200">
                      <a:extLst>
                        <a:ext uri="{FF2B5EF4-FFF2-40B4-BE49-F238E27FC236}">
                          <a16:creationId xmlns:a16="http://schemas.microsoft.com/office/drawing/2014/main" id="{9C2CB28F-E929-F848-AE1A-DB579E1604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50217" y="1226985"/>
                      <a:ext cx="784672" cy="662868"/>
                    </a:xfrm>
                    <a:custGeom>
                      <a:avLst/>
                      <a:gdLst>
                        <a:gd name="connsiteX0" fmla="*/ 440288 w 784672"/>
                        <a:gd name="connsiteY0" fmla="*/ 453366 h 662868"/>
                        <a:gd name="connsiteX1" fmla="*/ 784672 w 784672"/>
                        <a:gd name="connsiteY1" fmla="*/ 45773 h 662868"/>
                        <a:gd name="connsiteX2" fmla="*/ 749798 w 784672"/>
                        <a:gd name="connsiteY2" fmla="*/ 0 h 662868"/>
                        <a:gd name="connsiteX3" fmla="*/ 139497 w 784672"/>
                        <a:gd name="connsiteY3" fmla="*/ 361821 h 662868"/>
                        <a:gd name="connsiteX4" fmla="*/ 10898 w 784672"/>
                        <a:gd name="connsiteY4" fmla="*/ 636456 h 662868"/>
                        <a:gd name="connsiteX5" fmla="*/ 440288 w 784672"/>
                        <a:gd name="connsiteY5" fmla="*/ 453366 h 662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784672" h="662868">
                          <a:moveTo>
                            <a:pt x="440288" y="453366"/>
                          </a:moveTo>
                          <a:cubicBezTo>
                            <a:pt x="638636" y="228863"/>
                            <a:pt x="754157" y="100264"/>
                            <a:pt x="784672" y="45773"/>
                          </a:cubicBezTo>
                          <a:lnTo>
                            <a:pt x="749798" y="0"/>
                          </a:lnTo>
                          <a:cubicBezTo>
                            <a:pt x="749798" y="0"/>
                            <a:pt x="244120" y="244120"/>
                            <a:pt x="139497" y="361821"/>
                          </a:cubicBezTo>
                          <a:cubicBezTo>
                            <a:pt x="34874" y="479522"/>
                            <a:pt x="-26156" y="560169"/>
                            <a:pt x="10898" y="636456"/>
                          </a:cubicBezTo>
                          <a:cubicBezTo>
                            <a:pt x="41413" y="671331"/>
                            <a:pt x="191809" y="714924"/>
                            <a:pt x="440288" y="453366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  <p:sp>
                  <p:nvSpPr>
                    <p:cNvPr id="43" name="Freihandform: Form 201">
                      <a:extLst>
                        <a:ext uri="{FF2B5EF4-FFF2-40B4-BE49-F238E27FC236}">
                          <a16:creationId xmlns:a16="http://schemas.microsoft.com/office/drawing/2014/main" id="{583EBE00-8F97-E241-9FEE-0D29A71A22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051817" y="1240063"/>
                      <a:ext cx="424485" cy="912038"/>
                    </a:xfrm>
                    <a:custGeom>
                      <a:avLst/>
                      <a:gdLst>
                        <a:gd name="connsiteX0" fmla="*/ 317683 w 424485"/>
                        <a:gd name="connsiteY0" fmla="*/ 531833 h 912038"/>
                        <a:gd name="connsiteX1" fmla="*/ 424486 w 424485"/>
                        <a:gd name="connsiteY1" fmla="*/ 17437 h 912038"/>
                        <a:gd name="connsiteX2" fmla="*/ 376534 w 424485"/>
                        <a:gd name="connsiteY2" fmla="*/ 0 h 912038"/>
                        <a:gd name="connsiteX3" fmla="*/ 29970 w 424485"/>
                        <a:gd name="connsiteY3" fmla="*/ 619019 h 912038"/>
                        <a:gd name="connsiteX4" fmla="*/ 45228 w 424485"/>
                        <a:gd name="connsiteY4" fmla="*/ 911092 h 912038"/>
                        <a:gd name="connsiteX5" fmla="*/ 317683 w 424485"/>
                        <a:gd name="connsiteY5" fmla="*/ 531833 h 9120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24485" h="912038">
                          <a:moveTo>
                            <a:pt x="317683" y="531833"/>
                          </a:moveTo>
                          <a:cubicBezTo>
                            <a:pt x="383073" y="241941"/>
                            <a:pt x="422306" y="76288"/>
                            <a:pt x="424486" y="17437"/>
                          </a:cubicBezTo>
                          <a:lnTo>
                            <a:pt x="376534" y="0"/>
                          </a:lnTo>
                          <a:cubicBezTo>
                            <a:pt x="376534" y="0"/>
                            <a:pt x="64844" y="466444"/>
                            <a:pt x="29970" y="619019"/>
                          </a:cubicBezTo>
                          <a:cubicBezTo>
                            <a:pt x="-4904" y="769415"/>
                            <a:pt x="-20162" y="867499"/>
                            <a:pt x="45228" y="911092"/>
                          </a:cubicBezTo>
                          <a:cubicBezTo>
                            <a:pt x="82282" y="919810"/>
                            <a:pt x="226138" y="874038"/>
                            <a:pt x="317683" y="531833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177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de-DE"/>
                    </a:p>
                  </p:txBody>
                </p:sp>
              </p:grpSp>
            </p:grpSp>
            <p:sp>
              <p:nvSpPr>
                <p:cNvPr id="14" name="Freihandform: Form 172">
                  <a:extLst>
                    <a:ext uri="{FF2B5EF4-FFF2-40B4-BE49-F238E27FC236}">
                      <a16:creationId xmlns:a16="http://schemas.microsoft.com/office/drawing/2014/main" id="{0A127D9C-25DF-D547-AA56-C9460E147931}"/>
                    </a:ext>
                  </a:extLst>
                </p:cNvPr>
                <p:cNvSpPr/>
                <p:nvPr/>
              </p:nvSpPr>
              <p:spPr>
                <a:xfrm>
                  <a:off x="11282314" y="978505"/>
                  <a:ext cx="414132" cy="396695"/>
                </a:xfrm>
                <a:custGeom>
                  <a:avLst/>
                  <a:gdLst>
                    <a:gd name="connsiteX0" fmla="*/ 414133 w 414132"/>
                    <a:gd name="connsiteY0" fmla="*/ 198348 h 396695"/>
                    <a:gd name="connsiteX1" fmla="*/ 207066 w 414132"/>
                    <a:gd name="connsiteY1" fmla="*/ 396695 h 396695"/>
                    <a:gd name="connsiteX2" fmla="*/ 0 w 414132"/>
                    <a:gd name="connsiteY2" fmla="*/ 198348 h 396695"/>
                    <a:gd name="connsiteX3" fmla="*/ 207066 w 414132"/>
                    <a:gd name="connsiteY3" fmla="*/ 0 h 396695"/>
                    <a:gd name="connsiteX4" fmla="*/ 414133 w 414132"/>
                    <a:gd name="connsiteY4" fmla="*/ 198348 h 396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4132" h="396695">
                      <a:moveTo>
                        <a:pt x="414133" y="198348"/>
                      </a:moveTo>
                      <a:cubicBezTo>
                        <a:pt x="414133" y="307330"/>
                        <a:pt x="322587" y="396695"/>
                        <a:pt x="207066" y="396695"/>
                      </a:cubicBezTo>
                      <a:cubicBezTo>
                        <a:pt x="93725" y="396695"/>
                        <a:pt x="0" y="307330"/>
                        <a:pt x="0" y="198348"/>
                      </a:cubicBezTo>
                      <a:cubicBezTo>
                        <a:pt x="0" y="89365"/>
                        <a:pt x="91545" y="0"/>
                        <a:pt x="207066" y="0"/>
                      </a:cubicBezTo>
                      <a:cubicBezTo>
                        <a:pt x="320408" y="0"/>
                        <a:pt x="414133" y="89365"/>
                        <a:pt x="414133" y="198348"/>
                      </a:cubicBezTo>
                      <a:close/>
                    </a:path>
                  </a:pathLst>
                </a:custGeom>
                <a:solidFill>
                  <a:srgbClr val="FFBB00"/>
                </a:solidFill>
                <a:ln w="217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</p:grpSp>
          <p:sp>
            <p:nvSpPr>
              <p:cNvPr id="12" name="Ellipse 170">
                <a:extLst>
                  <a:ext uri="{FF2B5EF4-FFF2-40B4-BE49-F238E27FC236}">
                    <a16:creationId xmlns:a16="http://schemas.microsoft.com/office/drawing/2014/main" id="{54B9F0AB-7F3D-D247-AC00-AA1E15B2B953}"/>
                  </a:ext>
                </a:extLst>
              </p:cNvPr>
              <p:cNvSpPr/>
              <p:nvPr/>
            </p:nvSpPr>
            <p:spPr bwMode="gray">
              <a:xfrm>
                <a:off x="11227609" y="960958"/>
                <a:ext cx="403666" cy="382238"/>
              </a:xfrm>
              <a:prstGeom prst="ellipse">
                <a:avLst/>
              </a:prstGeom>
              <a:solidFill>
                <a:srgbClr val="FFD066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0000"/>
                  </a:lnSpc>
                </a:pPr>
                <a:endParaRPr lang="de-DE" sz="1600">
                  <a:solidFill>
                    <a:srgbClr val="FFD066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86626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462EF-8CBC-5F90-9034-E47E434A2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567E2-1BDD-6DE1-A2C7-FFB514F27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en-US" smtClean="0"/>
              <a:t>4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AD5BED-896C-F1AC-E5DD-577E0730BC6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33375"/>
            <a:ext cx="2808288" cy="647700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0" name="Title 7">
            <a:extLst>
              <a:ext uri="{FF2B5EF4-FFF2-40B4-BE49-F238E27FC236}">
                <a16:creationId xmlns:a16="http://schemas.microsoft.com/office/drawing/2014/main" id="{807F9A12-5F56-DEF8-7A95-3955A079A484}"/>
              </a:ext>
            </a:extLst>
          </p:cNvPr>
          <p:cNvSpPr txBox="1">
            <a:spLocks/>
          </p:cNvSpPr>
          <p:nvPr/>
        </p:nvSpPr>
        <p:spPr>
          <a:xfrm>
            <a:off x="1027997" y="332656"/>
            <a:ext cx="7105979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Swiss cheese model of accident causation</a:t>
            </a:r>
            <a:br>
              <a:rPr lang="en-US" dirty="0"/>
            </a:br>
            <a:r>
              <a:rPr lang="en-US" b="0" dirty="0">
                <a:solidFill>
                  <a:schemeClr val="bg1">
                    <a:lumMod val="65000"/>
                  </a:schemeClr>
                </a:solidFill>
              </a:rPr>
              <a:t>Mostly multiple interacting causes lead to an incident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B92731-3A22-2F05-DBB3-5B0597331765}"/>
              </a:ext>
            </a:extLst>
          </p:cNvPr>
          <p:cNvSpPr txBox="1"/>
          <p:nvPr/>
        </p:nvSpPr>
        <p:spPr bwMode="gray">
          <a:xfrm>
            <a:off x="1027995" y="4631799"/>
            <a:ext cx="1075442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“ </a:t>
            </a:r>
            <a:r>
              <a:rPr lang="en-US" sz="1600" b="1" dirty="0"/>
              <a:t>The Swiss cheese model of accident causation is a model used in risk analysis and risk management</a:t>
            </a:r>
            <a:r>
              <a:rPr lang="en-US" sz="1600" dirty="0"/>
              <a:t>. It likens human systems to multiple slices of Swiss cheese, which have randomly placed and sized holes in each slice, stacked side by side, in which the risk of a threat becoming a reality is mitigated by the different types of defenses which are "layered" behind each other. Therefore, in theory, </a:t>
            </a:r>
            <a:r>
              <a:rPr lang="en-US" sz="1600" b="1" dirty="0"/>
              <a:t>lapses and weaknesses in one defense </a:t>
            </a:r>
            <a:r>
              <a:rPr lang="en-US" sz="1600" dirty="0"/>
              <a:t>(e.g. a hole in one slice of cheese) </a:t>
            </a:r>
            <a:r>
              <a:rPr lang="en-US" sz="1600" b="1" dirty="0"/>
              <a:t>do not allow a risk to materialize, since other defenses also exist</a:t>
            </a:r>
            <a:r>
              <a:rPr lang="en-US" sz="1600" dirty="0"/>
              <a:t> (e.g. other slices of cheese), </a:t>
            </a:r>
            <a:r>
              <a:rPr lang="en-US" sz="1600" b="1" dirty="0"/>
              <a:t>to prevent a single point of failure</a:t>
            </a:r>
            <a:r>
              <a:rPr lang="en-US" sz="1600" dirty="0"/>
              <a:t>. “</a:t>
            </a:r>
          </a:p>
          <a:p>
            <a:endParaRPr lang="de-CH" sz="1600" b="1" dirty="0"/>
          </a:p>
          <a:p>
            <a:r>
              <a:rPr lang="de-CH" sz="1600" dirty="0">
                <a:hlinkClick r:id="rId3"/>
              </a:rPr>
              <a:t>https://en.wikipedia.org/wiki/Swiss_cheese_model</a:t>
            </a:r>
            <a:endParaRPr lang="de-CH" sz="1600" dirty="0"/>
          </a:p>
        </p:txBody>
      </p:sp>
      <p:pic>
        <p:nvPicPr>
          <p:cNvPr id="9" name="Picture 8" descr="A yellow square with holes and red lines&#10;&#10;AI-generated content may be incorrect.">
            <a:extLst>
              <a:ext uri="{FF2B5EF4-FFF2-40B4-BE49-F238E27FC236}">
                <a16:creationId xmlns:a16="http://schemas.microsoft.com/office/drawing/2014/main" id="{359F5442-6A30-BCAC-E6CD-972B7F37ED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048" y="1439507"/>
            <a:ext cx="8410575" cy="308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8929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F14BE-619E-9272-6751-D9D19D50B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2603FE-9C9E-09ED-0D6A-9B8302DA6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454" y="1273764"/>
            <a:ext cx="6854260" cy="459349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42DB2F-A24E-CCA0-50C4-79D6E93DE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F9B0DE-3FEB-4AA0-B465-B80EF7C1333D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</p:txBody>
      </p:sp>
      <p:sp>
        <p:nvSpPr>
          <p:cNvPr id="24" name="Inhaltsplatzhalter 1">
            <a:extLst>
              <a:ext uri="{FF2B5EF4-FFF2-40B4-BE49-F238E27FC236}">
                <a16:creationId xmlns:a16="http://schemas.microsoft.com/office/drawing/2014/main" id="{4165BF65-2405-EDEF-7E6D-88C8ED4882C2}"/>
              </a:ext>
            </a:extLst>
          </p:cNvPr>
          <p:cNvSpPr txBox="1">
            <a:spLocks/>
          </p:cNvSpPr>
          <p:nvPr/>
        </p:nvSpPr>
        <p:spPr bwMode="gray">
          <a:xfrm>
            <a:off x="8399464" y="0"/>
            <a:ext cx="3792536" cy="6858000"/>
          </a:xfrm>
          <a:prstGeom prst="rect">
            <a:avLst/>
          </a:prstGeom>
          <a:solidFill>
            <a:srgbClr val="DDE3E7"/>
          </a:solidFill>
        </p:spPr>
        <p:txBody>
          <a:bodyPr lIns="144000" tIns="0" rIns="0" bIns="0"/>
          <a:lstStyle>
            <a:defPPr>
              <a:defRPr lang="de-DE"/>
            </a:defPPr>
            <a:lvl1pPr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/>
            </a:lvl1pPr>
            <a:lvl2pPr marL="180000" indent="-180000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/>
            </a:lvl2pPr>
            <a:lvl3pPr marL="360000" indent="-180000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/>
            </a:lvl3pPr>
            <a:lvl4pPr marL="540000" indent="-180000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/>
            </a:lvl4pPr>
            <a:lvl5pPr marL="540000" indent="-180000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/>
            </a:lvl5pPr>
            <a:lvl6pPr marL="540000" indent="-180000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/>
            </a:lvl6pPr>
            <a:lvl7pPr marL="540000" indent="-180000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/>
            </a:lvl7pPr>
            <a:lvl8pPr marL="540000" indent="-180000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/>
            </a:lvl8pPr>
            <a:lvl9pPr marL="540000" indent="-180000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DD23332B-DAFB-C841-6962-E921B0E48A02}"/>
              </a:ext>
            </a:extLst>
          </p:cNvPr>
          <p:cNvSpPr txBox="1">
            <a:spLocks/>
          </p:cNvSpPr>
          <p:nvPr/>
        </p:nvSpPr>
        <p:spPr bwMode="black">
          <a:xfrm>
            <a:off x="9240096" y="103517"/>
            <a:ext cx="2856553" cy="3927199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t>Long time ago, when a new L3 VPN connectivity service was created, the maximum prefix limit on a BGP peering at AWS public cloud was defined but not proactively monitored.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t>On September 4</a:t>
            </a:r>
            <a:r>
              <a:rPr kumimoji="0" lang="en-US" sz="1350" b="1" i="0" u="none" strike="noStrike" kern="1200" cap="none" spc="0" normalizeH="0" baseline="3000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t>th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t> at 08:55 </a:t>
            </a:r>
            <a:r>
              <a:rPr kumimoji="0" lang="en-US" sz="1350" b="1" i="0" u="none" strike="noStrike" kern="1200" cap="none" spc="0" normalizeH="0" baseline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t>add</a:t>
            </a:r>
            <a:r>
              <a:rPr lang="en-US" sz="1350" b="1" dirty="0">
                <a:solidFill>
                  <a:srgbClr val="333333"/>
                </a:solidFill>
                <a:latin typeface="TheSans Swisscom Light"/>
              </a:rPr>
              <a:t>itional prefixes were advertised </a:t>
            </a:r>
            <a:r>
              <a:rPr lang="en-US" sz="1350" dirty="0">
                <a:solidFill>
                  <a:srgbClr val="333333"/>
                </a:solidFill>
                <a:latin typeface="TheSans Swisscom Light"/>
              </a:rPr>
              <a:t>into the L3 VPN and observed by Cosmos Bright Lights Network Anomaly Detection but nor alerted.</a:t>
            </a:r>
          </a:p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en-US" sz="1350" b="1" dirty="0">
                <a:solidFill>
                  <a:srgbClr val="333333"/>
                </a:solidFill>
                <a:latin typeface="TheSans Swisscom Light"/>
              </a:rPr>
              <a:t>At 09:08 </a:t>
            </a:r>
            <a:r>
              <a:rPr lang="en-US" sz="1350" b="1" dirty="0">
                <a:solidFill>
                  <a:srgbClr val="333333"/>
                </a:solidFill>
              </a:rPr>
              <a:t>additional prefixes were advertised and soon after the BGP peering was teared. </a:t>
            </a:r>
            <a:r>
              <a:rPr lang="en-US" sz="1350" dirty="0">
                <a:solidFill>
                  <a:srgbClr val="333333"/>
                </a:solidFill>
              </a:rPr>
              <a:t>Before peering teardown, the AWS BGP speaker notified Swisscom's PE node the reason of the peer down. The Swisscom PE node forwarded in the BMP </a:t>
            </a:r>
            <a:r>
              <a:rPr lang="en-US" sz="1350" dirty="0" err="1">
                <a:solidFill>
                  <a:srgbClr val="333333"/>
                </a:solidFill>
              </a:rPr>
              <a:t>peer_down</a:t>
            </a:r>
            <a:r>
              <a:rPr lang="en-US" sz="1350" dirty="0">
                <a:solidFill>
                  <a:srgbClr val="333333"/>
                </a:solidFill>
              </a:rPr>
              <a:t> notification to the data collection where the </a:t>
            </a:r>
            <a:r>
              <a:rPr lang="en-US" sz="1350" dirty="0" err="1">
                <a:solidFill>
                  <a:srgbClr val="333333"/>
                </a:solidFill>
              </a:rPr>
              <a:t>peer_down</a:t>
            </a:r>
            <a:r>
              <a:rPr lang="en-US" sz="1350" dirty="0">
                <a:solidFill>
                  <a:srgbClr val="333333"/>
                </a:solidFill>
              </a:rPr>
              <a:t> but not the reason was decoded. </a:t>
            </a:r>
            <a:r>
              <a:rPr lang="en-US" sz="1350" b="1" dirty="0">
                <a:solidFill>
                  <a:srgbClr val="333333"/>
                </a:solidFill>
              </a:rPr>
              <a:t>Cosmos Bright Lights Network Anomaly Detection observed the topology and peering state changes but did not alert.</a:t>
            </a:r>
          </a:p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en-US" sz="1350" b="1" dirty="0">
                <a:solidFill>
                  <a:srgbClr val="333333"/>
                </a:solidFill>
              </a:rPr>
              <a:t>Some time later network operation was contacted due to customer facing incident…</a:t>
            </a:r>
            <a:endParaRPr kumimoji="0" lang="en-US" sz="135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4498FC3-E42E-C86A-B355-F41032407E1D}"/>
              </a:ext>
            </a:extLst>
          </p:cNvPr>
          <p:cNvCxnSpPr>
            <a:cxnSpLocks/>
          </p:cNvCxnSpPr>
          <p:nvPr/>
        </p:nvCxnSpPr>
        <p:spPr bwMode="gray">
          <a:xfrm>
            <a:off x="8847433" y="3318530"/>
            <a:ext cx="0" cy="655148"/>
          </a:xfrm>
          <a:prstGeom prst="straightConnector1">
            <a:avLst/>
          </a:prstGeom>
          <a:ln w="25400">
            <a:solidFill>
              <a:srgbClr val="5944C6"/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7">
            <a:extLst>
              <a:ext uri="{FF2B5EF4-FFF2-40B4-BE49-F238E27FC236}">
                <a16:creationId xmlns:a16="http://schemas.microsoft.com/office/drawing/2014/main" id="{17399E76-018D-3D42-90B1-38B2B6F3A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4" y="332656"/>
            <a:ext cx="7077769" cy="720000"/>
          </a:xfrm>
        </p:spPr>
        <p:txBody>
          <a:bodyPr/>
          <a:lstStyle/>
          <a:p>
            <a:r>
              <a:rPr lang="en-US" sz="2300" dirty="0"/>
              <a:t>September 4th, Maximum Prefix BGP Peer State Change</a:t>
            </a:r>
            <a:br>
              <a:rPr lang="en-US" sz="2300" dirty="0"/>
            </a:br>
            <a:r>
              <a:rPr lang="en-US" b="0" dirty="0">
                <a:solidFill>
                  <a:schemeClr val="bg1">
                    <a:lumMod val="65000"/>
                  </a:schemeClr>
                </a:solidFill>
              </a:rPr>
              <a:t>External Cloud Access, AWS Peering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F29E86E3-CEC3-87E0-6A1F-8A6DDA757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61470" y="6323957"/>
            <a:ext cx="410400" cy="4104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9C357853-8395-A0CC-F3E9-EB2A9829E0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41568" y="4064528"/>
            <a:ext cx="410400" cy="4104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3CA60C-D82E-EEF5-8D62-C02A5B5BFC90}"/>
              </a:ext>
            </a:extLst>
          </p:cNvPr>
          <p:cNvCxnSpPr>
            <a:cxnSpLocks/>
          </p:cNvCxnSpPr>
          <p:nvPr/>
        </p:nvCxnSpPr>
        <p:spPr bwMode="gray">
          <a:xfrm>
            <a:off x="8854645" y="731647"/>
            <a:ext cx="0" cy="1084235"/>
          </a:xfrm>
          <a:prstGeom prst="straightConnector1">
            <a:avLst/>
          </a:prstGeom>
          <a:ln w="25400">
            <a:solidFill>
              <a:srgbClr val="5944C6"/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CA1794DC-70D5-3608-BE69-9E58F11D01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04079" y="1884754"/>
            <a:ext cx="525183" cy="525183"/>
          </a:xfrm>
          <a:prstGeom prst="rect">
            <a:avLst/>
          </a:prstGeom>
        </p:spPr>
      </p:pic>
      <p:pic>
        <p:nvPicPr>
          <p:cNvPr id="7" name="Grafik 8">
            <a:extLst>
              <a:ext uri="{FF2B5EF4-FFF2-40B4-BE49-F238E27FC236}">
                <a16:creationId xmlns:a16="http://schemas.microsoft.com/office/drawing/2014/main" id="{F261FD98-D0C2-4326-CB2A-A5098AAA715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42899" y="2909461"/>
            <a:ext cx="409069" cy="40906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BE50B0-95DD-9525-3C91-96EDB3C946B6}"/>
              </a:ext>
            </a:extLst>
          </p:cNvPr>
          <p:cNvCxnSpPr>
            <a:cxnSpLocks/>
          </p:cNvCxnSpPr>
          <p:nvPr/>
        </p:nvCxnSpPr>
        <p:spPr bwMode="gray">
          <a:xfrm flipH="1">
            <a:off x="8847433" y="2449391"/>
            <a:ext cx="1" cy="391198"/>
          </a:xfrm>
          <a:prstGeom prst="straightConnector1">
            <a:avLst/>
          </a:prstGeom>
          <a:ln w="25400">
            <a:solidFill>
              <a:srgbClr val="5944C6"/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F675C18-B3FE-9EDE-A3BF-92E21D16AD2E}"/>
              </a:ext>
            </a:extLst>
          </p:cNvPr>
          <p:cNvCxnSpPr>
            <a:cxnSpLocks/>
          </p:cNvCxnSpPr>
          <p:nvPr/>
        </p:nvCxnSpPr>
        <p:spPr bwMode="gray">
          <a:xfrm flipH="1">
            <a:off x="8866670" y="4627452"/>
            <a:ext cx="2950" cy="766722"/>
          </a:xfrm>
          <a:prstGeom prst="straightConnector1">
            <a:avLst/>
          </a:prstGeom>
          <a:ln w="25400">
            <a:solidFill>
              <a:srgbClr val="5944C6"/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21">
            <a:extLst>
              <a:ext uri="{FF2B5EF4-FFF2-40B4-BE49-F238E27FC236}">
                <a16:creationId xmlns:a16="http://schemas.microsoft.com/office/drawing/2014/main" id="{C39C5784-9D50-CC50-F573-5F71DA52D1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06898" y="97696"/>
            <a:ext cx="525183" cy="52518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82C31C5-6099-2F22-E57D-080E71885F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61470" y="5546699"/>
            <a:ext cx="410400" cy="4104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8996492-6AB2-25DA-A5C4-B434B90238C2}"/>
              </a:ext>
            </a:extLst>
          </p:cNvPr>
          <p:cNvCxnSpPr>
            <a:cxnSpLocks/>
          </p:cNvCxnSpPr>
          <p:nvPr/>
        </p:nvCxnSpPr>
        <p:spPr bwMode="gray">
          <a:xfrm>
            <a:off x="8866670" y="5957099"/>
            <a:ext cx="0" cy="309589"/>
          </a:xfrm>
          <a:prstGeom prst="straightConnector1">
            <a:avLst/>
          </a:prstGeom>
          <a:ln w="25400">
            <a:solidFill>
              <a:srgbClr val="5944C6"/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315F958-8AC9-829D-1951-FFDDF5A74F8C}"/>
              </a:ext>
            </a:extLst>
          </p:cNvPr>
          <p:cNvSpPr/>
          <p:nvPr/>
        </p:nvSpPr>
        <p:spPr>
          <a:xfrm>
            <a:off x="501352" y="6093336"/>
            <a:ext cx="71655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Cosmos Bright Lights monitoring 64498:46982 64498:55780 L3 VPN in real-time</a:t>
            </a:r>
            <a:br>
              <a:rPr lang="en-US" sz="1200" b="1" dirty="0"/>
            </a:br>
            <a:r>
              <a:rPr lang="en-US" sz="1200" b="1" dirty="0"/>
              <a:t>during incident window – </a:t>
            </a:r>
            <a:r>
              <a:rPr lang="en-US" sz="1200" b="1" dirty="0">
                <a:hlinkClick r:id="rId12"/>
              </a:rPr>
              <a:t>Pivot Link</a:t>
            </a:r>
            <a:endParaRPr lang="en-US" sz="1200" b="1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D22763-2D4C-EA22-5E1A-A5DAA373C9DF}"/>
              </a:ext>
            </a:extLst>
          </p:cNvPr>
          <p:cNvCxnSpPr>
            <a:cxnSpLocks/>
          </p:cNvCxnSpPr>
          <p:nvPr/>
        </p:nvCxnSpPr>
        <p:spPr bwMode="gray">
          <a:xfrm>
            <a:off x="2828794" y="1189019"/>
            <a:ext cx="0" cy="4479961"/>
          </a:xfrm>
          <a:prstGeom prst="line">
            <a:avLst/>
          </a:prstGeom>
          <a:ln w="25400">
            <a:solidFill>
              <a:srgbClr val="FF0000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428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49DF5-8C67-A70A-1A95-3CFB89114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56B32-1443-E6A2-4E9A-49352F65A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F9B0DE-3FEB-4AA0-B465-B80EF7C1333D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CB363AE-F40A-4B55-6A36-CD1A2C3AECE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33375"/>
            <a:ext cx="2808288" cy="647700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20" name="Title 1">
            <a:extLst>
              <a:ext uri="{FF2B5EF4-FFF2-40B4-BE49-F238E27FC236}">
                <a16:creationId xmlns:a16="http://schemas.microsoft.com/office/drawing/2014/main" id="{D0BDA989-3A31-9B56-40EF-EAB723A0D32A}"/>
              </a:ext>
            </a:extLst>
          </p:cNvPr>
          <p:cNvSpPr txBox="1">
            <a:spLocks/>
          </p:cNvSpPr>
          <p:nvPr/>
        </p:nvSpPr>
        <p:spPr bwMode="black">
          <a:xfrm>
            <a:off x="1097280" y="329184"/>
            <a:ext cx="10515600" cy="722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sz="2400" b="1" dirty="0"/>
              <a:t>YANG Data Taxonomy</a:t>
            </a:r>
            <a:br>
              <a:rPr lang="en-US" sz="3200" dirty="0"/>
            </a:br>
            <a:r>
              <a:rPr lang="en-US" sz="2400" dirty="0" err="1">
                <a:solidFill>
                  <a:srgbClr val="E7E6E6">
                    <a:lumMod val="75000"/>
                  </a:srgbClr>
                </a:solidFill>
                <a:latin typeface="TheSans Swisscom Light"/>
              </a:rPr>
              <a:t>oper</a:t>
            </a:r>
            <a:r>
              <a:rPr lang="en-US" sz="2400" dirty="0">
                <a:solidFill>
                  <a:srgbClr val="E7E6E6">
                    <a:lumMod val="75000"/>
                  </a:srgbClr>
                </a:solidFill>
                <a:latin typeface="TheSans Swisscom Light"/>
              </a:rPr>
              <a:t>-status and last-changed in </a:t>
            </a:r>
            <a:r>
              <a:rPr lang="en-US" sz="2400" dirty="0" err="1">
                <a:solidFill>
                  <a:srgbClr val="E7E6E6">
                    <a:lumMod val="75000"/>
                  </a:srgbClr>
                </a:solidFill>
                <a:latin typeface="TheSans Swisscom Light"/>
              </a:rPr>
              <a:t>ietf</a:t>
            </a:r>
            <a:r>
              <a:rPr lang="en-US" sz="2400" dirty="0">
                <a:solidFill>
                  <a:srgbClr val="E7E6E6">
                    <a:lumMod val="75000"/>
                  </a:srgbClr>
                </a:solidFill>
                <a:latin typeface="TheSans Swisscom Light"/>
              </a:rPr>
              <a:t>-interfaces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405019-1EA8-715C-CD1E-1B794DDACD72}"/>
              </a:ext>
            </a:extLst>
          </p:cNvPr>
          <p:cNvSpPr txBox="1">
            <a:spLocks/>
          </p:cNvSpPr>
          <p:nvPr/>
        </p:nvSpPr>
        <p:spPr>
          <a:xfrm>
            <a:off x="1097280" y="1579775"/>
            <a:ext cx="4644301" cy="4486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600"/>
              </a:spcBef>
              <a:buNone/>
              <a:defRPr/>
            </a:pPr>
            <a:r>
              <a:rPr lang="en-US" sz="2100" dirty="0">
                <a:latin typeface="+mj-lt"/>
              </a:rPr>
              <a:t>For instance take </a:t>
            </a:r>
            <a:r>
              <a:rPr lang="en-US" sz="2100" dirty="0">
                <a:latin typeface="+mj-lt"/>
                <a:hlinkClick r:id="rId3"/>
              </a:rPr>
              <a:t>ietf-interfaces.yang </a:t>
            </a:r>
            <a:r>
              <a:rPr lang="en-US" sz="2100" dirty="0">
                <a:latin typeface="+mj-lt"/>
              </a:rPr>
              <a:t>as an example for an interface data model and the leaf "</a:t>
            </a:r>
            <a:r>
              <a:rPr lang="en-US" sz="2100" b="1" dirty="0" err="1">
                <a:solidFill>
                  <a:srgbClr val="FF0000"/>
                </a:solidFill>
                <a:latin typeface="+mj-lt"/>
              </a:rPr>
              <a:t>oper</a:t>
            </a:r>
            <a:r>
              <a:rPr lang="en-US" sz="2100" b="1" dirty="0">
                <a:solidFill>
                  <a:srgbClr val="FF0000"/>
                </a:solidFill>
                <a:latin typeface="+mj-lt"/>
              </a:rPr>
              <a:t>-status</a:t>
            </a:r>
            <a:r>
              <a:rPr lang="en-US" sz="2100" dirty="0">
                <a:latin typeface="+mj-lt"/>
              </a:rPr>
              <a:t>" defines the operational state of that interface and the leaf "</a:t>
            </a:r>
            <a:r>
              <a:rPr lang="en-US" sz="2100" b="1" dirty="0">
                <a:solidFill>
                  <a:srgbClr val="FF0000"/>
                </a:solidFill>
                <a:latin typeface="+mj-lt"/>
              </a:rPr>
              <a:t>last-change</a:t>
            </a:r>
            <a:r>
              <a:rPr lang="en-US" sz="2100" dirty="0">
                <a:latin typeface="+mj-lt"/>
              </a:rPr>
              <a:t>" when the last state change occurred. YANG schema trees facilitate a visual representation, the taxonomy of YANG data models. </a:t>
            </a:r>
            <a:endParaRPr kumimoji="0" lang="en-US" sz="21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034883-FA22-E09E-9223-0448B277418E}"/>
              </a:ext>
            </a:extLst>
          </p:cNvPr>
          <p:cNvSpPr txBox="1"/>
          <p:nvPr/>
        </p:nvSpPr>
        <p:spPr>
          <a:xfrm>
            <a:off x="6096000" y="1152952"/>
            <a:ext cx="5906143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module: 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ietf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-interfaces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interfaces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interface* [name]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name                        string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description?                string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type                        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en-US" sz="11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enabled?                    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endParaRPr lang="en-US" sz="11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link-up-down-trap-enable?   enumeration {if-mib}?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admin-status                enumeration {if-mib}?</a:t>
            </a:r>
          </a:p>
          <a:p>
            <a:r>
              <a:rPr lang="en-US" sz="11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oper</a:t>
            </a:r>
            <a:r>
              <a:rPr lang="en-US" sz="11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-status                 enumeration</a:t>
            </a:r>
          </a:p>
          <a:p>
            <a:r>
              <a:rPr lang="en-US" sz="1100" dirty="0">
                <a:solidFill>
                  <a:prstClr val="black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solidFill>
                  <a:prstClr val="black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last-change?                </a:t>
            </a:r>
            <a:r>
              <a:rPr lang="en-US" sz="1100" dirty="0" err="1">
                <a:solidFill>
                  <a:prstClr val="black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yang:date-and-time</a:t>
            </a:r>
            <a:endParaRPr lang="en-US" sz="1100" dirty="0">
              <a:solidFill>
                <a:prstClr val="black"/>
              </a:solidFill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if-index                    int32 {if-mib}?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phys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-address?               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yang:phys-address</a:t>
            </a:r>
            <a:endParaRPr lang="en-US" sz="11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higher-layer-if*            interface-ref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lower-layer-if*             interface-ref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speed?                      yang:gauge64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statistics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discontinuity-time    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yang:date-and-time</a:t>
            </a:r>
            <a:endParaRPr lang="en-US" sz="11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in-octets?            yang:counter64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in-unicast-pkts?      yang:counter64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in-broadcast-pkts?    yang:counter64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in-multicast-pkts?    yang:counter64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in-discards?          yang:counter32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in-errors?            yang:counter32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in-unknown-protos?    yang:counter32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out-octets?           yang:counter64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out-unicast-pkts?     yang:counter64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out-broadcast-pkts?   yang:counter64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out-multicast-pkts?   yang:counter64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out-discards?         yang:counter32</a:t>
            </a:r>
          </a:p>
          <a:p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out-errors?           yang:counter32</a:t>
            </a:r>
          </a:p>
        </p:txBody>
      </p:sp>
    </p:spTree>
    <p:extLst>
      <p:ext uri="{BB962C8B-B14F-4D97-AF65-F5344CB8AC3E}">
        <p14:creationId xmlns:p14="http://schemas.microsoft.com/office/powerpoint/2010/main" val="199879978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51541-A299-7A09-108A-6D7F403D5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CBE1E-DADF-D9C8-287C-6C8F7CE4B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F9B0DE-3FEB-4AA0-B465-B80EF7C1333D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5BBE56F-928D-1BE8-22F3-C0B71737E82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33375"/>
            <a:ext cx="2808288" cy="647700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20" name="Title 1">
            <a:extLst>
              <a:ext uri="{FF2B5EF4-FFF2-40B4-BE49-F238E27FC236}">
                <a16:creationId xmlns:a16="http://schemas.microsoft.com/office/drawing/2014/main" id="{4813CA71-139A-2079-C53E-230037F4ED25}"/>
              </a:ext>
            </a:extLst>
          </p:cNvPr>
          <p:cNvSpPr txBox="1">
            <a:spLocks/>
          </p:cNvSpPr>
          <p:nvPr/>
        </p:nvSpPr>
        <p:spPr bwMode="black">
          <a:xfrm>
            <a:off x="1097280" y="329184"/>
            <a:ext cx="10515600" cy="722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sz="2400" b="1" dirty="0"/>
              <a:t>YANG Semantics</a:t>
            </a:r>
            <a:br>
              <a:rPr lang="en-US" sz="3200" dirty="0"/>
            </a:br>
            <a:r>
              <a:rPr lang="en-US" sz="2400" dirty="0" err="1">
                <a:solidFill>
                  <a:srgbClr val="E7E6E6">
                    <a:lumMod val="75000"/>
                  </a:srgbClr>
                </a:solidFill>
              </a:rPr>
              <a:t>oper</a:t>
            </a:r>
            <a:r>
              <a:rPr lang="en-US" sz="2400" dirty="0">
                <a:solidFill>
                  <a:srgbClr val="E7E6E6">
                    <a:lumMod val="75000"/>
                  </a:srgbClr>
                </a:solidFill>
              </a:rPr>
              <a:t>-status in </a:t>
            </a:r>
            <a:r>
              <a:rPr lang="en-US" sz="2400" dirty="0" err="1">
                <a:solidFill>
                  <a:srgbClr val="E7E6E6">
                    <a:lumMod val="75000"/>
                  </a:srgbClr>
                </a:solidFill>
              </a:rPr>
              <a:t>ietf</a:t>
            </a:r>
            <a:r>
              <a:rPr lang="en-US" sz="2400" dirty="0">
                <a:solidFill>
                  <a:srgbClr val="E7E6E6">
                    <a:lumMod val="75000"/>
                  </a:srgbClr>
                </a:solidFill>
              </a:rPr>
              <a:t>-interfaces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D6AA8C-D1B5-4656-9B4B-5E10C9626AAA}"/>
              </a:ext>
            </a:extLst>
          </p:cNvPr>
          <p:cNvSpPr txBox="1">
            <a:spLocks/>
          </p:cNvSpPr>
          <p:nvPr/>
        </p:nvSpPr>
        <p:spPr>
          <a:xfrm>
            <a:off x="1097280" y="1579775"/>
            <a:ext cx="4644301" cy="4486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600"/>
              </a:spcBef>
              <a:buNone/>
              <a:defRPr/>
            </a:pPr>
            <a:r>
              <a:rPr lang="en-US" sz="2100" dirty="0">
                <a:latin typeface="+mj-lt"/>
              </a:rPr>
              <a:t>Looking at "</a:t>
            </a:r>
            <a:r>
              <a:rPr lang="en-US" sz="2100" dirty="0" err="1">
                <a:latin typeface="+mj-lt"/>
              </a:rPr>
              <a:t>oper</a:t>
            </a:r>
            <a:r>
              <a:rPr lang="en-US" sz="2100" dirty="0">
                <a:latin typeface="+mj-lt"/>
              </a:rPr>
              <a:t>-status" in the data model definition we see "</a:t>
            </a:r>
            <a:r>
              <a:rPr lang="en-US" sz="2100" b="1" dirty="0">
                <a:solidFill>
                  <a:srgbClr val="FF0000"/>
                </a:solidFill>
                <a:latin typeface="+mj-lt"/>
              </a:rPr>
              <a:t>description</a:t>
            </a:r>
            <a:r>
              <a:rPr lang="en-US" sz="2100" dirty="0">
                <a:latin typeface="+mj-lt"/>
              </a:rPr>
              <a:t>" and "</a:t>
            </a:r>
            <a:r>
              <a:rPr lang="en-US" sz="2100" b="1" dirty="0">
                <a:solidFill>
                  <a:srgbClr val="FF0000"/>
                </a:solidFill>
                <a:latin typeface="+mj-lt"/>
              </a:rPr>
              <a:t>reference</a:t>
            </a:r>
            <a:r>
              <a:rPr lang="en-US" sz="2100" dirty="0">
                <a:latin typeface="+mj-lt"/>
              </a:rPr>
              <a:t>" as properties, together with identities, they describe the meaning of the data or in other words the semantics in YANG</a:t>
            </a:r>
            <a:r>
              <a:rPr kumimoji="0" lang="en-US" sz="2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31B2D2-A89C-5372-97CA-B22C421819B4}"/>
              </a:ext>
            </a:extLst>
          </p:cNvPr>
          <p:cNvSpPr txBox="1"/>
          <p:nvPr/>
        </p:nvSpPr>
        <p:spPr>
          <a:xfrm>
            <a:off x="6096000" y="117693"/>
            <a:ext cx="590614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leaf </a:t>
            </a:r>
            <a:r>
              <a:rPr lang="en-US" sz="9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</a:t>
            </a:r>
            <a:r>
              <a:rPr lang="en-US" sz="9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-status {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type enumeration {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900" dirty="0" err="1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up {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value 1;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description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 "Ready to pass packets.";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}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900" dirty="0" err="1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down {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value 2;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description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 "The interface does not pass any packets.";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}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900" dirty="0" err="1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testing {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value 3;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description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 "In some test mode.  No operational packets can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  be passed.";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}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900" dirty="0" err="1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unknown {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value 4;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description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 "Status cannot be determined for some reason.";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}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900" dirty="0" err="1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dormant {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value 5;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description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 "Waiting for some external event.";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}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900" dirty="0" err="1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not-present {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value 6;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description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 "Some component (typically hardware) is missing.";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}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900" dirty="0" err="1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lower-layer-down {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value 7;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description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 "Down due to state of lower-layer interface(s).";</a:t>
            </a:r>
          </a:p>
          <a:p>
            <a:r>
              <a:rPr lang="en-US" sz="9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}</a:t>
            </a:r>
          </a:p>
          <a:p>
            <a:r>
              <a:rPr lang="en-US" sz="9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}</a:t>
            </a:r>
          </a:p>
          <a:p>
            <a:r>
              <a:rPr lang="en-US" sz="9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config false;</a:t>
            </a:r>
          </a:p>
          <a:p>
            <a:r>
              <a:rPr lang="en-US" sz="9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mandatory true;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description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"The current operational state of the interface.</a:t>
            </a:r>
          </a:p>
          <a:p>
            <a:endParaRPr lang="en-US" sz="900" dirty="0">
              <a:solidFill>
                <a:prstClr val="black"/>
              </a:solidFill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prstClr val="black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This leaf has the same semantics as </a:t>
            </a:r>
            <a:r>
              <a:rPr lang="en-US" sz="900" dirty="0" err="1">
                <a:solidFill>
                  <a:prstClr val="black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ifOperStatus</a:t>
            </a:r>
            <a:r>
              <a:rPr lang="en-US" sz="900" dirty="0">
                <a:solidFill>
                  <a:prstClr val="black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.";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reference</a:t>
            </a:r>
          </a:p>
          <a:p>
            <a:r>
              <a:rPr lang="en-US" sz="900" dirty="0">
                <a:solidFill>
                  <a:prstClr val="black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"RFC 2863: The Interfaces Group MIB - </a:t>
            </a:r>
            <a:r>
              <a:rPr lang="en-US" sz="900" dirty="0" err="1">
                <a:solidFill>
                  <a:prstClr val="black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ifOperStatus</a:t>
            </a:r>
            <a:r>
              <a:rPr lang="en-US" sz="900" dirty="0">
                <a:solidFill>
                  <a:prstClr val="black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r>
              <a:rPr lang="en-US" sz="9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}</a:t>
            </a:r>
          </a:p>
        </p:txBody>
      </p:sp>
    </p:spTree>
    <p:extLst>
      <p:ext uri="{BB962C8B-B14F-4D97-AF65-F5344CB8AC3E}">
        <p14:creationId xmlns:p14="http://schemas.microsoft.com/office/powerpoint/2010/main" val="66315974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1C918-C7C1-C7CC-EA1F-64AE1EF4D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B054ED-BAB3-9F2A-4EC3-C341D649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F9B0DE-3FEB-4AA0-B465-B80EF7C1333D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</p:txBody>
      </p:sp>
      <p:sp>
        <p:nvSpPr>
          <p:cNvPr id="12" name="Title 7">
            <a:extLst>
              <a:ext uri="{FF2B5EF4-FFF2-40B4-BE49-F238E27FC236}">
                <a16:creationId xmlns:a16="http://schemas.microsoft.com/office/drawing/2014/main" id="{0E11C745-7BA4-3E62-D389-F52D143EB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4" y="332656"/>
            <a:ext cx="7340697" cy="720000"/>
          </a:xfrm>
        </p:spPr>
        <p:txBody>
          <a:bodyPr/>
          <a:lstStyle/>
          <a:p>
            <a:r>
              <a:rPr lang="en-US" dirty="0"/>
              <a:t>September 4th, Maximum Prefix BGP Peer State Change</a:t>
            </a:r>
            <a:br>
              <a:rPr lang="en-US" sz="2400" dirty="0"/>
            </a:br>
            <a:r>
              <a:rPr lang="en-US" b="0" dirty="0">
                <a:solidFill>
                  <a:schemeClr val="bg1">
                    <a:lumMod val="65000"/>
                  </a:schemeClr>
                </a:solidFill>
              </a:rPr>
              <a:t>BGP notifications and BMP Peer Down Message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8745AB-288F-4B7E-D848-BAC8355BF8E2}"/>
              </a:ext>
            </a:extLst>
          </p:cNvPr>
          <p:cNvSpPr txBox="1"/>
          <p:nvPr/>
        </p:nvSpPr>
        <p:spPr bwMode="gray">
          <a:xfrm>
            <a:off x="8583668" y="3637012"/>
            <a:ext cx="3271528" cy="1269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7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lvl="0"/>
            <a:r>
              <a:rPr lang="en-US" sz="1350" dirty="0"/>
              <a:t>Show BGP neighbor output in CLI</a:t>
            </a:r>
          </a:p>
          <a:p>
            <a:pPr lvl="0"/>
            <a:endParaRPr lang="en-US" sz="700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 sz="7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RP/0/RP0/CPU0:pca01ro1072olt#sho </a:t>
            </a:r>
            <a:r>
              <a:rPr lang="en-US" sz="700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bgp</a:t>
            </a:r>
            <a:r>
              <a:rPr lang="en-US" sz="7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700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vrf</a:t>
            </a:r>
            <a:r>
              <a:rPr lang="en-US" sz="7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EXTCC-00508-00 neighbor 100.100.98.209</a:t>
            </a:r>
          </a:p>
          <a:p>
            <a:pPr lvl="0"/>
            <a:r>
              <a:rPr lang="en-US" sz="7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.......  </a:t>
            </a:r>
          </a:p>
          <a:p>
            <a:pPr lvl="0"/>
            <a:r>
              <a:rPr lang="en-US" sz="7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 since last notification received from neighbor: 00:34:13</a:t>
            </a:r>
          </a:p>
          <a:p>
            <a:pPr lvl="0"/>
            <a:r>
              <a:rPr lang="en-US" sz="7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700" dirty="0">
                <a:solidFill>
                  <a:srgbClr val="333333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Error Code: maximum number of prefixes reached</a:t>
            </a:r>
          </a:p>
          <a:p>
            <a:pPr lvl="0"/>
            <a:r>
              <a:rPr lang="en-US" sz="7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Notification data received:</a:t>
            </a:r>
            <a:endParaRPr kumimoji="0" lang="de-CH" sz="7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1242AC-D300-FC08-FCFA-2B43FD5AA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92" y="1359719"/>
            <a:ext cx="3914301" cy="4965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6A1F8A-57A3-D3C8-1DF9-E04A9B2ED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436" y="3637012"/>
            <a:ext cx="3611089" cy="26883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A11A25-BC70-FA0A-7E96-031C5DF1A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436" y="1359719"/>
            <a:ext cx="3611089" cy="2159719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B582D8CC-BB71-0B6D-58E9-F1FD06B8F4DE}"/>
              </a:ext>
            </a:extLst>
          </p:cNvPr>
          <p:cNvSpPr txBox="1">
            <a:spLocks/>
          </p:cNvSpPr>
          <p:nvPr/>
        </p:nvSpPr>
        <p:spPr bwMode="black">
          <a:xfrm>
            <a:off x="8660139" y="2042832"/>
            <a:ext cx="3118586" cy="147660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t>BGP notifications propagate reason for BGP peer tear down. BMP mirrors BGP notification at BGP Adj-RIB In with reason code 3. If no notification was received but TCP reset was received, then reason code 4 is used.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28716BA-D52C-DA26-7EC2-557D90965C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09032" y="1514858"/>
            <a:ext cx="410400" cy="410400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1B5D56B-D496-2C5D-2684-6A512FB94B16}"/>
              </a:ext>
            </a:extLst>
          </p:cNvPr>
          <p:cNvSpPr/>
          <p:nvPr/>
        </p:nvSpPr>
        <p:spPr bwMode="gray">
          <a:xfrm>
            <a:off x="830568" y="4824002"/>
            <a:ext cx="3543998" cy="900523"/>
          </a:xfrm>
          <a:prstGeom prst="roundRect">
            <a:avLst/>
          </a:prstGeom>
          <a:solidFill>
            <a:srgbClr val="FF0000">
              <a:alpha val="10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de-CH" sz="16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95BC343-A30F-102D-79AF-F7E26D27A43E}"/>
              </a:ext>
            </a:extLst>
          </p:cNvPr>
          <p:cNvSpPr/>
          <p:nvPr/>
        </p:nvSpPr>
        <p:spPr bwMode="gray">
          <a:xfrm>
            <a:off x="5486400" y="2584357"/>
            <a:ext cx="2209800" cy="139793"/>
          </a:xfrm>
          <a:prstGeom prst="roundRect">
            <a:avLst/>
          </a:prstGeom>
          <a:solidFill>
            <a:srgbClr val="FF0000">
              <a:alpha val="10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de-CH" sz="1600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13AEB6D-7471-71F5-D324-9DD26FFC5280}"/>
              </a:ext>
            </a:extLst>
          </p:cNvPr>
          <p:cNvSpPr/>
          <p:nvPr/>
        </p:nvSpPr>
        <p:spPr bwMode="gray">
          <a:xfrm>
            <a:off x="4991099" y="5568956"/>
            <a:ext cx="3190875" cy="155569"/>
          </a:xfrm>
          <a:prstGeom prst="roundRect">
            <a:avLst/>
          </a:prstGeom>
          <a:solidFill>
            <a:srgbClr val="FF0000">
              <a:alpha val="10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de-CH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5152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A8133-C890-9DB7-1F87-15BF23E90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FDAF0-EF2D-EB0E-749C-E9CE7ECE0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754" y="1264161"/>
            <a:ext cx="3867150" cy="476771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F1B499-DA10-3AA9-5330-E97ED13A1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F9B0DE-3FEB-4AA0-B465-B80EF7C1333D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AE0EAF3-3585-F367-BFB6-3DF75B3DF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3" y="332656"/>
            <a:ext cx="10573446" cy="720000"/>
          </a:xfrm>
        </p:spPr>
        <p:txBody>
          <a:bodyPr/>
          <a:lstStyle/>
          <a:p>
            <a:r>
              <a:rPr lang="en-US" sz="2000" dirty="0"/>
              <a:t>September 4th, Maximum Prefix BGP Peer State Change</a:t>
            </a:r>
            <a:br>
              <a:rPr lang="en-US" sz="2100" dirty="0"/>
            </a:br>
            <a:r>
              <a:rPr lang="en-US" sz="2100" b="0" dirty="0">
                <a:solidFill>
                  <a:schemeClr val="bg1">
                    <a:lumMod val="65000"/>
                  </a:schemeClr>
                </a:solidFill>
              </a:rPr>
              <a:t>draft-</a:t>
            </a:r>
            <a:r>
              <a:rPr lang="en-US" sz="2100" b="0" dirty="0" err="1">
                <a:solidFill>
                  <a:schemeClr val="bg1">
                    <a:lumMod val="65000"/>
                  </a:schemeClr>
                </a:solidFill>
              </a:rPr>
              <a:t>ietf</a:t>
            </a:r>
            <a:r>
              <a:rPr lang="en-US" sz="2100" b="0" dirty="0">
                <a:solidFill>
                  <a:schemeClr val="bg1">
                    <a:lumMod val="65000"/>
                  </a:schemeClr>
                </a:solidFill>
              </a:rPr>
              <a:t>-</a:t>
            </a:r>
            <a:r>
              <a:rPr lang="en-US" sz="2100" b="0" dirty="0" err="1">
                <a:solidFill>
                  <a:schemeClr val="bg1">
                    <a:lumMod val="65000"/>
                  </a:schemeClr>
                </a:solidFill>
              </a:rPr>
              <a:t>nmop</a:t>
            </a:r>
            <a:r>
              <a:rPr lang="en-US" sz="2100" b="0" dirty="0">
                <a:solidFill>
                  <a:schemeClr val="bg1">
                    <a:lumMod val="65000"/>
                  </a:schemeClr>
                </a:solidFill>
              </a:rPr>
              <a:t>-network-anomaly-semantics  - Symptoms: </a:t>
            </a:r>
            <a:r>
              <a:rPr lang="en-US" sz="2100" dirty="0">
                <a:solidFill>
                  <a:srgbClr val="FF0000"/>
                </a:solidFill>
              </a:rPr>
              <a:t>Action – Reason – Trigger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1EA732-18B6-8D75-14A4-0B6797745734}"/>
              </a:ext>
            </a:extLst>
          </p:cNvPr>
          <p:cNvSpPr txBox="1"/>
          <p:nvPr/>
        </p:nvSpPr>
        <p:spPr bwMode="gray">
          <a:xfrm>
            <a:off x="1199452" y="6192847"/>
            <a:ext cx="38671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sz="1000" dirty="0">
                <a:hlinkClick r:id="rId4"/>
              </a:rPr>
              <a:t>https://datatracker.ietf.org/doc/html/draft-ietf-nmop-network-anomaly-semantics-03#symptom_control_plane_actions_table</a:t>
            </a:r>
            <a:endParaRPr lang="de-CH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ACF0CB-4B68-0807-F1F9-F1383DAC51CC}"/>
              </a:ext>
            </a:extLst>
          </p:cNvPr>
          <p:cNvSpPr txBox="1"/>
          <p:nvPr/>
        </p:nvSpPr>
        <p:spPr bwMode="gray">
          <a:xfrm>
            <a:off x="5414755" y="6141583"/>
            <a:ext cx="38671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sz="1000" dirty="0">
                <a:hlinkClick r:id="rId5"/>
              </a:rPr>
              <a:t>https://datatracker.ietf.org/doc/html/draft-ietf-nmop-network-anomaly-semantics-03#section-4.2.1</a:t>
            </a:r>
            <a:endParaRPr lang="de-CH" sz="10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759CFA4-48C5-5E2A-2E2C-FB9801A4D461}"/>
              </a:ext>
            </a:extLst>
          </p:cNvPr>
          <p:cNvSpPr/>
          <p:nvPr/>
        </p:nvSpPr>
        <p:spPr bwMode="gray">
          <a:xfrm>
            <a:off x="5962650" y="5295899"/>
            <a:ext cx="1593850" cy="455101"/>
          </a:xfrm>
          <a:prstGeom prst="roundRect">
            <a:avLst/>
          </a:prstGeom>
          <a:solidFill>
            <a:srgbClr val="FF0000">
              <a:alpha val="10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de-CH" sz="16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8B5518-F7C5-FB98-0D31-1B05A73A0B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9453" y="1273686"/>
            <a:ext cx="3867150" cy="4767719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EED2C13-281B-B4B0-39D7-17C07A399792}"/>
              </a:ext>
            </a:extLst>
          </p:cNvPr>
          <p:cNvSpPr/>
          <p:nvPr/>
        </p:nvSpPr>
        <p:spPr bwMode="gray">
          <a:xfrm>
            <a:off x="1256602" y="5436676"/>
            <a:ext cx="3543998" cy="314325"/>
          </a:xfrm>
          <a:prstGeom prst="roundRect">
            <a:avLst/>
          </a:prstGeom>
          <a:solidFill>
            <a:srgbClr val="FF0000">
              <a:alpha val="10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de-CH" sz="1600" dirty="0">
              <a:solidFill>
                <a:schemeClr val="tx1"/>
              </a:solidFill>
            </a:endParaRP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03AA3AA3-81C9-4950-42EA-12C98DE5EC66}"/>
              </a:ext>
            </a:extLst>
          </p:cNvPr>
          <p:cNvSpPr txBox="1">
            <a:spLocks/>
          </p:cNvSpPr>
          <p:nvPr/>
        </p:nvSpPr>
        <p:spPr bwMode="black">
          <a:xfrm>
            <a:off x="9630055" y="1703919"/>
            <a:ext cx="2030722" cy="188700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t>In Postmortems, the causality is a key concern. With symptoms we describe the causality tree </a:t>
            </a:r>
            <a:r>
              <a:rPr lang="en-US" sz="1350" b="1" dirty="0">
                <a:solidFill>
                  <a:srgbClr val="333333"/>
                </a:solidFill>
                <a:latin typeface="TheSans Swisscom Light"/>
              </a:rPr>
              <a:t>in a human and machine-readable ontology.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350" b="1" dirty="0">
                <a:solidFill>
                  <a:srgbClr val="333333"/>
                </a:solidFill>
                <a:latin typeface="TheSans Swisscom Light"/>
              </a:rPr>
              <a:t>The symptoms is defined in semantic triple. Where "action" is the object, "trigger" the predicate and the reason "subject".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5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350" b="1" dirty="0">
              <a:solidFill>
                <a:srgbClr val="333333"/>
              </a:solidFill>
              <a:latin typeface="TheSans Swisscom Ligh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t>With semantic triple we knowledge graph.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3AB8B39-5BDF-CB00-3E8C-40E77F03C2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44966" y="1254050"/>
            <a:ext cx="410400" cy="410400"/>
          </a:xfrm>
          <a:prstGeom prst="rect">
            <a:avLst/>
          </a:prstGeom>
        </p:spPr>
      </p:pic>
      <p:pic>
        <p:nvPicPr>
          <p:cNvPr id="15" name="Picture 14" descr="A diagram of a diagram of a process&#10;&#10;AI-generated content may be incorrect.">
            <a:extLst>
              <a:ext uri="{FF2B5EF4-FFF2-40B4-BE49-F238E27FC236}">
                <a16:creationId xmlns:a16="http://schemas.microsoft.com/office/drawing/2014/main" id="{305107A8-CEBC-047F-91B6-5D6D0ABB116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0055" y="4445634"/>
            <a:ext cx="2097365" cy="104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72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024DC3B6-499C-4E15-9336-2F15A0DFB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de-CH" sz="1400" smtClean="0"/>
              <a:t>10</a:t>
            </a:fld>
            <a:endParaRPr lang="de-CH" sz="1400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0194B37B-813A-99FE-7B78-4D87D8C30D44}"/>
              </a:ext>
            </a:extLst>
          </p:cNvPr>
          <p:cNvSpPr txBox="1">
            <a:spLocks/>
          </p:cNvSpPr>
          <p:nvPr/>
        </p:nvSpPr>
        <p:spPr bwMode="black">
          <a:xfrm>
            <a:off x="961533" y="2015412"/>
            <a:ext cx="6045757" cy="4167897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When operational or configurational changes in connectivity services are happening, </a:t>
            </a:r>
            <a:r>
              <a:rPr lang="en-US" sz="1600" b="1" dirty="0">
                <a:solidFill>
                  <a:srgbClr val="FF0000"/>
                </a:solidFill>
              </a:rPr>
              <a:t>the objective is to detect interruption at network operation faster than the users using those connectivity services</a:t>
            </a:r>
            <a:r>
              <a:rPr lang="en-US" sz="1600" dirty="0">
                <a:solidFill>
                  <a:srgbClr val="FF0000"/>
                </a:solidFill>
              </a:rPr>
              <a:t>.</a:t>
            </a:r>
          </a:p>
          <a:p>
            <a:r>
              <a:rPr lang="en-US" sz="1600" dirty="0"/>
              <a:t>In order to achieve this objective, </a:t>
            </a:r>
            <a:r>
              <a:rPr lang="en-US" sz="1600" b="1" dirty="0">
                <a:solidFill>
                  <a:srgbClr val="FF0000"/>
                </a:solidFill>
              </a:rPr>
              <a:t>automation in network monitoring is required.</a:t>
            </a:r>
            <a:r>
              <a:rPr lang="en-US" sz="1600" dirty="0"/>
              <a:t> This automation needs to </a:t>
            </a:r>
            <a:r>
              <a:rPr lang="en-US" sz="1600" b="1" dirty="0">
                <a:solidFill>
                  <a:srgbClr val="FF0000"/>
                </a:solidFill>
              </a:rPr>
              <a:t>monitor network changes holistically</a:t>
            </a:r>
            <a:r>
              <a:rPr lang="en-US" sz="1600" dirty="0"/>
              <a:t> by monitoring all 3 network planes simultaneously and detect whether that change is service disruptive.</a:t>
            </a:r>
          </a:p>
          <a:p>
            <a:r>
              <a:rPr lang="en-US" sz="1600" dirty="0"/>
              <a:t>Through network incidents postmortems we network operators </a:t>
            </a:r>
            <a:r>
              <a:rPr lang="en-US" sz="1600" b="1" dirty="0">
                <a:solidFill>
                  <a:srgbClr val="FF0000"/>
                </a:solidFill>
              </a:rPr>
              <a:t>learn and improve so does network anomaly detection </a:t>
            </a:r>
            <a:r>
              <a:rPr lang="en-US" sz="1600" dirty="0"/>
              <a:t>and supervised and semi-supervised machine learning. </a:t>
            </a:r>
            <a:r>
              <a:rPr lang="en-US" sz="1600" b="1" dirty="0">
                <a:solidFill>
                  <a:srgbClr val="FF0000"/>
                </a:solidFill>
              </a:rPr>
              <a:t>With more and more incidents the postmortem process demands automation </a:t>
            </a:r>
            <a:r>
              <a:rPr lang="en-US" sz="1600" dirty="0"/>
              <a:t>and with the standardization of labeled network incident collaboration among network operators, vendors and academia is facilitated.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6D79134-17A9-8BC8-B7D0-97BCFFB9A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Problem Statement and Motivation</a:t>
            </a:r>
            <a:br>
              <a:rPr lang="en-US" sz="3600" dirty="0"/>
            </a:br>
            <a:r>
              <a:rPr lang="en-US" b="0" dirty="0">
                <a:solidFill>
                  <a:schemeClr val="bg1">
                    <a:lumMod val="65000"/>
                  </a:schemeClr>
                </a:solidFill>
              </a:rPr>
              <a:t>How it is being addressed in which document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40698F20-E35A-7859-BBD7-0DF9260329A7}"/>
              </a:ext>
            </a:extLst>
          </p:cNvPr>
          <p:cNvSpPr txBox="1">
            <a:spLocks/>
          </p:cNvSpPr>
          <p:nvPr/>
        </p:nvSpPr>
        <p:spPr bwMode="black">
          <a:xfrm>
            <a:off x="7268547" y="2015412"/>
            <a:ext cx="4646645" cy="4167897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11AAFF"/>
              </a:buClr>
              <a:buFont typeface="TheSans Swisscom" panose="020B0603020202020204" pitchFamily="34" charset="0"/>
              <a:buChar char="&gt;"/>
            </a:pPr>
            <a:r>
              <a:rPr lang="en-US" sz="1600" dirty="0">
                <a:hlinkClick r:id="rId2"/>
              </a:rPr>
              <a:t>draft-</a:t>
            </a:r>
            <a:r>
              <a:rPr lang="en-US" sz="1600" dirty="0" err="1">
                <a:hlinkClick r:id="rId2"/>
              </a:rPr>
              <a:t>ietf</a:t>
            </a:r>
            <a:r>
              <a:rPr lang="en-US" sz="1600" dirty="0">
                <a:hlinkClick r:id="rId2"/>
              </a:rPr>
              <a:t>-</a:t>
            </a:r>
            <a:r>
              <a:rPr lang="en-US" sz="1600" dirty="0" err="1">
                <a:hlinkClick r:id="rId2"/>
              </a:rPr>
              <a:t>nmop</a:t>
            </a:r>
            <a:r>
              <a:rPr lang="en-US" sz="1600" dirty="0">
                <a:hlinkClick r:id="rId2"/>
              </a:rPr>
              <a:t>-network-anomaly-architecture</a:t>
            </a:r>
            <a:r>
              <a:rPr lang="en-US" sz="1600" dirty="0"/>
              <a:t> describes the motivation and architecture and the relationship to other two documents.</a:t>
            </a:r>
          </a:p>
          <a:p>
            <a:pPr marL="285750" indent="-285750">
              <a:buClr>
                <a:srgbClr val="11AAFF"/>
              </a:buClr>
              <a:buFont typeface="TheSans Swisscom" panose="020B0603020202020204" pitchFamily="34" charset="0"/>
              <a:buChar char="&gt;"/>
            </a:pPr>
            <a:r>
              <a:rPr lang="en-US" sz="1600" dirty="0">
                <a:hlinkClick r:id="rId3"/>
              </a:rPr>
              <a:t>draft-</a:t>
            </a:r>
            <a:r>
              <a:rPr lang="en-US" sz="1600" dirty="0" err="1">
                <a:hlinkClick r:id="rId3"/>
              </a:rPr>
              <a:t>ietf</a:t>
            </a:r>
            <a:r>
              <a:rPr lang="en-US" sz="1600" dirty="0">
                <a:hlinkClick r:id="rId3"/>
              </a:rPr>
              <a:t>-</a:t>
            </a:r>
            <a:r>
              <a:rPr lang="en-US" sz="1600" dirty="0" err="1">
                <a:hlinkClick r:id="rId3"/>
              </a:rPr>
              <a:t>nmop</a:t>
            </a:r>
            <a:r>
              <a:rPr lang="en-US" sz="1600" dirty="0">
                <a:hlinkClick r:id="rId3"/>
              </a:rPr>
              <a:t>-network-anomaly-semantics</a:t>
            </a:r>
            <a:r>
              <a:rPr lang="en-US" sz="1600" dirty="0"/>
              <a:t> defines Symptom semantics to enable standardized data exchange to validate results with network engineers and improve supervised and semi-supervised machine learning systems. </a:t>
            </a:r>
          </a:p>
          <a:p>
            <a:pPr marL="285750" indent="-285750">
              <a:buClr>
                <a:srgbClr val="11AAFF"/>
              </a:buClr>
              <a:buFont typeface="TheSans Swisscom" panose="020B0603020202020204" pitchFamily="34" charset="0"/>
              <a:buChar char="&gt;"/>
            </a:pPr>
            <a:r>
              <a:rPr lang="en-US" sz="1600" dirty="0">
                <a:hlinkClick r:id="rId4"/>
              </a:rPr>
              <a:t>draft-</a:t>
            </a:r>
            <a:r>
              <a:rPr lang="en-US" sz="1600" dirty="0" err="1">
                <a:hlinkClick r:id="rId4"/>
              </a:rPr>
              <a:t>ietf</a:t>
            </a:r>
            <a:r>
              <a:rPr lang="en-US" sz="1600" dirty="0">
                <a:hlinkClick r:id="rId4"/>
              </a:rPr>
              <a:t>-</a:t>
            </a:r>
            <a:r>
              <a:rPr lang="en-US" sz="1600" dirty="0" err="1">
                <a:hlinkClick r:id="rId4"/>
              </a:rPr>
              <a:t>nmop</a:t>
            </a:r>
            <a:r>
              <a:rPr lang="en-US" sz="1600" dirty="0">
                <a:hlinkClick r:id="rId4"/>
              </a:rPr>
              <a:t>-network-anomaly-lifecycle</a:t>
            </a:r>
            <a:r>
              <a:rPr lang="en-US" sz="1600" dirty="0"/>
              <a:t> describes on managing the lifecycle process, in order to facilitate network engineers to interact with the network anomaly detection system to refine the detection abilities over time. 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AC32D27E-E01A-131C-C4B7-9A918341F560}"/>
              </a:ext>
            </a:extLst>
          </p:cNvPr>
          <p:cNvSpPr txBox="1">
            <a:spLocks/>
          </p:cNvSpPr>
          <p:nvPr/>
        </p:nvSpPr>
        <p:spPr bwMode="black">
          <a:xfrm>
            <a:off x="7268547" y="462556"/>
            <a:ext cx="2649894" cy="926996"/>
          </a:xfrm>
          <a:prstGeom prst="rect">
            <a:avLst/>
          </a:prstGeom>
        </p:spPr>
        <p:txBody>
          <a:bodyPr lIns="0" tIns="28800" rIns="0" bIns="2880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Network Anomaly Detection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0DB6D2-AE41-F640-9B4A-96205F1AB0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9092" y="365125"/>
            <a:ext cx="1685925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2379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90665C-8566-4537-9D7A-7F19909CB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BE5644D-AF4A-4732-B3D8-A1D12FF5A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2" y="332656"/>
            <a:ext cx="10535347" cy="720000"/>
          </a:xfrm>
        </p:spPr>
        <p:txBody>
          <a:bodyPr/>
          <a:lstStyle/>
          <a:p>
            <a:r>
              <a:rPr lang="en-US" dirty="0"/>
              <a:t>IETF NMOP - Semantic Metadata Annotation for Network Anomaly Detection</a:t>
            </a:r>
            <a:br>
              <a:rPr lang="en-US" dirty="0"/>
            </a:br>
            <a:r>
              <a:rPr lang="en-US" b="0" dirty="0">
                <a:solidFill>
                  <a:schemeClr val="bg1">
                    <a:lumMod val="65000"/>
                  </a:schemeClr>
                </a:solidFill>
              </a:rPr>
              <a:t>draft-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</a:rPr>
              <a:t>ietf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</a:rPr>
              <a:t>-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</a:rPr>
              <a:t>nmop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</a:rPr>
              <a:t>-network-anomaly-semantics – </a:t>
            </a:r>
            <a:r>
              <a:rPr lang="en-US" dirty="0">
                <a:solidFill>
                  <a:srgbClr val="FF0000"/>
                </a:solidFill>
              </a:rPr>
              <a:t>Schema Tree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122241-06BD-CF66-A2CA-003F03B6E201}"/>
              </a:ext>
            </a:extLst>
          </p:cNvPr>
          <p:cNvSpPr/>
          <p:nvPr/>
        </p:nvSpPr>
        <p:spPr>
          <a:xfrm>
            <a:off x="10171610" y="2498137"/>
            <a:ext cx="167652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350" b="1" dirty="0"/>
              <a:t>Shows </a:t>
            </a:r>
            <a:br>
              <a:rPr lang="en-US" sz="1350" b="1" dirty="0"/>
            </a:br>
            <a:r>
              <a:rPr lang="en-US" sz="1350" b="1" dirty="0">
                <a:solidFill>
                  <a:srgbClr val="92D050"/>
                </a:solidFill>
              </a:rPr>
              <a:t>the observed symptoms, </a:t>
            </a:r>
            <a:br>
              <a:rPr lang="en-US" sz="1350" b="1" dirty="0">
                <a:solidFill>
                  <a:srgbClr val="92D050"/>
                </a:solidFill>
              </a:rPr>
            </a:br>
            <a:r>
              <a:rPr lang="en-US" sz="1350" b="1" dirty="0">
                <a:solidFill>
                  <a:srgbClr val="FFC000"/>
                </a:solidFill>
              </a:rPr>
              <a:t>the network dimensions triggering </a:t>
            </a:r>
            <a:r>
              <a:rPr lang="en-US" sz="1350" b="1" dirty="0"/>
              <a:t>and</a:t>
            </a:r>
            <a:r>
              <a:rPr lang="en-US" sz="1350" b="1" dirty="0">
                <a:solidFill>
                  <a:srgbClr val="92D050"/>
                </a:solidFill>
              </a:rPr>
              <a:t> </a:t>
            </a:r>
            <a:r>
              <a:rPr lang="en-US" sz="1350" b="1" dirty="0">
                <a:solidFill>
                  <a:srgbClr val="00B0F0"/>
                </a:solidFill>
              </a:rPr>
              <a:t>connectivity service impacted</a:t>
            </a:r>
            <a:r>
              <a:rPr lang="en-US" sz="1350" b="1" dirty="0">
                <a:solidFill>
                  <a:srgbClr val="92D050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092033-7C74-EBA0-2C48-88D4C0E0D5FF}"/>
              </a:ext>
            </a:extLst>
          </p:cNvPr>
          <p:cNvSpPr txBox="1"/>
          <p:nvPr/>
        </p:nvSpPr>
        <p:spPr bwMode="gray">
          <a:xfrm>
            <a:off x="623392" y="1278671"/>
            <a:ext cx="617561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notifications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+---n relevant-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notification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publisher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yang:uuid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?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yang:uuid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uri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            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inet:uri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    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start-time               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yang:date-and-time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end-time?                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yang:date-and-time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smcblsymptom:strategy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confidence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-score?               score</a:t>
            </a: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concern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-score            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score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service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)?</a:t>
            </a: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+--:(smtopology:l2vpn)</a:t>
            </a: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|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smtopology:vpn-service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* [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vpn-id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|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smtopology:vpn-id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|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smtopology:uri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 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inet:uri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|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smtopology:vpn-name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|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smtopology:site-ids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*     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|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smtopology:change-id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yang:uuid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|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smtopology:change-start-time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|     |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yang:date-and-time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|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smtopology:change-end-time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|      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yang:date-and-time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|  +--:(smtopology:l3vpn)</a:t>
            </a:r>
          </a:p>
          <a:p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|     +--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smtopology:vpn-service</a:t>
            </a:r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* [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vpn-id</a:t>
            </a:r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|        +--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smtopology:vpn-id</a:t>
            </a:r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900" dirty="0">
              <a:highlight>
                <a:srgbClr val="00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|        +--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smtopology:uri</a:t>
            </a:r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inet:uri</a:t>
            </a:r>
            <a:endParaRPr lang="de-CH" sz="900" dirty="0">
              <a:highlight>
                <a:srgbClr val="00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|        +--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smtopology:vpn-name</a:t>
            </a:r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900" dirty="0">
              <a:highlight>
                <a:srgbClr val="00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|        +--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smtopology:site-ids</a:t>
            </a:r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*            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900" dirty="0">
              <a:highlight>
                <a:srgbClr val="00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|        +--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smtopology:change-id</a:t>
            </a:r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yang:uuid</a:t>
            </a:r>
            <a:endParaRPr lang="de-CH" sz="900" dirty="0">
              <a:highlight>
                <a:srgbClr val="00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|        +--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smtopology:change-start-time</a:t>
            </a:r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|        |       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yang:date-and-time</a:t>
            </a:r>
            <a:endParaRPr lang="de-CH" sz="900" dirty="0">
              <a:highlight>
                <a:srgbClr val="00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|        +--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smtopology:change-end-time</a:t>
            </a:r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r>
              <a:rPr lang="de-CH" sz="9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|                </a:t>
            </a:r>
            <a:r>
              <a:rPr lang="de-CH" sz="9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yang:date-and-time</a:t>
            </a:r>
            <a:endParaRPr lang="de-CH" sz="900" dirty="0">
              <a:highlight>
                <a:srgbClr val="00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5C5DD6-F0A2-256F-0DEA-EDB3400FAB7E}"/>
              </a:ext>
            </a:extLst>
          </p:cNvPr>
          <p:cNvSpPr txBox="1"/>
          <p:nvPr/>
        </p:nvSpPr>
        <p:spPr bwMode="gray">
          <a:xfrm>
            <a:off x="5281260" y="1278671"/>
            <a:ext cx="489035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notifications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+---n relevant-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notification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anomaly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* [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revision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yang:uuid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revision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yang:counter32</a:t>
            </a: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uri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                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inet:uri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        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start-time</a:t>
            </a: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|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yang:date-and-time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end-time?</a:t>
            </a: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|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yang:date-and-time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confidence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-score?                   score</a:t>
            </a: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pattern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            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annotator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|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yang:uuid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|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|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|  +--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annotator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-type? 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enumeration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+--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symptom</a:t>
            </a:r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|  +--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yang:uuid</a:t>
            </a:r>
            <a:endParaRPr lang="de-CH" sz="90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|  +--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concern</a:t>
            </a:r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-score                 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score</a:t>
            </a:r>
            <a:endParaRPr lang="de-CH" sz="90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|  +--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smcblsymptom:action</a:t>
            </a:r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90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|  +--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smcblsymptom:reason</a:t>
            </a:r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90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|  +--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smcblsymptom:trigger</a:t>
            </a:r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90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|  +--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smcblsymptom:network-plane</a:t>
            </a:r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enumeration</a:t>
            </a:r>
            <a:endParaRPr lang="de-CH" sz="90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|  +--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smcblsymptom:template</a:t>
            </a:r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90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|  +--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smcblsymptom:season</a:t>
            </a:r>
            <a:r>
              <a:rPr lang="de-CH" sz="9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Enumeration</a:t>
            </a:r>
          </a:p>
          <a:p>
            <a:r>
              <a:rPr lang="de-CH" sz="9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+--</a:t>
            </a:r>
            <a:r>
              <a:rPr lang="de-CH" sz="9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smtopology:vpn-node-terminations</a:t>
            </a:r>
            <a:r>
              <a:rPr lang="de-CH" sz="9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</a:p>
          <a:p>
            <a:r>
              <a:rPr lang="de-CH" sz="9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  [</a:t>
            </a:r>
            <a:r>
              <a:rPr lang="de-CH" sz="9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hostname</a:t>
            </a:r>
            <a:r>
              <a:rPr lang="de-CH" sz="9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route-</a:t>
            </a:r>
            <a:r>
              <a:rPr lang="de-CH" sz="9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distinguisher</a:t>
            </a:r>
            <a:r>
              <a:rPr lang="de-CH" sz="9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de-CH" sz="9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+--</a:t>
            </a:r>
            <a:r>
              <a:rPr lang="de-CH" sz="9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smtopology:hostname</a:t>
            </a:r>
            <a:r>
              <a:rPr lang="de-CH" sz="9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</a:t>
            </a:r>
            <a:r>
              <a:rPr lang="de-CH" sz="9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inet:host</a:t>
            </a:r>
            <a:endParaRPr lang="de-CH" sz="900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+--</a:t>
            </a:r>
            <a:r>
              <a:rPr lang="de-CH" sz="9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smtopology:route-distinguisher</a:t>
            </a:r>
            <a:r>
              <a:rPr lang="de-CH" sz="9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CH" sz="9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900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+--</a:t>
            </a:r>
            <a:r>
              <a:rPr lang="de-CH" sz="9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smtopology:peer-ip</a:t>
            </a:r>
            <a:r>
              <a:rPr lang="de-CH" sz="9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*               </a:t>
            </a:r>
            <a:r>
              <a:rPr lang="de-CH" sz="9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inet:ip-address</a:t>
            </a:r>
            <a:endParaRPr lang="de-CH" sz="900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+--</a:t>
            </a:r>
            <a:r>
              <a:rPr lang="de-CH" sz="9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smtopology:next-hop</a:t>
            </a:r>
            <a:r>
              <a:rPr lang="de-CH" sz="9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*              </a:t>
            </a:r>
            <a:r>
              <a:rPr lang="de-CH" sz="9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inet:ip-address</a:t>
            </a:r>
            <a:endParaRPr lang="de-CH" sz="900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+--</a:t>
            </a:r>
            <a:r>
              <a:rPr lang="de-CH" sz="9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9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smtopology:interface-id</a:t>
            </a:r>
            <a:r>
              <a:rPr lang="de-CH" sz="9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*          uint32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2D266BA-9D52-890D-D4D1-0B9BF2E577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20524" y="1953867"/>
            <a:ext cx="409069" cy="40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64519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A3680-7ACB-D4CD-74D7-783B76DA7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ADCF7-D7F2-1B04-66F1-54719A29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F9B0DE-3FEB-4AA0-B465-B80EF7C1333D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9EEA23-A6E4-4F84-37B3-698F2C3432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33375"/>
            <a:ext cx="2808288" cy="647700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20" name="Title 1">
            <a:extLst>
              <a:ext uri="{FF2B5EF4-FFF2-40B4-BE49-F238E27FC236}">
                <a16:creationId xmlns:a16="http://schemas.microsoft.com/office/drawing/2014/main" id="{D1A7CDAC-EDFA-5286-DB57-6C51254647B9}"/>
              </a:ext>
            </a:extLst>
          </p:cNvPr>
          <p:cNvSpPr txBox="1">
            <a:spLocks/>
          </p:cNvSpPr>
          <p:nvPr/>
        </p:nvSpPr>
        <p:spPr bwMode="black">
          <a:xfrm>
            <a:off x="1097280" y="329184"/>
            <a:ext cx="10515600" cy="722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sz="2400" b="1" dirty="0"/>
              <a:t>Anomaly Detection Refinement Lifecycle (1)</a:t>
            </a:r>
            <a:br>
              <a:rPr lang="en-US" sz="2400" b="1" dirty="0"/>
            </a:br>
            <a:r>
              <a:rPr lang="en-US" sz="2400" dirty="0">
                <a:solidFill>
                  <a:srgbClr val="E7E6E6">
                    <a:lumMod val="75000"/>
                  </a:srgbClr>
                </a:solidFill>
              </a:rPr>
              <a:t>Gaining </a:t>
            </a:r>
            <a:r>
              <a:rPr lang="en-US" sz="2400" b="1" dirty="0">
                <a:solidFill>
                  <a:srgbClr val="FF0000"/>
                </a:solidFill>
              </a:rPr>
              <a:t>validated</a:t>
            </a:r>
            <a:r>
              <a:rPr lang="en-US" sz="2400" dirty="0">
                <a:solidFill>
                  <a:srgbClr val="E7E6E6">
                    <a:lumMod val="75000"/>
                  </a:srgbClr>
                </a:solidFill>
              </a:rPr>
              <a:t> knowledge</a:t>
            </a:r>
            <a:endParaRPr lang="en-US" sz="2400" b="1" dirty="0">
              <a:solidFill>
                <a:srgbClr val="FF0000"/>
              </a:solidFill>
              <a:latin typeface="TheSans Swisscom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75C54B-60ED-0584-36F9-D319362A6F00}"/>
              </a:ext>
            </a:extLst>
          </p:cNvPr>
          <p:cNvSpPr txBox="1"/>
          <p:nvPr/>
        </p:nvSpPr>
        <p:spPr>
          <a:xfrm>
            <a:off x="1097280" y="4096587"/>
            <a:ext cx="1077928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With postmortems we network operators </a:t>
            </a:r>
            <a:r>
              <a:rPr lang="en-US" sz="2000" b="1" dirty="0">
                <a:solidFill>
                  <a:srgbClr val="FF0000"/>
                </a:solidFill>
              </a:rPr>
              <a:t>gain insights into the reasoning of network incidents </a:t>
            </a:r>
            <a:r>
              <a:rPr lang="en-US" sz="2000" dirty="0"/>
              <a:t>by looking at what happened, which operational metrics were available and which analytical conclusion we derived. Obviously in this postmortem process we gather and link this knowledge. Obviously, </a:t>
            </a:r>
            <a:r>
              <a:rPr lang="en-US" sz="2000" b="1" dirty="0">
                <a:solidFill>
                  <a:srgbClr val="FF0000"/>
                </a:solidFill>
              </a:rPr>
              <a:t>this linked knowledge can be graphed. </a:t>
            </a:r>
            <a:r>
              <a:rPr lang="en-US" sz="2000" dirty="0"/>
              <a:t>Obviously out of this linked and graphed knowledge </a:t>
            </a:r>
            <a:r>
              <a:rPr lang="en-US" sz="2000" b="1" dirty="0">
                <a:solidFill>
                  <a:srgbClr val="FF0000"/>
                </a:solidFill>
              </a:rPr>
              <a:t>new knowledge can be derived with Large Language Models and with Agentic AI reasoning can be deducted</a:t>
            </a:r>
            <a:r>
              <a:rPr lang="en-US" sz="2000" dirty="0"/>
              <a:t> and autonomous action can be applied, like new and improved disruption checks are being proposed and tested as part of the network anomaly detection lifecycle workflow.</a:t>
            </a:r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1C720B0-ECDC-8FE6-8B02-59EF50AA17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485063"/>
            <a:ext cx="77724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99648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6FE4D-A492-71AA-2FCE-CEE62C96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6332D-CBFC-AF40-1A65-6C78B47EE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F9B0DE-3FEB-4AA0-B465-B80EF7C1333D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0DDDD0A-5F49-2200-F607-F0ACA9D15AA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33375"/>
            <a:ext cx="2808288" cy="647700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20" name="Title 1">
            <a:extLst>
              <a:ext uri="{FF2B5EF4-FFF2-40B4-BE49-F238E27FC236}">
                <a16:creationId xmlns:a16="http://schemas.microsoft.com/office/drawing/2014/main" id="{75C28981-613D-A84A-6B05-F3698F6CB5BF}"/>
              </a:ext>
            </a:extLst>
          </p:cNvPr>
          <p:cNvSpPr txBox="1">
            <a:spLocks/>
          </p:cNvSpPr>
          <p:nvPr/>
        </p:nvSpPr>
        <p:spPr bwMode="black">
          <a:xfrm>
            <a:off x="1097280" y="329184"/>
            <a:ext cx="10515600" cy="722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sz="2400" b="1" dirty="0"/>
              <a:t>Anomaly Detection Refinement Lifecycle (2)</a:t>
            </a:r>
            <a:br>
              <a:rPr lang="en-US" sz="3200" dirty="0"/>
            </a:br>
            <a:r>
              <a:rPr lang="en-US" sz="2400" dirty="0">
                <a:solidFill>
                  <a:srgbClr val="E7E6E6">
                    <a:lumMod val="75000"/>
                  </a:srgbClr>
                </a:solidFill>
              </a:rPr>
              <a:t>Gaining </a:t>
            </a:r>
            <a:r>
              <a:rPr lang="en-US" sz="2400" b="1" dirty="0">
                <a:solidFill>
                  <a:srgbClr val="FF0000"/>
                </a:solidFill>
              </a:rPr>
              <a:t>validated</a:t>
            </a:r>
            <a:r>
              <a:rPr lang="en-US" sz="2400" dirty="0">
                <a:solidFill>
                  <a:srgbClr val="E7E6E6">
                    <a:lumMod val="75000"/>
                  </a:srgbClr>
                </a:solidFill>
              </a:rPr>
              <a:t> knowledge</a:t>
            </a:r>
            <a:endParaRPr lang="en-US" sz="2400" b="1" dirty="0">
              <a:solidFill>
                <a:srgbClr val="FF0000"/>
              </a:solidFill>
              <a:latin typeface="TheSans Swisscom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4F5071-F16F-F013-285A-1D862497B673}"/>
              </a:ext>
            </a:extLst>
          </p:cNvPr>
          <p:cNvSpPr txBox="1"/>
          <p:nvPr/>
        </p:nvSpPr>
        <p:spPr>
          <a:xfrm>
            <a:off x="1097280" y="1490491"/>
            <a:ext cx="629234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Data replay </a:t>
            </a:r>
            <a:r>
              <a:rPr lang="en-US" sz="2000" dirty="0"/>
              <a:t>is an important tool in Network Anomaly Detection. It </a:t>
            </a:r>
            <a:r>
              <a:rPr lang="en-US" sz="2000" b="1" dirty="0">
                <a:solidFill>
                  <a:srgbClr val="FF0000"/>
                </a:solidFill>
              </a:rPr>
              <a:t>helps to refine the outlier detection</a:t>
            </a:r>
            <a:r>
              <a:rPr lang="en-US" sz="2000" dirty="0"/>
              <a:t>. To find the right hyper parameters for the right algorithm. With data </a:t>
            </a:r>
            <a:r>
              <a:rPr lang="en-US" sz="2000" dirty="0">
                <a:hlinkClick r:id="rId3"/>
              </a:rPr>
              <a:t>replay</a:t>
            </a:r>
            <a:r>
              <a:rPr lang="en-US" sz="2000" dirty="0"/>
              <a:t> we test and verify. </a:t>
            </a:r>
            <a:r>
              <a:rPr lang="en-US" sz="2000" b="1" dirty="0">
                <a:solidFill>
                  <a:srgbClr val="FF0000"/>
                </a:solidFill>
              </a:rPr>
              <a:t>With Agentic AI we can expand to </a:t>
            </a:r>
            <a:r>
              <a:rPr lang="en-US" sz="2000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what-if</a:t>
            </a:r>
            <a:r>
              <a:rPr lang="en-US" sz="2000" dirty="0"/>
              <a:t>. Besides trying out different hyper parameters and algorithms we can now leverage based on Knowledge Graph relationships and Agentic AI inference new knowledge, new untapped aspects of modeled network data.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Our Conclusion: 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dirty="0"/>
              <a:t>Agentic AI can help to automate the refinement process of Network Anomaly Detection. </a:t>
            </a:r>
            <a:r>
              <a:rPr lang="en-US" sz="2000" b="1" dirty="0">
                <a:solidFill>
                  <a:srgbClr val="FF0000"/>
                </a:solidFill>
              </a:rPr>
              <a:t>Would you agree?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EE2699-C198-913C-7800-64D38CACD8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6814" y="1370289"/>
            <a:ext cx="4461475" cy="433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672984"/>
      </p:ext>
    </p:extLst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nlBwSoqhUK.8jOiaUCVN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nlBwSoqhUK.8jOiaUCVN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nlBwSoqhUK.8jOiaUCVN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nlBwSoqhUK.8jOiaUCVN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BODYINDENTATION" val="0;14.37504;28.12496;42.5;56.25;70.75;84.37504;98.87504;113.25;127;141.375;155.125;169.5;183.875;197.625;212.125;225.875;240.25;"/>
  <p:tag name="VCT-BULLETVISIBILITY" val="G*********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VCT_Marker"/>
  <p:tag name="DATE" val="11.07.2011 10:19:05"/>
  <p:tag name="VCT-TEMPLATE" val="E_Presentation_Standard.potx"/>
  <p:tag name="VCTMASTER" val="Larissa"/>
  <p:tag name="VCTORDE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nlBwSoqhUK.8jOiaUCVN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nlBwSoqhUK.8jOiaUCVN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nlBwSoqhUK.8jOiaUCVN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nlBwSoqhUK.8jOiaUCVN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BODYINDENTATION" val="0;14.37504;28.12496;42.5;56.25;70.75;84.37504;98.87504;113.25;127;"/>
  <p:tag name="VCT-BULLETVISIBILITY" val="G*****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VCT_Marker"/>
  <p:tag name="DATE" val="11.07.2011 10:19:05"/>
  <p:tag name="VCT-TEMPLATE" val="E_Presentation_Standard.potx"/>
  <p:tag name="VCTMASTER" val="Larissa"/>
  <p:tag name="VCTORDER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VctRoadmap"/>
  <p:tag name="DATE" val="25.07.2011 15:37:35"/>
</p:tagLst>
</file>

<file path=ppt/theme/theme1.xml><?xml version="1.0" encoding="utf-8"?>
<a:theme xmlns:a="http://schemas.openxmlformats.org/drawingml/2006/main" name="12_Blank">
  <a:themeElements>
    <a:clrScheme name="swisscom_standard_aus_guide">
      <a:dk1>
        <a:srgbClr val="001155"/>
      </a:dk1>
      <a:lt1>
        <a:sysClr val="window" lastClr="FFFFFF"/>
      </a:lt1>
      <a:dk2>
        <a:srgbClr val="DD1122"/>
      </a:dk2>
      <a:lt2>
        <a:srgbClr val="551166"/>
      </a:lt2>
      <a:accent1>
        <a:srgbClr val="001155"/>
      </a:accent1>
      <a:accent2>
        <a:srgbClr val="11AAFF"/>
      </a:accent2>
      <a:accent3>
        <a:srgbClr val="77CCFF"/>
      </a:accent3>
      <a:accent4>
        <a:srgbClr val="333333"/>
      </a:accent4>
      <a:accent5>
        <a:srgbClr val="666666"/>
      </a:accent5>
      <a:accent6>
        <a:srgbClr val="BBBBBB"/>
      </a:accent6>
      <a:hlink>
        <a:srgbClr val="001155"/>
      </a:hlink>
      <a:folHlink>
        <a:srgbClr val="666666"/>
      </a:folHlink>
    </a:clrScheme>
    <a:fontScheme name="Blank">
      <a:majorFont>
        <a:latin typeface="TheSans Swisscom Light"/>
        <a:ea typeface="ＭＳ Ｐゴシック"/>
        <a:cs typeface=""/>
      </a:majorFont>
      <a:minorFont>
        <a:latin typeface="TheSans Swisscom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2D327D"/>
        </a:solidFill>
        <a:ln w="25400" cap="flat" cmpd="sng" algn="ctr">
          <a:noFill/>
          <a:prstDash val="solid"/>
        </a:ln>
        <a:effectLst/>
      </a:spPr>
      <a:bodyPr lIns="36000" tIns="36000" rIns="36000" bIns="36000">
        <a:spAutoFit/>
      </a:bodyPr>
      <a:lstStyle>
        <a:defPPr algn="ctr" fontAlgn="auto">
          <a:spcBef>
            <a:spcPts val="0"/>
          </a:spcBef>
          <a:spcAft>
            <a:spcPts val="0"/>
          </a:spcAft>
          <a:defRPr sz="1000" kern="0" dirty="0" smtClean="0">
            <a:solidFill>
              <a:prstClr val="white"/>
            </a:solidFill>
            <a:latin typeface="Arial"/>
            <a:ea typeface="+mn-ea"/>
            <a:cs typeface="+mn-cs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17780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accent2"/>
          </a:buClr>
          <a:buSzTx/>
          <a:buFontTx/>
          <a:buNone/>
          <a:tabLst/>
          <a:defRPr kumimoji="0" lang="en-GB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heSans Swisscom" charset="0"/>
            <a:ea typeface="ＭＳ Ｐゴシック" charset="0"/>
          </a:defRPr>
        </a:defPPr>
      </a:lstStyle>
    </a:lnDef>
  </a:objectDefaults>
  <a:extraClrSchemeLst>
    <a:extraClrScheme>
      <a:clrScheme name="Blank 1">
        <a:dk1>
          <a:srgbClr val="001155"/>
        </a:dk1>
        <a:lt1>
          <a:srgbClr val="FFFFFF"/>
        </a:lt1>
        <a:dk2>
          <a:srgbClr val="001155"/>
        </a:dk2>
        <a:lt2>
          <a:srgbClr val="555555"/>
        </a:lt2>
        <a:accent1>
          <a:srgbClr val="FFFFFF"/>
        </a:accent1>
        <a:accent2>
          <a:srgbClr val="11AAFF"/>
        </a:accent2>
        <a:accent3>
          <a:srgbClr val="FFFFFF"/>
        </a:accent3>
        <a:accent4>
          <a:srgbClr val="000D47"/>
        </a:accent4>
        <a:accent5>
          <a:srgbClr val="FFFFFF"/>
        </a:accent5>
        <a:accent6>
          <a:srgbClr val="0E9AE7"/>
        </a:accent6>
        <a:hlink>
          <a:srgbClr val="551166"/>
        </a:hlink>
        <a:folHlink>
          <a:srgbClr val="DD112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555555"/>
        </a:dk1>
        <a:lt1>
          <a:srgbClr val="FFFFFF"/>
        </a:lt1>
        <a:dk2>
          <a:srgbClr val="001155"/>
        </a:dk2>
        <a:lt2>
          <a:srgbClr val="FFFFFF"/>
        </a:lt2>
        <a:accent1>
          <a:srgbClr val="001155"/>
        </a:accent1>
        <a:accent2>
          <a:srgbClr val="11AAFF"/>
        </a:accent2>
        <a:accent3>
          <a:srgbClr val="AAAAB4"/>
        </a:accent3>
        <a:accent4>
          <a:srgbClr val="DADADA"/>
        </a:accent4>
        <a:accent5>
          <a:srgbClr val="AAAAB4"/>
        </a:accent5>
        <a:accent6>
          <a:srgbClr val="0E9AE7"/>
        </a:accent6>
        <a:hlink>
          <a:srgbClr val="551166"/>
        </a:hlink>
        <a:folHlink>
          <a:srgbClr val="DD112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_Presentation_Standard">
  <a:themeElements>
    <a:clrScheme name="swisscom">
      <a:dk1>
        <a:srgbClr val="001155"/>
      </a:dk1>
      <a:lt1>
        <a:sysClr val="window" lastClr="FFFFFF"/>
      </a:lt1>
      <a:dk2>
        <a:srgbClr val="DD1122"/>
      </a:dk2>
      <a:lt2>
        <a:srgbClr val="551166"/>
      </a:lt2>
      <a:accent1>
        <a:srgbClr val="001155"/>
      </a:accent1>
      <a:accent2>
        <a:srgbClr val="11AAFF"/>
      </a:accent2>
      <a:accent3>
        <a:srgbClr val="77CCFF"/>
      </a:accent3>
      <a:accent4>
        <a:srgbClr val="333333"/>
      </a:accent4>
      <a:accent5>
        <a:srgbClr val="666666"/>
      </a:accent5>
      <a:accent6>
        <a:srgbClr val="BBBBBB"/>
      </a:accent6>
      <a:hlink>
        <a:srgbClr val="001155"/>
      </a:hlink>
      <a:folHlink>
        <a:srgbClr val="666666"/>
      </a:folHlink>
    </a:clrScheme>
    <a:fontScheme name="swisscom">
      <a:majorFont>
        <a:latin typeface="TheSans Swisscom Light"/>
        <a:ea typeface=""/>
        <a:cs typeface=""/>
      </a:majorFont>
      <a:minorFont>
        <a:latin typeface="TheSans Swisscom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20_Blank">
  <a:themeElements>
    <a:clrScheme name="swisscom_standard_aus_guide">
      <a:dk1>
        <a:srgbClr val="001155"/>
      </a:dk1>
      <a:lt1>
        <a:sysClr val="window" lastClr="FFFFFF"/>
      </a:lt1>
      <a:dk2>
        <a:srgbClr val="DD1122"/>
      </a:dk2>
      <a:lt2>
        <a:srgbClr val="551166"/>
      </a:lt2>
      <a:accent1>
        <a:srgbClr val="001155"/>
      </a:accent1>
      <a:accent2>
        <a:srgbClr val="11AAFF"/>
      </a:accent2>
      <a:accent3>
        <a:srgbClr val="77CCFF"/>
      </a:accent3>
      <a:accent4>
        <a:srgbClr val="333333"/>
      </a:accent4>
      <a:accent5>
        <a:srgbClr val="666666"/>
      </a:accent5>
      <a:accent6>
        <a:srgbClr val="BBBBBB"/>
      </a:accent6>
      <a:hlink>
        <a:srgbClr val="001155"/>
      </a:hlink>
      <a:folHlink>
        <a:srgbClr val="666666"/>
      </a:folHlink>
    </a:clrScheme>
    <a:fontScheme name="Blank">
      <a:majorFont>
        <a:latin typeface="TheSans Swisscom Light"/>
        <a:ea typeface="ＭＳ Ｐゴシック"/>
        <a:cs typeface=""/>
      </a:majorFont>
      <a:minorFont>
        <a:latin typeface="TheSans Swisscom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17780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accent2"/>
          </a:buClr>
          <a:buSzTx/>
          <a:buFontTx/>
          <a:buNone/>
          <a:tabLst/>
          <a:defRPr kumimoji="0" lang="en-GB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heSans Swisscom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17780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accent2"/>
          </a:buClr>
          <a:buSzTx/>
          <a:buFontTx/>
          <a:buNone/>
          <a:tabLst/>
          <a:defRPr kumimoji="0" lang="en-GB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heSans Swisscom" charset="0"/>
            <a:ea typeface="ＭＳ Ｐゴシック" charset="0"/>
          </a:defRPr>
        </a:defPPr>
      </a:lstStyle>
    </a:lnDef>
  </a:objectDefaults>
  <a:extraClrSchemeLst>
    <a:extraClrScheme>
      <a:clrScheme name="Blank 1">
        <a:dk1>
          <a:srgbClr val="001155"/>
        </a:dk1>
        <a:lt1>
          <a:srgbClr val="FFFFFF"/>
        </a:lt1>
        <a:dk2>
          <a:srgbClr val="001155"/>
        </a:dk2>
        <a:lt2>
          <a:srgbClr val="555555"/>
        </a:lt2>
        <a:accent1>
          <a:srgbClr val="FFFFFF"/>
        </a:accent1>
        <a:accent2>
          <a:srgbClr val="11AAFF"/>
        </a:accent2>
        <a:accent3>
          <a:srgbClr val="FFFFFF"/>
        </a:accent3>
        <a:accent4>
          <a:srgbClr val="000D47"/>
        </a:accent4>
        <a:accent5>
          <a:srgbClr val="FFFFFF"/>
        </a:accent5>
        <a:accent6>
          <a:srgbClr val="0E9AE7"/>
        </a:accent6>
        <a:hlink>
          <a:srgbClr val="551166"/>
        </a:hlink>
        <a:folHlink>
          <a:srgbClr val="DD112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555555"/>
        </a:dk1>
        <a:lt1>
          <a:srgbClr val="FFFFFF"/>
        </a:lt1>
        <a:dk2>
          <a:srgbClr val="001155"/>
        </a:dk2>
        <a:lt2>
          <a:srgbClr val="FFFFFF"/>
        </a:lt2>
        <a:accent1>
          <a:srgbClr val="001155"/>
        </a:accent1>
        <a:accent2>
          <a:srgbClr val="11AAFF"/>
        </a:accent2>
        <a:accent3>
          <a:srgbClr val="AAAAB4"/>
        </a:accent3>
        <a:accent4>
          <a:srgbClr val="DADADA"/>
        </a:accent4>
        <a:accent5>
          <a:srgbClr val="AAAAB4"/>
        </a:accent5>
        <a:accent6>
          <a:srgbClr val="0E9AE7"/>
        </a:accent6>
        <a:hlink>
          <a:srgbClr val="551166"/>
        </a:hlink>
        <a:folHlink>
          <a:srgbClr val="DD112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Default Design">
  <a:themeElements>
    <a:clrScheme name="Default Design 1">
      <a:dk1>
        <a:srgbClr val="001155"/>
      </a:dk1>
      <a:lt1>
        <a:srgbClr val="FFFFFF"/>
      </a:lt1>
      <a:dk2>
        <a:srgbClr val="001155"/>
      </a:dk2>
      <a:lt2>
        <a:srgbClr val="555555"/>
      </a:lt2>
      <a:accent1>
        <a:srgbClr val="FFFFFF"/>
      </a:accent1>
      <a:accent2>
        <a:srgbClr val="11AAFF"/>
      </a:accent2>
      <a:accent3>
        <a:srgbClr val="FFFFFF"/>
      </a:accent3>
      <a:accent4>
        <a:srgbClr val="000D47"/>
      </a:accent4>
      <a:accent5>
        <a:srgbClr val="FFFFFF"/>
      </a:accent5>
      <a:accent6>
        <a:srgbClr val="0E9AE7"/>
      </a:accent6>
      <a:hlink>
        <a:srgbClr val="551166"/>
      </a:hlink>
      <a:folHlink>
        <a:srgbClr val="DD1122"/>
      </a:folHlink>
    </a:clrScheme>
    <a:fontScheme name="Default Design">
      <a:majorFont>
        <a:latin typeface="TheSans Swisscom Light"/>
        <a:ea typeface=""/>
        <a:cs typeface=""/>
      </a:majorFont>
      <a:minorFont>
        <a:latin typeface="TheSans Swisscom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17780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accent2"/>
          </a:buClr>
          <a:buSzTx/>
          <a:buFontTx/>
          <a:buNone/>
          <a:tabLst/>
          <a:defRPr kumimoji="0" lang="en-GB" alt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eSans Swisscom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17780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accent2"/>
          </a:buClr>
          <a:buSzTx/>
          <a:buFontTx/>
          <a:buNone/>
          <a:tabLst/>
          <a:defRPr kumimoji="0" lang="en-GB" alt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eSans Swisscom" pitchFamily="34" charset="0"/>
          </a:defRPr>
        </a:defPPr>
      </a:lstStyle>
    </a:lnDef>
  </a:objectDefaults>
  <a:extraClrSchemeLst>
    <a:extraClrScheme>
      <a:clrScheme name="Default Design 1">
        <a:dk1>
          <a:srgbClr val="001155"/>
        </a:dk1>
        <a:lt1>
          <a:srgbClr val="FFFFFF"/>
        </a:lt1>
        <a:dk2>
          <a:srgbClr val="001155"/>
        </a:dk2>
        <a:lt2>
          <a:srgbClr val="555555"/>
        </a:lt2>
        <a:accent1>
          <a:srgbClr val="FFFFFF"/>
        </a:accent1>
        <a:accent2>
          <a:srgbClr val="11AAFF"/>
        </a:accent2>
        <a:accent3>
          <a:srgbClr val="FFFFFF"/>
        </a:accent3>
        <a:accent4>
          <a:srgbClr val="000D47"/>
        </a:accent4>
        <a:accent5>
          <a:srgbClr val="FFFFFF"/>
        </a:accent5>
        <a:accent6>
          <a:srgbClr val="0E9AE7"/>
        </a:accent6>
        <a:hlink>
          <a:srgbClr val="551166"/>
        </a:hlink>
        <a:folHlink>
          <a:srgbClr val="DD112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555555"/>
        </a:dk1>
        <a:lt1>
          <a:srgbClr val="FFFFFF"/>
        </a:lt1>
        <a:dk2>
          <a:srgbClr val="001155"/>
        </a:dk2>
        <a:lt2>
          <a:srgbClr val="FFFFFF"/>
        </a:lt2>
        <a:accent1>
          <a:srgbClr val="001155"/>
        </a:accent1>
        <a:accent2>
          <a:srgbClr val="11AAFF"/>
        </a:accent2>
        <a:accent3>
          <a:srgbClr val="AAAAB4"/>
        </a:accent3>
        <a:accent4>
          <a:srgbClr val="DADADA"/>
        </a:accent4>
        <a:accent5>
          <a:srgbClr val="AAAAB4"/>
        </a:accent5>
        <a:accent6>
          <a:srgbClr val="0E9AE7"/>
        </a:accent6>
        <a:hlink>
          <a:srgbClr val="551166"/>
        </a:hlink>
        <a:folHlink>
          <a:srgbClr val="DD112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Larissa">
  <a:themeElements>
    <a:clrScheme name="swisscom">
      <a:dk1>
        <a:srgbClr val="001155"/>
      </a:dk1>
      <a:lt1>
        <a:sysClr val="window" lastClr="FFFFFF"/>
      </a:lt1>
      <a:dk2>
        <a:srgbClr val="DD1122"/>
      </a:dk2>
      <a:lt2>
        <a:srgbClr val="551166"/>
      </a:lt2>
      <a:accent1>
        <a:srgbClr val="001155"/>
      </a:accent1>
      <a:accent2>
        <a:srgbClr val="11AAFF"/>
      </a:accent2>
      <a:accent3>
        <a:srgbClr val="77CCFF"/>
      </a:accent3>
      <a:accent4>
        <a:srgbClr val="333333"/>
      </a:accent4>
      <a:accent5>
        <a:srgbClr val="666666"/>
      </a:accent5>
      <a:accent6>
        <a:srgbClr val="BBBBBB"/>
      </a:accent6>
      <a:hlink>
        <a:srgbClr val="001155"/>
      </a:hlink>
      <a:folHlink>
        <a:srgbClr val="666666"/>
      </a:folHlink>
    </a:clrScheme>
    <a:fontScheme name="swisscom">
      <a:majorFont>
        <a:latin typeface="TheSans Swisscom Light"/>
        <a:ea typeface=""/>
        <a:cs typeface=""/>
      </a:majorFont>
      <a:minorFont>
        <a:latin typeface="TheSans Swisscom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6.xml><?xml version="1.0" encoding="utf-8"?>
<a:theme xmlns:a="http://schemas.openxmlformats.org/drawingml/2006/main" name="Blank">
  <a:themeElements>
    <a:clrScheme name="Blank 1">
      <a:dk1>
        <a:srgbClr val="001155"/>
      </a:dk1>
      <a:lt1>
        <a:srgbClr val="FFFFFF"/>
      </a:lt1>
      <a:dk2>
        <a:srgbClr val="001155"/>
      </a:dk2>
      <a:lt2>
        <a:srgbClr val="555555"/>
      </a:lt2>
      <a:accent1>
        <a:srgbClr val="FFFFFF"/>
      </a:accent1>
      <a:accent2>
        <a:srgbClr val="11AAFF"/>
      </a:accent2>
      <a:accent3>
        <a:srgbClr val="FFFFFF"/>
      </a:accent3>
      <a:accent4>
        <a:srgbClr val="000D47"/>
      </a:accent4>
      <a:accent5>
        <a:srgbClr val="FFFFFF"/>
      </a:accent5>
      <a:accent6>
        <a:srgbClr val="0E9AE7"/>
      </a:accent6>
      <a:hlink>
        <a:srgbClr val="551166"/>
      </a:hlink>
      <a:folHlink>
        <a:srgbClr val="DD1122"/>
      </a:folHlink>
    </a:clrScheme>
    <a:fontScheme name="Blank">
      <a:majorFont>
        <a:latin typeface="TheSans Swisscom Light"/>
        <a:ea typeface=""/>
        <a:cs typeface=""/>
      </a:majorFont>
      <a:minorFont>
        <a:latin typeface="TheSans Swisscom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B7B7">
            <a:alpha val="53999"/>
          </a:srgbClr>
        </a:solidFill>
        <a:ln w="1905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17780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accent2"/>
          </a:buClr>
          <a:buSzTx/>
          <a:buFontTx/>
          <a:buNone/>
          <a:tabLst/>
          <a:defRPr kumimoji="0" lang="en-GB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eSans Swisscom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B7B7">
            <a:alpha val="53999"/>
          </a:srgbClr>
        </a:solidFill>
        <a:ln w="1905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17780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accent2"/>
          </a:buClr>
          <a:buSzTx/>
          <a:buFontTx/>
          <a:buNone/>
          <a:tabLst/>
          <a:defRPr kumimoji="0" lang="en-GB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eSans Swisscom" pitchFamily="34" charset="0"/>
          </a:defRPr>
        </a:defPPr>
      </a:lstStyle>
    </a:lnDef>
  </a:objectDefaults>
  <a:extraClrSchemeLst>
    <a:extraClrScheme>
      <a:clrScheme name="Blank 1">
        <a:dk1>
          <a:srgbClr val="001155"/>
        </a:dk1>
        <a:lt1>
          <a:srgbClr val="FFFFFF"/>
        </a:lt1>
        <a:dk2>
          <a:srgbClr val="001155"/>
        </a:dk2>
        <a:lt2>
          <a:srgbClr val="555555"/>
        </a:lt2>
        <a:accent1>
          <a:srgbClr val="FFFFFF"/>
        </a:accent1>
        <a:accent2>
          <a:srgbClr val="11AAFF"/>
        </a:accent2>
        <a:accent3>
          <a:srgbClr val="FFFFFF"/>
        </a:accent3>
        <a:accent4>
          <a:srgbClr val="000D47"/>
        </a:accent4>
        <a:accent5>
          <a:srgbClr val="FFFFFF"/>
        </a:accent5>
        <a:accent6>
          <a:srgbClr val="0E9AE7"/>
        </a:accent6>
        <a:hlink>
          <a:srgbClr val="551166"/>
        </a:hlink>
        <a:folHlink>
          <a:srgbClr val="DD112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555555"/>
        </a:dk1>
        <a:lt1>
          <a:srgbClr val="FFFFFF"/>
        </a:lt1>
        <a:dk2>
          <a:srgbClr val="001155"/>
        </a:dk2>
        <a:lt2>
          <a:srgbClr val="FFFFFF"/>
        </a:lt2>
        <a:accent1>
          <a:srgbClr val="001155"/>
        </a:accent1>
        <a:accent2>
          <a:srgbClr val="11AAFF"/>
        </a:accent2>
        <a:accent3>
          <a:srgbClr val="AAAAB4"/>
        </a:accent3>
        <a:accent4>
          <a:srgbClr val="DADADA"/>
        </a:accent4>
        <a:accent5>
          <a:srgbClr val="AAAAB4"/>
        </a:accent5>
        <a:accent6>
          <a:srgbClr val="0E9AE7"/>
        </a:accent6>
        <a:hlink>
          <a:srgbClr val="551166"/>
        </a:hlink>
        <a:folHlink>
          <a:srgbClr val="DD112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_Blank">
  <a:themeElements>
    <a:clrScheme name="Blank 1">
      <a:dk1>
        <a:srgbClr val="001155"/>
      </a:dk1>
      <a:lt1>
        <a:srgbClr val="FFFFFF"/>
      </a:lt1>
      <a:dk2>
        <a:srgbClr val="001155"/>
      </a:dk2>
      <a:lt2>
        <a:srgbClr val="555555"/>
      </a:lt2>
      <a:accent1>
        <a:srgbClr val="FFFFFF"/>
      </a:accent1>
      <a:accent2>
        <a:srgbClr val="11AAFF"/>
      </a:accent2>
      <a:accent3>
        <a:srgbClr val="FFFFFF"/>
      </a:accent3>
      <a:accent4>
        <a:srgbClr val="000D47"/>
      </a:accent4>
      <a:accent5>
        <a:srgbClr val="FFFFFF"/>
      </a:accent5>
      <a:accent6>
        <a:srgbClr val="0E9AE7"/>
      </a:accent6>
      <a:hlink>
        <a:srgbClr val="551166"/>
      </a:hlink>
      <a:folHlink>
        <a:srgbClr val="DD1122"/>
      </a:folHlink>
    </a:clrScheme>
    <a:fontScheme name="Blank">
      <a:majorFont>
        <a:latin typeface="TheSans Swisscom Light"/>
        <a:ea typeface=""/>
        <a:cs typeface=""/>
      </a:majorFont>
      <a:minorFont>
        <a:latin typeface="TheSans Swisscom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17780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accent2"/>
          </a:buClr>
          <a:buSzTx/>
          <a:buFontTx/>
          <a:buNone/>
          <a:tabLst/>
          <a:defRPr kumimoji="0" lang="en-GB" alt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eSans Swisscom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17780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accent2"/>
          </a:buClr>
          <a:buSzTx/>
          <a:buFontTx/>
          <a:buNone/>
          <a:tabLst/>
          <a:defRPr kumimoji="0" lang="en-GB" alt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eSans Swisscom" pitchFamily="34" charset="0"/>
          </a:defRPr>
        </a:defPPr>
      </a:lstStyle>
    </a:lnDef>
  </a:objectDefaults>
  <a:extraClrSchemeLst>
    <a:extraClrScheme>
      <a:clrScheme name="Blank 1">
        <a:dk1>
          <a:srgbClr val="001155"/>
        </a:dk1>
        <a:lt1>
          <a:srgbClr val="FFFFFF"/>
        </a:lt1>
        <a:dk2>
          <a:srgbClr val="001155"/>
        </a:dk2>
        <a:lt2>
          <a:srgbClr val="555555"/>
        </a:lt2>
        <a:accent1>
          <a:srgbClr val="FFFFFF"/>
        </a:accent1>
        <a:accent2>
          <a:srgbClr val="11AAFF"/>
        </a:accent2>
        <a:accent3>
          <a:srgbClr val="FFFFFF"/>
        </a:accent3>
        <a:accent4>
          <a:srgbClr val="000D47"/>
        </a:accent4>
        <a:accent5>
          <a:srgbClr val="FFFFFF"/>
        </a:accent5>
        <a:accent6>
          <a:srgbClr val="0E9AE7"/>
        </a:accent6>
        <a:hlink>
          <a:srgbClr val="551166"/>
        </a:hlink>
        <a:folHlink>
          <a:srgbClr val="DD112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555555"/>
        </a:dk1>
        <a:lt1>
          <a:srgbClr val="FFFFFF"/>
        </a:lt1>
        <a:dk2>
          <a:srgbClr val="001155"/>
        </a:dk2>
        <a:lt2>
          <a:srgbClr val="FFFFFF"/>
        </a:lt2>
        <a:accent1>
          <a:srgbClr val="001155"/>
        </a:accent1>
        <a:accent2>
          <a:srgbClr val="11AAFF"/>
        </a:accent2>
        <a:accent3>
          <a:srgbClr val="AAAAB4"/>
        </a:accent3>
        <a:accent4>
          <a:srgbClr val="DADADA"/>
        </a:accent4>
        <a:accent5>
          <a:srgbClr val="AAAAB4"/>
        </a:accent5>
        <a:accent6>
          <a:srgbClr val="0E9AE7"/>
        </a:accent6>
        <a:hlink>
          <a:srgbClr val="551166"/>
        </a:hlink>
        <a:folHlink>
          <a:srgbClr val="DD112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Swisscom Master 16:9">
  <a:themeElements>
    <a:clrScheme name="Swisscom Office">
      <a:dk1>
        <a:srgbClr val="333333"/>
      </a:dk1>
      <a:lt1>
        <a:sysClr val="window" lastClr="FFFFFF"/>
      </a:lt1>
      <a:dk2>
        <a:srgbClr val="DD1122"/>
      </a:dk2>
      <a:lt2>
        <a:srgbClr val="001155"/>
      </a:lt2>
      <a:accent1>
        <a:srgbClr val="001155"/>
      </a:accent1>
      <a:accent2>
        <a:srgbClr val="11AAFF"/>
      </a:accent2>
      <a:accent3>
        <a:srgbClr val="0851DA"/>
      </a:accent3>
      <a:accent4>
        <a:srgbClr val="5C5C5C"/>
      </a:accent4>
      <a:accent5>
        <a:srgbClr val="858585"/>
      </a:accent5>
      <a:accent6>
        <a:srgbClr val="C1C1C1"/>
      </a:accent6>
      <a:hlink>
        <a:srgbClr val="11AAFF"/>
      </a:hlink>
      <a:folHlink>
        <a:srgbClr val="333333"/>
      </a:folHlink>
    </a:clrScheme>
    <a:fontScheme name="Benutzerdefiniert 6">
      <a:majorFont>
        <a:latin typeface="TheSans Swisscom Light"/>
        <a:ea typeface=""/>
        <a:cs typeface=""/>
      </a:majorFont>
      <a:minorFont>
        <a:latin typeface="TheSans Swisscom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6350">
          <a:solidFill>
            <a:schemeClr val="tx1"/>
          </a:solidFill>
        </a:ln>
      </a:spPr>
      <a:bodyPr rtlCol="0" anchor="ctr"/>
      <a:lstStyle>
        <a:defPPr algn="ctr">
          <a:lnSpc>
            <a:spcPct val="110000"/>
          </a:lnSpc>
          <a:defRPr sz="16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/>
      <a:bodyPr vert="horz" wrap="none" lIns="0" tIns="0" rIns="0" bIns="0" rtlCol="0">
        <a:noAutofit/>
      </a:bodyPr>
      <a:lstStyle>
        <a:defPPr marL="180000" indent="-180000" algn="l">
          <a:lnSpc>
            <a:spcPct val="110000"/>
          </a:lnSpc>
          <a:buFont typeface="Arial" panose="020B0604020202020204" pitchFamily="34" charset="0"/>
          <a:buChar char="•"/>
          <a:defRPr sz="1600" dirty="0"/>
        </a:defPPr>
      </a:lstStyle>
    </a:txDef>
  </a:objectDefaults>
  <a:extraClrSchemeLst/>
  <a:custClrLst>
    <a:custClr name="Pink">
      <a:srgbClr val="E61E64"/>
    </a:custClr>
    <a:custClr name="Orchid">
      <a:srgbClr val="A63297"/>
    </a:custClr>
    <a:custClr name="Iris">
      <a:srgbClr val="5944C6"/>
    </a:custClr>
    <a:custClr name="Dark Blue">
      <a:srgbClr val="1781E3"/>
    </a:custClr>
    <a:custClr name="Turquoise">
      <a:srgbClr val="0EABA9"/>
    </a:custClr>
    <a:custClr name="Aluminium">
      <a:srgbClr val="DDE3E7"/>
    </a:custClr>
    <a:custClr name="Horizon">
      <a:srgbClr val="EEF3F6"/>
    </a:custClr>
  </a:custClrLst>
  <a:extLst>
    <a:ext uri="{05A4C25C-085E-4340-85A3-A5531E510DB2}">
      <thm15:themeFamily xmlns:thm15="http://schemas.microsoft.com/office/thememl/2012/main" name="11_Presentation.potx" id="{7B97D6A9-4619-4506-9837-6CE85D33AF65}" vid="{F7B604C9-6113-49C9-A558-BEC3AFB8596F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8792A905D4FBE4781303B372FFF56B7" ma:contentTypeVersion="8" ma:contentTypeDescription="Ein neues Dokument erstellen." ma:contentTypeScope="" ma:versionID="1778ac4254428fd8dcfb4dc1c346fd92">
  <xsd:schema xmlns:xsd="http://www.w3.org/2001/XMLSchema" xmlns:xs="http://www.w3.org/2001/XMLSchema" xmlns:p="http://schemas.microsoft.com/office/2006/metadata/properties" xmlns:ns3="3e5e162a-5953-4fde-83b3-9639e6ab13bb" targetNamespace="http://schemas.microsoft.com/office/2006/metadata/properties" ma:root="true" ma:fieldsID="3cfd1d800c203e42ff8f3b3519a8cd64" ns3:_="">
    <xsd:import namespace="3e5e162a-5953-4fde-83b3-9639e6ab13b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5e162a-5953-4fde-83b3-9639e6ab13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F3BE7FE-F078-45E5-A4DB-1BE54006E4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4E5AFF-82D4-41E9-A844-AC77284E0AD4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3e5e162a-5953-4fde-83b3-9639e6ab13bb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AEBF10C-360A-4DB6-A409-C5618882BBD0}">
  <ds:schemaRefs>
    <ds:schemaRef ds:uri="3e5e162a-5953-4fde-83b3-9639e6ab13b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2e1fccfb-80ca-4fe1-a574-1516544edb53}" enabled="1" method="Standard" siteId="{364e5b87-c1c7-420d-9bee-c35d19b557a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2335</Words>
  <Application>Microsoft Office PowerPoint</Application>
  <PresentationFormat>Widescreen</PresentationFormat>
  <Paragraphs>247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13</vt:i4>
      </vt:variant>
    </vt:vector>
  </HeadingPairs>
  <TitlesOfParts>
    <vt:vector size="28" baseType="lpstr">
      <vt:lpstr>ＭＳ Ｐゴシック</vt:lpstr>
      <vt:lpstr>Arial</vt:lpstr>
      <vt:lpstr>Calibri</vt:lpstr>
      <vt:lpstr>Calibri Light</vt:lpstr>
      <vt:lpstr>Courier New</vt:lpstr>
      <vt:lpstr>TheSans Swisscom</vt:lpstr>
      <vt:lpstr>TheSans Swisscom Light</vt:lpstr>
      <vt:lpstr>12_Blank</vt:lpstr>
      <vt:lpstr>E_Presentation_Standard</vt:lpstr>
      <vt:lpstr>20_Blank</vt:lpstr>
      <vt:lpstr>Default Design</vt:lpstr>
      <vt:lpstr>Larissa</vt:lpstr>
      <vt:lpstr>Blank</vt:lpstr>
      <vt:lpstr>1_Blank</vt:lpstr>
      <vt:lpstr>Swisscom Master 16:9</vt:lpstr>
      <vt:lpstr>Swisscom Network Observability Transforms and Innovates Network Operations</vt:lpstr>
      <vt:lpstr> </vt:lpstr>
      <vt:lpstr>“ With postmortems we learn. We can't have enough of them. Agentic AI can help us to automate postmortems by analyzing and gathering data and refining the incident detection. “</vt:lpstr>
      <vt:lpstr> </vt:lpstr>
      <vt:lpstr>September 4th, Maximum Prefix BGP Peer State Change External Cloud Access, AWS Peering</vt:lpstr>
      <vt:lpstr> </vt:lpstr>
      <vt:lpstr> </vt:lpstr>
      <vt:lpstr>September 4th, Maximum Prefix BGP Peer State Change BGP notifications and BMP Peer Down Message</vt:lpstr>
      <vt:lpstr>September 4th, Maximum Prefix BGP Peer State Change draft-ietf-nmop-network-anomaly-semantics  - Symptoms: Action – Reason – Trigger</vt:lpstr>
      <vt:lpstr>Problem Statement and Motivation How it is being addressed in which document</vt:lpstr>
      <vt:lpstr>IETF NMOP - Semantic Metadata Annotation for Network Anomaly Detection draft-ietf-nmop-network-anomaly-semantics – Schema Tree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Michael.Mankel@swisscom.com</dc:creator>
  <cp:lastModifiedBy>Graf Thomas, SCS-INI-NET-VNC-E2E</cp:lastModifiedBy>
  <cp:revision>294</cp:revision>
  <dcterms:created xsi:type="dcterms:W3CDTF">2016-05-10T09:20:19Z</dcterms:created>
  <dcterms:modified xsi:type="dcterms:W3CDTF">2026-03-15T07:05:17Z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0x01010028792A905D4FBE4781303B372FFF56B7</vt:lpwstr>
  </property>
  <property fmtid="{D5CDD505-2E9C-101B-9397-08002B2CF9AE}" pid="3" name="_dlc_DocIdItemGuid">
    <vt:lpwstr>965fe21c-2b00-4877-9ea6-4f512aab3804</vt:lpwstr>
  </property>
  <property fmtid="{D5CDD505-2E9C-101B-9397-08002B2CF9AE}" pid="4" name="_NewReviewCycle">
    <vt:lpwstr/>
  </property>
  <property fmtid="{D5CDD505-2E9C-101B-9397-08002B2CF9AE}" pid="5" name="MSIP_Label_2e1fccfb-80ca-4fe1-a574-1516544edb53_Enabled">
    <vt:lpwstr>true</vt:lpwstr>
  </property>
  <property fmtid="{D5CDD505-2E9C-101B-9397-08002B2CF9AE}" pid="6" name="MSIP_Label_2e1fccfb-80ca-4fe1-a574-1516544edb53_SetDate">
    <vt:lpwstr>2023-06-15T06:51:19Z</vt:lpwstr>
  </property>
  <property fmtid="{D5CDD505-2E9C-101B-9397-08002B2CF9AE}" pid="7" name="MSIP_Label_2e1fccfb-80ca-4fe1-a574-1516544edb53_Method">
    <vt:lpwstr>Standard</vt:lpwstr>
  </property>
  <property fmtid="{D5CDD505-2E9C-101B-9397-08002B2CF9AE}" pid="8" name="MSIP_Label_2e1fccfb-80ca-4fe1-a574-1516544edb53_Name">
    <vt:lpwstr>C2 Internal</vt:lpwstr>
  </property>
  <property fmtid="{D5CDD505-2E9C-101B-9397-08002B2CF9AE}" pid="9" name="MSIP_Label_2e1fccfb-80ca-4fe1-a574-1516544edb53_SiteId">
    <vt:lpwstr>364e5b87-c1c7-420d-9bee-c35d19b557a1</vt:lpwstr>
  </property>
  <property fmtid="{D5CDD505-2E9C-101B-9397-08002B2CF9AE}" pid="10" name="MSIP_Label_2e1fccfb-80ca-4fe1-a574-1516544edb53_ContentBits">
    <vt:lpwstr>0</vt:lpwstr>
  </property>
  <property fmtid="{D5CDD505-2E9C-101B-9397-08002B2CF9AE}" pid="11" name="Sensitivity">
    <vt:lpwstr>C2 General</vt:lpwstr>
  </property>
</Properties>
</file>