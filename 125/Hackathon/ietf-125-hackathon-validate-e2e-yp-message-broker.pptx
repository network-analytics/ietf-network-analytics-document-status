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  <p:sldMasterId id="2147483688" r:id="rId2"/>
  </p:sldMasterIdLst>
  <p:notesMasterIdLst>
    <p:notesMasterId r:id="rId13"/>
  </p:notesMasterIdLst>
  <p:sldIdLst>
    <p:sldId id="256" r:id="rId3"/>
    <p:sldId id="257" r:id="rId4"/>
    <p:sldId id="258" r:id="rId5"/>
    <p:sldId id="274" r:id="rId6"/>
    <p:sldId id="275" r:id="rId7"/>
    <p:sldId id="276" r:id="rId8"/>
    <p:sldId id="277" r:id="rId9"/>
    <p:sldId id="2145706268" r:id="rId10"/>
    <p:sldId id="2145706269" r:id="rId11"/>
    <p:sldId id="272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2D8F35-A2D4-4DD0-885C-CB277AB2376C}" v="1" dt="2026-05-28T12:37:30.493"/>
  </p1510:revLst>
</p1510:revInfo>
</file>

<file path=ppt/tableStyles.xml><?xml version="1.0" encoding="utf-8"?>
<a:tblStyleLst xmlns:a="http://schemas.openxmlformats.org/drawingml/2006/main" def="{D7D3C4E2-B833-4A92-BAF4-0750F623BB92}">
  <a:tblStyle styleId="{D7D3C4E2-B833-4A92-BAF4-0750F623BB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17"/>
  </p:normalViewPr>
  <p:slideViewPr>
    <p:cSldViewPr snapToGrid="0">
      <p:cViewPr varScale="1">
        <p:scale>
          <a:sx n="119" d="100"/>
          <a:sy n="119" d="100"/>
        </p:scale>
        <p:origin x="538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f Thomas, SCS-INI-NET-VNC-E2E" userId="487bc3e3-9ce7-4cdd-b7b4-8899ea88d289" providerId="ADAL" clId="{3B053312-6A65-437B-8054-1D4CEEF7F7DD}"/>
    <pc:docChg chg="modSld">
      <pc:chgData name="Graf Thomas, SCS-INI-NET-VNC-E2E" userId="487bc3e3-9ce7-4cdd-b7b4-8899ea88d289" providerId="ADAL" clId="{3B053312-6A65-437B-8054-1D4CEEF7F7DD}" dt="2025-08-12T05:57:19.892" v="0" actId="13926"/>
      <pc:docMkLst>
        <pc:docMk/>
      </pc:docMkLst>
      <pc:sldChg chg="modSp mod">
        <pc:chgData name="Graf Thomas, SCS-INI-NET-VNC-E2E" userId="487bc3e3-9ce7-4cdd-b7b4-8899ea88d289" providerId="ADAL" clId="{3B053312-6A65-437B-8054-1D4CEEF7F7DD}" dt="2025-08-12T05:57:19.892" v="0" actId="13926"/>
        <pc:sldMkLst>
          <pc:docMk/>
          <pc:sldMk cId="3616314567" sldId="274"/>
        </pc:sldMkLst>
      </pc:sldChg>
    </pc:docChg>
  </pc:docChgLst>
  <pc:docChgLst>
    <pc:chgData name="Graf Thomas, SCS-INI-NET-VNC-E2E" userId="487bc3e3-9ce7-4cdd-b7b4-8899ea88d289" providerId="ADAL" clId="{BFACD14B-1A44-4893-9355-11AADC92FB2D}"/>
    <pc:docChg chg="undo custSel addSld delSld modSld sldOrd delMainMaster">
      <pc:chgData name="Graf Thomas, SCS-INI-NET-VNC-E2E" userId="487bc3e3-9ce7-4cdd-b7b4-8899ea88d289" providerId="ADAL" clId="{BFACD14B-1A44-4893-9355-11AADC92FB2D}" dt="2025-07-23T15:02:12.632" v="2486" actId="13926"/>
      <pc:docMkLst>
        <pc:docMk/>
      </pc:docMkLst>
      <pc:sldChg chg="delSp del mod ord">
        <pc:chgData name="Graf Thomas, SCS-INI-NET-VNC-E2E" userId="487bc3e3-9ce7-4cdd-b7b4-8899ea88d289" providerId="ADAL" clId="{BFACD14B-1A44-4893-9355-11AADC92FB2D}" dt="2025-07-20T08:37:25.877" v="1177" actId="47"/>
        <pc:sldMkLst>
          <pc:docMk/>
          <pc:sldMk cId="0" sldId="260"/>
        </pc:sldMkLst>
      </pc:sldChg>
      <pc:sldChg chg="modSp add del mod">
        <pc:chgData name="Graf Thomas, SCS-INI-NET-VNC-E2E" userId="487bc3e3-9ce7-4cdd-b7b4-8899ea88d289" providerId="ADAL" clId="{BFACD14B-1A44-4893-9355-11AADC92FB2D}" dt="2025-07-20T06:12:21.184" v="33" actId="47"/>
        <pc:sldMkLst>
          <pc:docMk/>
          <pc:sldMk cId="0" sldId="268"/>
        </pc:sldMkLst>
      </pc:sldChg>
      <pc:sldChg chg="modSp add del mod">
        <pc:chgData name="Graf Thomas, SCS-INI-NET-VNC-E2E" userId="487bc3e3-9ce7-4cdd-b7b4-8899ea88d289" providerId="ADAL" clId="{BFACD14B-1A44-4893-9355-11AADC92FB2D}" dt="2025-07-20T06:12:21.184" v="33" actId="47"/>
        <pc:sldMkLst>
          <pc:docMk/>
          <pc:sldMk cId="0" sldId="269"/>
        </pc:sldMkLst>
      </pc:sldChg>
      <pc:sldChg chg="modSp add del mod">
        <pc:chgData name="Graf Thomas, SCS-INI-NET-VNC-E2E" userId="487bc3e3-9ce7-4cdd-b7b4-8899ea88d289" providerId="ADAL" clId="{BFACD14B-1A44-4893-9355-11AADC92FB2D}" dt="2025-07-20T06:12:21.184" v="33" actId="47"/>
        <pc:sldMkLst>
          <pc:docMk/>
          <pc:sldMk cId="0" sldId="270"/>
        </pc:sldMkLst>
      </pc:sldChg>
      <pc:sldChg chg="addSp delSp modSp mod">
        <pc:chgData name="Graf Thomas, SCS-INI-NET-VNC-E2E" userId="487bc3e3-9ce7-4cdd-b7b4-8899ea88d289" providerId="ADAL" clId="{BFACD14B-1A44-4893-9355-11AADC92FB2D}" dt="2025-07-20T10:41:32.709" v="2483" actId="1076"/>
        <pc:sldMkLst>
          <pc:docMk/>
          <pc:sldMk cId="0" sldId="272"/>
        </pc:sldMkLst>
      </pc:sldChg>
      <pc:sldChg chg="modSp mod">
        <pc:chgData name="Graf Thomas, SCS-INI-NET-VNC-E2E" userId="487bc3e3-9ce7-4cdd-b7b4-8899ea88d289" providerId="ADAL" clId="{BFACD14B-1A44-4893-9355-11AADC92FB2D}" dt="2025-07-23T15:02:12.632" v="2486" actId="13926"/>
        <pc:sldMkLst>
          <pc:docMk/>
          <pc:sldMk cId="3616314567" sldId="274"/>
        </pc:sldMkLst>
      </pc:sldChg>
      <pc:sldChg chg="del">
        <pc:chgData name="Graf Thomas, SCS-INI-NET-VNC-E2E" userId="487bc3e3-9ce7-4cdd-b7b4-8899ea88d289" providerId="ADAL" clId="{BFACD14B-1A44-4893-9355-11AADC92FB2D}" dt="2025-07-20T08:39:04.726" v="1193" actId="47"/>
        <pc:sldMkLst>
          <pc:docMk/>
          <pc:sldMk cId="2342902973" sldId="275"/>
        </pc:sldMkLst>
      </pc:sldChg>
      <pc:sldChg chg="del">
        <pc:chgData name="Graf Thomas, SCS-INI-NET-VNC-E2E" userId="487bc3e3-9ce7-4cdd-b7b4-8899ea88d289" providerId="ADAL" clId="{BFACD14B-1A44-4893-9355-11AADC92FB2D}" dt="2025-07-20T08:38:12.481" v="1178" actId="47"/>
        <pc:sldMkLst>
          <pc:docMk/>
          <pc:sldMk cId="4289221130" sldId="2145706251"/>
        </pc:sldMkLst>
      </pc:sldChg>
      <pc:sldChg chg="modSp mod">
        <pc:chgData name="Graf Thomas, SCS-INI-NET-VNC-E2E" userId="487bc3e3-9ce7-4cdd-b7b4-8899ea88d289" providerId="ADAL" clId="{BFACD14B-1A44-4893-9355-11AADC92FB2D}" dt="2025-07-20T10:24:09.924" v="2012" actId="14100"/>
        <pc:sldMkLst>
          <pc:docMk/>
          <pc:sldMk cId="931357574" sldId="2145706252"/>
        </pc:sldMkLst>
      </pc:sldChg>
      <pc:sldChg chg="modSp mod">
        <pc:chgData name="Graf Thomas, SCS-INI-NET-VNC-E2E" userId="487bc3e3-9ce7-4cdd-b7b4-8899ea88d289" providerId="ADAL" clId="{BFACD14B-1A44-4893-9355-11AADC92FB2D}" dt="2025-07-20T10:24:05.250" v="2010" actId="14100"/>
        <pc:sldMkLst>
          <pc:docMk/>
          <pc:sldMk cId="3287642256" sldId="2145706253"/>
        </pc:sldMkLst>
      </pc:sldChg>
      <pc:sldChg chg="addSp delSp modSp mod">
        <pc:chgData name="Graf Thomas, SCS-INI-NET-VNC-E2E" userId="487bc3e3-9ce7-4cdd-b7b4-8899ea88d289" providerId="ADAL" clId="{BFACD14B-1A44-4893-9355-11AADC92FB2D}" dt="2025-07-20T08:55:21.424" v="1534" actId="207"/>
        <pc:sldMkLst>
          <pc:docMk/>
          <pc:sldMk cId="3946747757" sldId="2145706256"/>
        </pc:sldMkLst>
      </pc:sldChg>
      <pc:sldChg chg="modSp mod">
        <pc:chgData name="Graf Thomas, SCS-INI-NET-VNC-E2E" userId="487bc3e3-9ce7-4cdd-b7b4-8899ea88d289" providerId="ADAL" clId="{BFACD14B-1A44-4893-9355-11AADC92FB2D}" dt="2025-07-20T10:24:19.675" v="2015" actId="14100"/>
        <pc:sldMkLst>
          <pc:docMk/>
          <pc:sldMk cId="2699740971" sldId="2145706257"/>
        </pc:sldMkLst>
      </pc:sldChg>
      <pc:sldChg chg="modSp mod">
        <pc:chgData name="Graf Thomas, SCS-INI-NET-VNC-E2E" userId="487bc3e3-9ce7-4cdd-b7b4-8899ea88d289" providerId="ADAL" clId="{BFACD14B-1A44-4893-9355-11AADC92FB2D}" dt="2025-07-20T10:24:15.763" v="2014" actId="14100"/>
        <pc:sldMkLst>
          <pc:docMk/>
          <pc:sldMk cId="993903472" sldId="2145706258"/>
        </pc:sldMkLst>
      </pc:sldChg>
      <pc:sldChg chg="addSp delSp modSp mod">
        <pc:chgData name="Graf Thomas, SCS-INI-NET-VNC-E2E" userId="487bc3e3-9ce7-4cdd-b7b4-8899ea88d289" providerId="ADAL" clId="{BFACD14B-1A44-4893-9355-11AADC92FB2D}" dt="2025-07-20T10:14:54.367" v="1990" actId="14100"/>
        <pc:sldMkLst>
          <pc:docMk/>
          <pc:sldMk cId="0" sldId="2145706259"/>
        </pc:sldMkLst>
      </pc:sldChg>
      <pc:sldChg chg="addSp delSp modSp mod">
        <pc:chgData name="Graf Thomas, SCS-INI-NET-VNC-E2E" userId="487bc3e3-9ce7-4cdd-b7b4-8899ea88d289" providerId="ADAL" clId="{BFACD14B-1A44-4893-9355-11AADC92FB2D}" dt="2025-07-20T06:15:56.560" v="55"/>
        <pc:sldMkLst>
          <pc:docMk/>
          <pc:sldMk cId="0" sldId="2145706260"/>
        </pc:sldMkLst>
      </pc:sldChg>
      <pc:sldChg chg="addSp delSp modSp mod">
        <pc:chgData name="Graf Thomas, SCS-INI-NET-VNC-E2E" userId="487bc3e3-9ce7-4cdd-b7b4-8899ea88d289" providerId="ADAL" clId="{BFACD14B-1A44-4893-9355-11AADC92FB2D}" dt="2025-07-20T06:15:59.792" v="57"/>
        <pc:sldMkLst>
          <pc:docMk/>
          <pc:sldMk cId="0" sldId="2145706261"/>
        </pc:sldMkLst>
      </pc:sldChg>
      <pc:sldChg chg="modSp add mod">
        <pc:chgData name="Graf Thomas, SCS-INI-NET-VNC-E2E" userId="487bc3e3-9ce7-4cdd-b7b4-8899ea88d289" providerId="ADAL" clId="{BFACD14B-1A44-4893-9355-11AADC92FB2D}" dt="2025-07-20T10:24:24.743" v="2016" actId="14100"/>
        <pc:sldMkLst>
          <pc:docMk/>
          <pc:sldMk cId="219516002" sldId="2145706262"/>
        </pc:sldMkLst>
      </pc:sldChg>
      <pc:sldChg chg="addSp delSp modSp add mod">
        <pc:chgData name="Graf Thomas, SCS-INI-NET-VNC-E2E" userId="487bc3e3-9ce7-4cdd-b7b4-8899ea88d289" providerId="ADAL" clId="{BFACD14B-1A44-4893-9355-11AADC92FB2D}" dt="2025-07-20T08:55:46.342" v="1535" actId="948"/>
        <pc:sldMkLst>
          <pc:docMk/>
          <pc:sldMk cId="913270623" sldId="2145706263"/>
        </pc:sldMkLst>
      </pc:sldChg>
      <pc:sldChg chg="addSp delSp modSp add mod ord">
        <pc:chgData name="Graf Thomas, SCS-INI-NET-VNC-E2E" userId="487bc3e3-9ce7-4cdd-b7b4-8899ea88d289" providerId="ADAL" clId="{BFACD14B-1A44-4893-9355-11AADC92FB2D}" dt="2025-07-20T10:24:29.575" v="2017" actId="14100"/>
        <pc:sldMkLst>
          <pc:docMk/>
          <pc:sldMk cId="2454559456" sldId="2145706264"/>
        </pc:sldMkLst>
      </pc:sldChg>
      <pc:sldChg chg="delSp modSp add mod ord">
        <pc:chgData name="Graf Thomas, SCS-INI-NET-VNC-E2E" userId="487bc3e3-9ce7-4cdd-b7b4-8899ea88d289" providerId="ADAL" clId="{BFACD14B-1A44-4893-9355-11AADC92FB2D}" dt="2025-07-20T10:33:04.384" v="2383" actId="5793"/>
        <pc:sldMkLst>
          <pc:docMk/>
          <pc:sldMk cId="1666044975" sldId="2145706265"/>
        </pc:sldMkLst>
      </pc:sldChg>
      <pc:sldMasterChg chg="delSldLayout">
        <pc:chgData name="Graf Thomas, SCS-INI-NET-VNC-E2E" userId="487bc3e3-9ce7-4cdd-b7b4-8899ea88d289" providerId="ADAL" clId="{BFACD14B-1A44-4893-9355-11AADC92FB2D}" dt="2025-07-20T06:12:21.184" v="33" actId="47"/>
        <pc:sldMasterMkLst>
          <pc:docMk/>
          <pc:sldMasterMk cId="0" sldId="2147483688"/>
        </pc:sldMasterMkLst>
        <pc:sldLayoutChg chg="del">
          <pc:chgData name="Graf Thomas, SCS-INI-NET-VNC-E2E" userId="487bc3e3-9ce7-4cdd-b7b4-8899ea88d289" providerId="ADAL" clId="{BFACD14B-1A44-4893-9355-11AADC92FB2D}" dt="2025-07-20T06:12:21.184" v="33" actId="47"/>
          <pc:sldLayoutMkLst>
            <pc:docMk/>
            <pc:sldMasterMk cId="0" sldId="2147483688"/>
            <pc:sldLayoutMk cId="1880062055" sldId="2147483702"/>
          </pc:sldLayoutMkLst>
        </pc:sldLayoutChg>
      </pc:sldMasterChg>
      <pc:sldMasterChg chg="del delSldLayout">
        <pc:chgData name="Graf Thomas, SCS-INI-NET-VNC-E2E" userId="487bc3e3-9ce7-4cdd-b7b4-8899ea88d289" providerId="ADAL" clId="{BFACD14B-1A44-4893-9355-11AADC92FB2D}" dt="2025-07-20T08:38:12.481" v="1178" actId="47"/>
        <pc:sldMasterMkLst>
          <pc:docMk/>
          <pc:sldMasterMk cId="629154941" sldId="2147483689"/>
        </pc:sldMasterMkLst>
        <pc:sldLayoutChg chg="del">
          <pc:chgData name="Graf Thomas, SCS-INI-NET-VNC-E2E" userId="487bc3e3-9ce7-4cdd-b7b4-8899ea88d289" providerId="ADAL" clId="{BFACD14B-1A44-4893-9355-11AADC92FB2D}" dt="2025-07-20T08:38:12.481" v="1178" actId="47"/>
          <pc:sldLayoutMkLst>
            <pc:docMk/>
            <pc:sldMasterMk cId="629154941" sldId="2147483689"/>
            <pc:sldLayoutMk cId="3275298539" sldId="2147483690"/>
          </pc:sldLayoutMkLst>
        </pc:sldLayoutChg>
        <pc:sldLayoutChg chg="del">
          <pc:chgData name="Graf Thomas, SCS-INI-NET-VNC-E2E" userId="487bc3e3-9ce7-4cdd-b7b4-8899ea88d289" providerId="ADAL" clId="{BFACD14B-1A44-4893-9355-11AADC92FB2D}" dt="2025-07-20T08:38:12.481" v="1178" actId="47"/>
          <pc:sldLayoutMkLst>
            <pc:docMk/>
            <pc:sldMasterMk cId="629154941" sldId="2147483689"/>
            <pc:sldLayoutMk cId="1502490425" sldId="2147483691"/>
          </pc:sldLayoutMkLst>
        </pc:sldLayoutChg>
        <pc:sldLayoutChg chg="del">
          <pc:chgData name="Graf Thomas, SCS-INI-NET-VNC-E2E" userId="487bc3e3-9ce7-4cdd-b7b4-8899ea88d289" providerId="ADAL" clId="{BFACD14B-1A44-4893-9355-11AADC92FB2D}" dt="2025-07-20T08:38:12.481" v="1178" actId="47"/>
          <pc:sldLayoutMkLst>
            <pc:docMk/>
            <pc:sldMasterMk cId="629154941" sldId="2147483689"/>
            <pc:sldLayoutMk cId="792744150" sldId="2147483692"/>
          </pc:sldLayoutMkLst>
        </pc:sldLayoutChg>
        <pc:sldLayoutChg chg="del">
          <pc:chgData name="Graf Thomas, SCS-INI-NET-VNC-E2E" userId="487bc3e3-9ce7-4cdd-b7b4-8899ea88d289" providerId="ADAL" clId="{BFACD14B-1A44-4893-9355-11AADC92FB2D}" dt="2025-07-20T08:38:12.481" v="1178" actId="47"/>
          <pc:sldLayoutMkLst>
            <pc:docMk/>
            <pc:sldMasterMk cId="629154941" sldId="2147483689"/>
            <pc:sldLayoutMk cId="3990205177" sldId="2147483693"/>
          </pc:sldLayoutMkLst>
        </pc:sldLayoutChg>
        <pc:sldLayoutChg chg="del">
          <pc:chgData name="Graf Thomas, SCS-INI-NET-VNC-E2E" userId="487bc3e3-9ce7-4cdd-b7b4-8899ea88d289" providerId="ADAL" clId="{BFACD14B-1A44-4893-9355-11AADC92FB2D}" dt="2025-07-20T08:38:12.481" v="1178" actId="47"/>
          <pc:sldLayoutMkLst>
            <pc:docMk/>
            <pc:sldMasterMk cId="629154941" sldId="2147483689"/>
            <pc:sldLayoutMk cId="1115350679" sldId="2147483694"/>
          </pc:sldLayoutMkLst>
        </pc:sldLayoutChg>
        <pc:sldLayoutChg chg="del">
          <pc:chgData name="Graf Thomas, SCS-INI-NET-VNC-E2E" userId="487bc3e3-9ce7-4cdd-b7b4-8899ea88d289" providerId="ADAL" clId="{BFACD14B-1A44-4893-9355-11AADC92FB2D}" dt="2025-07-20T08:38:12.481" v="1178" actId="47"/>
          <pc:sldLayoutMkLst>
            <pc:docMk/>
            <pc:sldMasterMk cId="629154941" sldId="2147483689"/>
            <pc:sldLayoutMk cId="3456573814" sldId="2147483695"/>
          </pc:sldLayoutMkLst>
        </pc:sldLayoutChg>
        <pc:sldLayoutChg chg="del">
          <pc:chgData name="Graf Thomas, SCS-INI-NET-VNC-E2E" userId="487bc3e3-9ce7-4cdd-b7b4-8899ea88d289" providerId="ADAL" clId="{BFACD14B-1A44-4893-9355-11AADC92FB2D}" dt="2025-07-20T08:38:12.481" v="1178" actId="47"/>
          <pc:sldLayoutMkLst>
            <pc:docMk/>
            <pc:sldMasterMk cId="629154941" sldId="2147483689"/>
            <pc:sldLayoutMk cId="3343663566" sldId="2147483696"/>
          </pc:sldLayoutMkLst>
        </pc:sldLayoutChg>
        <pc:sldLayoutChg chg="del">
          <pc:chgData name="Graf Thomas, SCS-INI-NET-VNC-E2E" userId="487bc3e3-9ce7-4cdd-b7b4-8899ea88d289" providerId="ADAL" clId="{BFACD14B-1A44-4893-9355-11AADC92FB2D}" dt="2025-07-20T08:38:12.481" v="1178" actId="47"/>
          <pc:sldLayoutMkLst>
            <pc:docMk/>
            <pc:sldMasterMk cId="629154941" sldId="2147483689"/>
            <pc:sldLayoutMk cId="3520405421" sldId="2147483697"/>
          </pc:sldLayoutMkLst>
        </pc:sldLayoutChg>
        <pc:sldLayoutChg chg="del">
          <pc:chgData name="Graf Thomas, SCS-INI-NET-VNC-E2E" userId="487bc3e3-9ce7-4cdd-b7b4-8899ea88d289" providerId="ADAL" clId="{BFACD14B-1A44-4893-9355-11AADC92FB2D}" dt="2025-07-20T08:38:12.481" v="1178" actId="47"/>
          <pc:sldLayoutMkLst>
            <pc:docMk/>
            <pc:sldMasterMk cId="629154941" sldId="2147483689"/>
            <pc:sldLayoutMk cId="2327051130" sldId="2147483698"/>
          </pc:sldLayoutMkLst>
        </pc:sldLayoutChg>
        <pc:sldLayoutChg chg="del">
          <pc:chgData name="Graf Thomas, SCS-INI-NET-VNC-E2E" userId="487bc3e3-9ce7-4cdd-b7b4-8899ea88d289" providerId="ADAL" clId="{BFACD14B-1A44-4893-9355-11AADC92FB2D}" dt="2025-07-20T08:38:12.481" v="1178" actId="47"/>
          <pc:sldLayoutMkLst>
            <pc:docMk/>
            <pc:sldMasterMk cId="629154941" sldId="2147483689"/>
            <pc:sldLayoutMk cId="2451716593" sldId="2147483699"/>
          </pc:sldLayoutMkLst>
        </pc:sldLayoutChg>
        <pc:sldLayoutChg chg="del">
          <pc:chgData name="Graf Thomas, SCS-INI-NET-VNC-E2E" userId="487bc3e3-9ce7-4cdd-b7b4-8899ea88d289" providerId="ADAL" clId="{BFACD14B-1A44-4893-9355-11AADC92FB2D}" dt="2025-07-20T08:38:12.481" v="1178" actId="47"/>
          <pc:sldLayoutMkLst>
            <pc:docMk/>
            <pc:sldMasterMk cId="629154941" sldId="2147483689"/>
            <pc:sldLayoutMk cId="1729017408" sldId="2147483700"/>
          </pc:sldLayoutMkLst>
        </pc:sldLayoutChg>
        <pc:sldLayoutChg chg="del">
          <pc:chgData name="Graf Thomas, SCS-INI-NET-VNC-E2E" userId="487bc3e3-9ce7-4cdd-b7b4-8899ea88d289" providerId="ADAL" clId="{BFACD14B-1A44-4893-9355-11AADC92FB2D}" dt="2025-07-20T08:38:12.481" v="1178" actId="47"/>
          <pc:sldLayoutMkLst>
            <pc:docMk/>
            <pc:sldMasterMk cId="629154941" sldId="2147483689"/>
            <pc:sldLayoutMk cId="1678460780" sldId="2147483701"/>
          </pc:sldLayoutMkLst>
        </pc:sldLayoutChg>
      </pc:sldMasterChg>
    </pc:docChg>
  </pc:docChgLst>
  <pc:docChgLst>
    <pc:chgData name="Graf Thomas, SCS-INI-NET-VNC-E2E" userId="487bc3e3-9ce7-4cdd-b7b4-8899ea88d289" providerId="ADAL" clId="{998C6E9F-08F7-4E62-AC9C-ABA31B1909A3}"/>
    <pc:docChg chg="undo custSel addSld delSld modSld delMainMaster">
      <pc:chgData name="Graf Thomas, SCS-INI-NET-VNC-E2E" userId="487bc3e3-9ce7-4cdd-b7b4-8899ea88d289" providerId="ADAL" clId="{998C6E9F-08F7-4E62-AC9C-ABA31B1909A3}" dt="2025-07-16T15:34:01.384" v="915" actId="20577"/>
      <pc:docMkLst>
        <pc:docMk/>
      </pc:docMkLst>
      <pc:sldChg chg="addSp delSp modSp mod">
        <pc:chgData name="Graf Thomas, SCS-INI-NET-VNC-E2E" userId="487bc3e3-9ce7-4cdd-b7b4-8899ea88d289" providerId="ADAL" clId="{998C6E9F-08F7-4E62-AC9C-ABA31B1909A3}" dt="2025-07-16T07:11:08.712" v="614"/>
        <pc:sldMkLst>
          <pc:docMk/>
          <pc:sldMk cId="0" sldId="256"/>
        </pc:sldMkLst>
      </pc:sldChg>
      <pc:sldChg chg="addSp delSp modSp mod">
        <pc:chgData name="Graf Thomas, SCS-INI-NET-VNC-E2E" userId="487bc3e3-9ce7-4cdd-b7b4-8899ea88d289" providerId="ADAL" clId="{998C6E9F-08F7-4E62-AC9C-ABA31B1909A3}" dt="2025-07-16T07:11:04.769" v="613"/>
        <pc:sldMkLst>
          <pc:docMk/>
          <pc:sldMk cId="0" sldId="257"/>
        </pc:sldMkLst>
      </pc:sldChg>
      <pc:sldChg chg="addSp delSp modSp mod">
        <pc:chgData name="Graf Thomas, SCS-INI-NET-VNC-E2E" userId="487bc3e3-9ce7-4cdd-b7b4-8899ea88d289" providerId="ADAL" clId="{998C6E9F-08F7-4E62-AC9C-ABA31B1909A3}" dt="2025-07-16T15:22:26.898" v="769" actId="1076"/>
        <pc:sldMkLst>
          <pc:docMk/>
          <pc:sldMk cId="0" sldId="258"/>
        </pc:sldMkLst>
      </pc:sldChg>
      <pc:sldChg chg="addSp modSp del mod">
        <pc:chgData name="Graf Thomas, SCS-INI-NET-VNC-E2E" userId="487bc3e3-9ce7-4cdd-b7b4-8899ea88d289" providerId="ADAL" clId="{998C6E9F-08F7-4E62-AC9C-ABA31B1909A3}" dt="2025-07-16T06:31:12.783" v="118" actId="47"/>
        <pc:sldMkLst>
          <pc:docMk/>
          <pc:sldMk cId="0" sldId="259"/>
        </pc:sldMkLst>
      </pc:sldChg>
      <pc:sldChg chg="addSp delSp modSp mod">
        <pc:chgData name="Graf Thomas, SCS-INI-NET-VNC-E2E" userId="487bc3e3-9ce7-4cdd-b7b4-8899ea88d289" providerId="ADAL" clId="{998C6E9F-08F7-4E62-AC9C-ABA31B1909A3}" dt="2025-07-16T07:10:51.389" v="607"/>
        <pc:sldMkLst>
          <pc:docMk/>
          <pc:sldMk cId="0" sldId="260"/>
        </pc:sldMkLst>
      </pc:sldChg>
      <pc:sldChg chg="del">
        <pc:chgData name="Graf Thomas, SCS-INI-NET-VNC-E2E" userId="487bc3e3-9ce7-4cdd-b7b4-8899ea88d289" providerId="ADAL" clId="{998C6E9F-08F7-4E62-AC9C-ABA31B1909A3}" dt="2025-07-16T06:31:18.122" v="119" actId="47"/>
        <pc:sldMkLst>
          <pc:docMk/>
          <pc:sldMk cId="0" sldId="261"/>
        </pc:sldMkLst>
      </pc:sldChg>
      <pc:sldChg chg="del">
        <pc:chgData name="Graf Thomas, SCS-INI-NET-VNC-E2E" userId="487bc3e3-9ce7-4cdd-b7b4-8899ea88d289" providerId="ADAL" clId="{998C6E9F-08F7-4E62-AC9C-ABA31B1909A3}" dt="2025-07-16T06:31:18.122" v="119" actId="47"/>
        <pc:sldMkLst>
          <pc:docMk/>
          <pc:sldMk cId="0" sldId="263"/>
        </pc:sldMkLst>
      </pc:sldChg>
      <pc:sldChg chg="del">
        <pc:chgData name="Graf Thomas, SCS-INI-NET-VNC-E2E" userId="487bc3e3-9ce7-4cdd-b7b4-8899ea88d289" providerId="ADAL" clId="{998C6E9F-08F7-4E62-AC9C-ABA31B1909A3}" dt="2025-07-16T06:31:18.122" v="119" actId="47"/>
        <pc:sldMkLst>
          <pc:docMk/>
          <pc:sldMk cId="0" sldId="264"/>
        </pc:sldMkLst>
      </pc:sldChg>
      <pc:sldChg chg="del">
        <pc:chgData name="Graf Thomas, SCS-INI-NET-VNC-E2E" userId="487bc3e3-9ce7-4cdd-b7b4-8899ea88d289" providerId="ADAL" clId="{998C6E9F-08F7-4E62-AC9C-ABA31B1909A3}" dt="2025-07-16T06:31:18.122" v="119" actId="47"/>
        <pc:sldMkLst>
          <pc:docMk/>
          <pc:sldMk cId="0" sldId="265"/>
        </pc:sldMkLst>
      </pc:sldChg>
      <pc:sldChg chg="del">
        <pc:chgData name="Graf Thomas, SCS-INI-NET-VNC-E2E" userId="487bc3e3-9ce7-4cdd-b7b4-8899ea88d289" providerId="ADAL" clId="{998C6E9F-08F7-4E62-AC9C-ABA31B1909A3}" dt="2025-07-16T06:31:18.122" v="119" actId="47"/>
        <pc:sldMkLst>
          <pc:docMk/>
          <pc:sldMk cId="0" sldId="266"/>
        </pc:sldMkLst>
      </pc:sldChg>
      <pc:sldChg chg="del">
        <pc:chgData name="Graf Thomas, SCS-INI-NET-VNC-E2E" userId="487bc3e3-9ce7-4cdd-b7b4-8899ea88d289" providerId="ADAL" clId="{998C6E9F-08F7-4E62-AC9C-ABA31B1909A3}" dt="2025-07-16T06:31:18.122" v="119" actId="47"/>
        <pc:sldMkLst>
          <pc:docMk/>
          <pc:sldMk cId="0" sldId="267"/>
        </pc:sldMkLst>
      </pc:sldChg>
      <pc:sldChg chg="del">
        <pc:chgData name="Graf Thomas, SCS-INI-NET-VNC-E2E" userId="487bc3e3-9ce7-4cdd-b7b4-8899ea88d289" providerId="ADAL" clId="{998C6E9F-08F7-4E62-AC9C-ABA31B1909A3}" dt="2025-07-16T06:31:18.122" v="119" actId="47"/>
        <pc:sldMkLst>
          <pc:docMk/>
          <pc:sldMk cId="0" sldId="268"/>
        </pc:sldMkLst>
      </pc:sldChg>
      <pc:sldChg chg="del">
        <pc:chgData name="Graf Thomas, SCS-INI-NET-VNC-E2E" userId="487bc3e3-9ce7-4cdd-b7b4-8899ea88d289" providerId="ADAL" clId="{998C6E9F-08F7-4E62-AC9C-ABA31B1909A3}" dt="2025-07-16T06:31:18.122" v="119" actId="47"/>
        <pc:sldMkLst>
          <pc:docMk/>
          <pc:sldMk cId="0" sldId="269"/>
        </pc:sldMkLst>
      </pc:sldChg>
      <pc:sldChg chg="del">
        <pc:chgData name="Graf Thomas, SCS-INI-NET-VNC-E2E" userId="487bc3e3-9ce7-4cdd-b7b4-8899ea88d289" providerId="ADAL" clId="{998C6E9F-08F7-4E62-AC9C-ABA31B1909A3}" dt="2025-07-16T06:31:18.122" v="119" actId="47"/>
        <pc:sldMkLst>
          <pc:docMk/>
          <pc:sldMk cId="0" sldId="270"/>
        </pc:sldMkLst>
      </pc:sldChg>
      <pc:sldChg chg="addSp delSp modSp mod">
        <pc:chgData name="Graf Thomas, SCS-INI-NET-VNC-E2E" userId="487bc3e3-9ce7-4cdd-b7b4-8899ea88d289" providerId="ADAL" clId="{998C6E9F-08F7-4E62-AC9C-ABA31B1909A3}" dt="2025-07-16T15:34:01.384" v="915" actId="20577"/>
        <pc:sldMkLst>
          <pc:docMk/>
          <pc:sldMk cId="0" sldId="272"/>
        </pc:sldMkLst>
      </pc:sldChg>
      <pc:sldChg chg="del">
        <pc:chgData name="Graf Thomas, SCS-INI-NET-VNC-E2E" userId="487bc3e3-9ce7-4cdd-b7b4-8899ea88d289" providerId="ADAL" clId="{998C6E9F-08F7-4E62-AC9C-ABA31B1909A3}" dt="2025-07-16T06:31:18.122" v="119" actId="47"/>
        <pc:sldMkLst>
          <pc:docMk/>
          <pc:sldMk cId="2321303361" sldId="273"/>
        </pc:sldMkLst>
      </pc:sldChg>
      <pc:sldChg chg="addSp delSp modSp add mod">
        <pc:chgData name="Graf Thomas, SCS-INI-NET-VNC-E2E" userId="487bc3e3-9ce7-4cdd-b7b4-8899ea88d289" providerId="ADAL" clId="{998C6E9F-08F7-4E62-AC9C-ABA31B1909A3}" dt="2025-07-16T07:10:55.930" v="609"/>
        <pc:sldMkLst>
          <pc:docMk/>
          <pc:sldMk cId="3616314567" sldId="274"/>
        </pc:sldMkLst>
      </pc:sldChg>
      <pc:sldChg chg="addSp delSp modSp add mod">
        <pc:chgData name="Graf Thomas, SCS-INI-NET-VNC-E2E" userId="487bc3e3-9ce7-4cdd-b7b4-8899ea88d289" providerId="ADAL" clId="{998C6E9F-08F7-4E62-AC9C-ABA31B1909A3}" dt="2025-07-16T07:10:46.759" v="605"/>
        <pc:sldMkLst>
          <pc:docMk/>
          <pc:sldMk cId="2342902973" sldId="275"/>
        </pc:sldMkLst>
      </pc:sldChg>
      <pc:sldChg chg="addSp delSp modSp add del mod setBg delDesignElem">
        <pc:chgData name="Graf Thomas, SCS-INI-NET-VNC-E2E" userId="487bc3e3-9ce7-4cdd-b7b4-8899ea88d289" providerId="ADAL" clId="{998C6E9F-08F7-4E62-AC9C-ABA31B1909A3}" dt="2025-07-16T07:11:42.899" v="617" actId="478"/>
        <pc:sldMkLst>
          <pc:docMk/>
          <pc:sldMk cId="4289221130" sldId="2145706251"/>
        </pc:sldMkLst>
      </pc:sldChg>
      <pc:sldChg chg="addSp delSp modSp add mod">
        <pc:chgData name="Graf Thomas, SCS-INI-NET-VNC-E2E" userId="487bc3e3-9ce7-4cdd-b7b4-8899ea88d289" providerId="ADAL" clId="{998C6E9F-08F7-4E62-AC9C-ABA31B1909A3}" dt="2025-07-16T07:10:36.834" v="603"/>
        <pc:sldMkLst>
          <pc:docMk/>
          <pc:sldMk cId="931357574" sldId="2145706252"/>
        </pc:sldMkLst>
      </pc:sldChg>
      <pc:sldChg chg="addSp delSp modSp add mod">
        <pc:chgData name="Graf Thomas, SCS-INI-NET-VNC-E2E" userId="487bc3e3-9ce7-4cdd-b7b4-8899ea88d289" providerId="ADAL" clId="{998C6E9F-08F7-4E62-AC9C-ABA31B1909A3}" dt="2025-07-16T07:10:28.164" v="601" actId="1076"/>
        <pc:sldMkLst>
          <pc:docMk/>
          <pc:sldMk cId="3287642256" sldId="2145706253"/>
        </pc:sldMkLst>
      </pc:sldChg>
      <pc:sldChg chg="addSp delSp modSp mod">
        <pc:chgData name="Graf Thomas, SCS-INI-NET-VNC-E2E" userId="487bc3e3-9ce7-4cdd-b7b4-8899ea88d289" providerId="ADAL" clId="{998C6E9F-08F7-4E62-AC9C-ABA31B1909A3}" dt="2025-07-16T15:29:39.621" v="879" actId="20577"/>
        <pc:sldMkLst>
          <pc:docMk/>
          <pc:sldMk cId="3946747757" sldId="2145706256"/>
        </pc:sldMkLst>
      </pc:sldChg>
      <pc:sldChg chg="addSp delSp modSp mod">
        <pc:chgData name="Graf Thomas, SCS-INI-NET-VNC-E2E" userId="487bc3e3-9ce7-4cdd-b7b4-8899ea88d289" providerId="ADAL" clId="{998C6E9F-08F7-4E62-AC9C-ABA31B1909A3}" dt="2025-07-16T15:29:48.533" v="884" actId="20577"/>
        <pc:sldMkLst>
          <pc:docMk/>
          <pc:sldMk cId="2699740971" sldId="2145706257"/>
        </pc:sldMkLst>
      </pc:sldChg>
      <pc:sldChg chg="addSp delSp modSp mod">
        <pc:chgData name="Graf Thomas, SCS-INI-NET-VNC-E2E" userId="487bc3e3-9ce7-4cdd-b7b4-8899ea88d289" providerId="ADAL" clId="{998C6E9F-08F7-4E62-AC9C-ABA31B1909A3}" dt="2025-07-16T15:31:30.485" v="888" actId="20577"/>
        <pc:sldMkLst>
          <pc:docMk/>
          <pc:sldMk cId="993903472" sldId="2145706258"/>
        </pc:sldMkLst>
      </pc:sldChg>
      <pc:sldMasterChg chg="del delSldLayout">
        <pc:chgData name="Graf Thomas, SCS-INI-NET-VNC-E2E" userId="487bc3e3-9ce7-4cdd-b7b4-8899ea88d289" providerId="ADAL" clId="{998C6E9F-08F7-4E62-AC9C-ABA31B1909A3}" dt="2025-07-16T06:31:18.122" v="119" actId="47"/>
        <pc:sldMasterMkLst>
          <pc:docMk/>
          <pc:sldMasterMk cId="0" sldId="2147483689"/>
        </pc:sldMasterMkLst>
        <pc:sldLayoutChg chg="del">
          <pc:chgData name="Graf Thomas, SCS-INI-NET-VNC-E2E" userId="487bc3e3-9ce7-4cdd-b7b4-8899ea88d289" providerId="ADAL" clId="{998C6E9F-08F7-4E62-AC9C-ABA31B1909A3}" dt="2025-07-16T06:31:12.783" v="118" actId="47"/>
          <pc:sldLayoutMkLst>
            <pc:docMk/>
            <pc:sldMasterMk cId="0" sldId="2147483689"/>
            <pc:sldLayoutMk cId="0" sldId="2147483674"/>
          </pc:sldLayoutMkLst>
        </pc:sldLayoutChg>
        <pc:sldLayoutChg chg="del">
          <pc:chgData name="Graf Thomas, SCS-INI-NET-VNC-E2E" userId="487bc3e3-9ce7-4cdd-b7b4-8899ea88d289" providerId="ADAL" clId="{998C6E9F-08F7-4E62-AC9C-ABA31B1909A3}" dt="2025-07-16T06:31:18.122" v="119" actId="47"/>
          <pc:sldLayoutMkLst>
            <pc:docMk/>
            <pc:sldMasterMk cId="0" sldId="2147483689"/>
            <pc:sldLayoutMk cId="0" sldId="2147483675"/>
          </pc:sldLayoutMkLst>
        </pc:sldLayoutChg>
        <pc:sldLayoutChg chg="del">
          <pc:chgData name="Graf Thomas, SCS-INI-NET-VNC-E2E" userId="487bc3e3-9ce7-4cdd-b7b4-8899ea88d289" providerId="ADAL" clId="{998C6E9F-08F7-4E62-AC9C-ABA31B1909A3}" dt="2025-07-16T06:31:18.122" v="119" actId="47"/>
          <pc:sldLayoutMkLst>
            <pc:docMk/>
            <pc:sldMasterMk cId="0" sldId="2147483689"/>
            <pc:sldLayoutMk cId="0" sldId="2147483676"/>
          </pc:sldLayoutMkLst>
        </pc:sldLayoutChg>
        <pc:sldLayoutChg chg="del">
          <pc:chgData name="Graf Thomas, SCS-INI-NET-VNC-E2E" userId="487bc3e3-9ce7-4cdd-b7b4-8899ea88d289" providerId="ADAL" clId="{998C6E9F-08F7-4E62-AC9C-ABA31B1909A3}" dt="2025-07-16T06:31:18.122" v="119" actId="47"/>
          <pc:sldLayoutMkLst>
            <pc:docMk/>
            <pc:sldMasterMk cId="0" sldId="2147483689"/>
            <pc:sldLayoutMk cId="0" sldId="2147483677"/>
          </pc:sldLayoutMkLst>
        </pc:sldLayoutChg>
        <pc:sldLayoutChg chg="del">
          <pc:chgData name="Graf Thomas, SCS-INI-NET-VNC-E2E" userId="487bc3e3-9ce7-4cdd-b7b4-8899ea88d289" providerId="ADAL" clId="{998C6E9F-08F7-4E62-AC9C-ABA31B1909A3}" dt="2025-07-16T06:31:18.122" v="119" actId="47"/>
          <pc:sldLayoutMkLst>
            <pc:docMk/>
            <pc:sldMasterMk cId="0" sldId="2147483689"/>
            <pc:sldLayoutMk cId="0" sldId="2147483678"/>
          </pc:sldLayoutMkLst>
        </pc:sldLayoutChg>
        <pc:sldLayoutChg chg="del">
          <pc:chgData name="Graf Thomas, SCS-INI-NET-VNC-E2E" userId="487bc3e3-9ce7-4cdd-b7b4-8899ea88d289" providerId="ADAL" clId="{998C6E9F-08F7-4E62-AC9C-ABA31B1909A3}" dt="2025-07-16T06:31:18.122" v="119" actId="47"/>
          <pc:sldLayoutMkLst>
            <pc:docMk/>
            <pc:sldMasterMk cId="0" sldId="2147483689"/>
            <pc:sldLayoutMk cId="0" sldId="2147483679"/>
          </pc:sldLayoutMkLst>
        </pc:sldLayoutChg>
        <pc:sldLayoutChg chg="del">
          <pc:chgData name="Graf Thomas, SCS-INI-NET-VNC-E2E" userId="487bc3e3-9ce7-4cdd-b7b4-8899ea88d289" providerId="ADAL" clId="{998C6E9F-08F7-4E62-AC9C-ABA31B1909A3}" dt="2025-07-16T06:31:18.122" v="119" actId="47"/>
          <pc:sldLayoutMkLst>
            <pc:docMk/>
            <pc:sldMasterMk cId="0" sldId="2147483689"/>
            <pc:sldLayoutMk cId="0" sldId="2147483680"/>
          </pc:sldLayoutMkLst>
        </pc:sldLayoutChg>
        <pc:sldLayoutChg chg="del">
          <pc:chgData name="Graf Thomas, SCS-INI-NET-VNC-E2E" userId="487bc3e3-9ce7-4cdd-b7b4-8899ea88d289" providerId="ADAL" clId="{998C6E9F-08F7-4E62-AC9C-ABA31B1909A3}" dt="2025-07-16T06:31:18.122" v="119" actId="47"/>
          <pc:sldLayoutMkLst>
            <pc:docMk/>
            <pc:sldMasterMk cId="0" sldId="2147483689"/>
            <pc:sldLayoutMk cId="0" sldId="2147483681"/>
          </pc:sldLayoutMkLst>
        </pc:sldLayoutChg>
        <pc:sldLayoutChg chg="del">
          <pc:chgData name="Graf Thomas, SCS-INI-NET-VNC-E2E" userId="487bc3e3-9ce7-4cdd-b7b4-8899ea88d289" providerId="ADAL" clId="{998C6E9F-08F7-4E62-AC9C-ABA31B1909A3}" dt="2025-07-16T06:31:18.122" v="119" actId="47"/>
          <pc:sldLayoutMkLst>
            <pc:docMk/>
            <pc:sldMasterMk cId="0" sldId="2147483689"/>
            <pc:sldLayoutMk cId="0" sldId="2147483682"/>
          </pc:sldLayoutMkLst>
        </pc:sldLayoutChg>
        <pc:sldLayoutChg chg="del">
          <pc:chgData name="Graf Thomas, SCS-INI-NET-VNC-E2E" userId="487bc3e3-9ce7-4cdd-b7b4-8899ea88d289" providerId="ADAL" clId="{998C6E9F-08F7-4E62-AC9C-ABA31B1909A3}" dt="2025-07-16T06:31:18.122" v="119" actId="47"/>
          <pc:sldLayoutMkLst>
            <pc:docMk/>
            <pc:sldMasterMk cId="0" sldId="2147483689"/>
            <pc:sldLayoutMk cId="0" sldId="2147483683"/>
          </pc:sldLayoutMkLst>
        </pc:sldLayoutChg>
        <pc:sldLayoutChg chg="del">
          <pc:chgData name="Graf Thomas, SCS-INI-NET-VNC-E2E" userId="487bc3e3-9ce7-4cdd-b7b4-8899ea88d289" providerId="ADAL" clId="{998C6E9F-08F7-4E62-AC9C-ABA31B1909A3}" dt="2025-07-16T06:31:18.122" v="119" actId="47"/>
          <pc:sldLayoutMkLst>
            <pc:docMk/>
            <pc:sldMasterMk cId="0" sldId="2147483689"/>
            <pc:sldLayoutMk cId="0" sldId="2147483684"/>
          </pc:sldLayoutMkLst>
        </pc:sldLayoutChg>
        <pc:sldLayoutChg chg="del">
          <pc:chgData name="Graf Thomas, SCS-INI-NET-VNC-E2E" userId="487bc3e3-9ce7-4cdd-b7b4-8899ea88d289" providerId="ADAL" clId="{998C6E9F-08F7-4E62-AC9C-ABA31B1909A3}" dt="2025-07-16T06:31:18.122" v="119" actId="47"/>
          <pc:sldLayoutMkLst>
            <pc:docMk/>
            <pc:sldMasterMk cId="0" sldId="2147483689"/>
            <pc:sldLayoutMk cId="0" sldId="2147483685"/>
          </pc:sldLayoutMkLst>
        </pc:sldLayoutChg>
        <pc:sldLayoutChg chg="del">
          <pc:chgData name="Graf Thomas, SCS-INI-NET-VNC-E2E" userId="487bc3e3-9ce7-4cdd-b7b4-8899ea88d289" providerId="ADAL" clId="{998C6E9F-08F7-4E62-AC9C-ABA31B1909A3}" dt="2025-07-16T06:31:18.122" v="119" actId="47"/>
          <pc:sldLayoutMkLst>
            <pc:docMk/>
            <pc:sldMasterMk cId="0" sldId="2147483689"/>
            <pc:sldLayoutMk cId="0" sldId="2147483686"/>
          </pc:sldLayoutMkLst>
        </pc:sldLayoutChg>
      </pc:sldMasterChg>
    </pc:docChg>
  </pc:docChgLst>
  <pc:docChgLst>
    <pc:chgData name="Graf Thomas, INI-NET-VNC-HCS" userId="487bc3e3-9ce7-4cdd-b7b4-8899ea88d289" providerId="ADAL" clId="{F0FB0BAD-5044-4D74-9E31-5958833C9892}"/>
    <pc:docChg chg="custSel delSld modSld">
      <pc:chgData name="Graf Thomas, INI-NET-VNC-HCS" userId="487bc3e3-9ce7-4cdd-b7b4-8899ea88d289" providerId="ADAL" clId="{F0FB0BAD-5044-4D74-9E31-5958833C9892}" dt="2024-11-12T07:54:25.100" v="2" actId="47"/>
      <pc:docMkLst>
        <pc:docMk/>
      </pc:docMkLst>
      <pc:sldChg chg="addSp delSp modSp mod">
        <pc:chgData name="Graf Thomas, INI-NET-VNC-HCS" userId="487bc3e3-9ce7-4cdd-b7b4-8899ea88d289" providerId="ADAL" clId="{F0FB0BAD-5044-4D74-9E31-5958833C9892}" dt="2024-11-12T07:52:01.404" v="1"/>
        <pc:sldMkLst>
          <pc:docMk/>
          <pc:sldMk cId="0" sldId="256"/>
        </pc:sldMkLst>
      </pc:sldChg>
      <pc:sldChg chg="del">
        <pc:chgData name="Graf Thomas, INI-NET-VNC-HCS" userId="487bc3e3-9ce7-4cdd-b7b4-8899ea88d289" providerId="ADAL" clId="{F0FB0BAD-5044-4D74-9E31-5958833C9892}" dt="2024-11-12T07:54:25.100" v="2" actId="47"/>
        <pc:sldMkLst>
          <pc:docMk/>
          <pc:sldMk cId="0" sldId="271"/>
        </pc:sldMkLst>
      </pc:sldChg>
    </pc:docChg>
  </pc:docChgLst>
  <pc:docChgLst>
    <pc:chgData name="Graf Thomas, INI-NET-VNC-E2E" userId="487bc3e3-9ce7-4cdd-b7b4-8899ea88d289" providerId="ADAL" clId="{448C719D-A8BA-46BD-99DA-A2E92B6D90AE}"/>
    <pc:docChg chg="undo custSel addSld delSld modSld sldOrd">
      <pc:chgData name="Graf Thomas, INI-NET-VNC-E2E" userId="487bc3e3-9ce7-4cdd-b7b4-8899ea88d289" providerId="ADAL" clId="{448C719D-A8BA-46BD-99DA-A2E92B6D90AE}" dt="2025-03-16T05:14:08.696" v="509" actId="1076"/>
      <pc:docMkLst>
        <pc:docMk/>
      </pc:docMkLst>
      <pc:sldChg chg="addSp modSp mod">
        <pc:chgData name="Graf Thomas, INI-NET-VNC-E2E" userId="487bc3e3-9ce7-4cdd-b7b4-8899ea88d289" providerId="ADAL" clId="{448C719D-A8BA-46BD-99DA-A2E92B6D90AE}" dt="2025-03-16T01:15:52.826" v="487" actId="13926"/>
        <pc:sldMkLst>
          <pc:docMk/>
          <pc:sldMk cId="0" sldId="257"/>
        </pc:sldMkLst>
      </pc:sldChg>
      <pc:sldChg chg="addSp delSp modSp mod">
        <pc:chgData name="Graf Thomas, INI-NET-VNC-E2E" userId="487bc3e3-9ce7-4cdd-b7b4-8899ea88d289" providerId="ADAL" clId="{448C719D-A8BA-46BD-99DA-A2E92B6D90AE}" dt="2025-03-16T01:45:55.418" v="493" actId="1076"/>
        <pc:sldMkLst>
          <pc:docMk/>
          <pc:sldMk cId="0" sldId="258"/>
        </pc:sldMkLst>
      </pc:sldChg>
      <pc:sldChg chg="delSp modSp mod">
        <pc:chgData name="Graf Thomas, INI-NET-VNC-E2E" userId="487bc3e3-9ce7-4cdd-b7b4-8899ea88d289" providerId="ADAL" clId="{448C719D-A8BA-46BD-99DA-A2E92B6D90AE}" dt="2025-03-15T09:50:09.473" v="27" actId="20577"/>
        <pc:sldMkLst>
          <pc:docMk/>
          <pc:sldMk cId="0" sldId="261"/>
        </pc:sldMkLst>
      </pc:sldChg>
      <pc:sldChg chg="modSp del mod">
        <pc:chgData name="Graf Thomas, INI-NET-VNC-E2E" userId="487bc3e3-9ce7-4cdd-b7b4-8899ea88d289" providerId="ADAL" clId="{448C719D-A8BA-46BD-99DA-A2E92B6D90AE}" dt="2025-03-15T09:47:12.736" v="17" actId="47"/>
        <pc:sldMkLst>
          <pc:docMk/>
          <pc:sldMk cId="0" sldId="262"/>
        </pc:sldMkLst>
      </pc:sldChg>
      <pc:sldChg chg="modSp mod">
        <pc:chgData name="Graf Thomas, INI-NET-VNC-E2E" userId="487bc3e3-9ce7-4cdd-b7b4-8899ea88d289" providerId="ADAL" clId="{448C719D-A8BA-46BD-99DA-A2E92B6D90AE}" dt="2025-03-16T01:05:44.440" v="432" actId="14100"/>
        <pc:sldMkLst>
          <pc:docMk/>
          <pc:sldMk cId="0" sldId="263"/>
        </pc:sldMkLst>
      </pc:sldChg>
      <pc:sldChg chg="addSp delSp modSp mod">
        <pc:chgData name="Graf Thomas, INI-NET-VNC-E2E" userId="487bc3e3-9ce7-4cdd-b7b4-8899ea88d289" providerId="ADAL" clId="{448C719D-A8BA-46BD-99DA-A2E92B6D90AE}" dt="2025-03-16T01:07:08.969" v="446" actId="14100"/>
        <pc:sldMkLst>
          <pc:docMk/>
          <pc:sldMk cId="0" sldId="264"/>
        </pc:sldMkLst>
      </pc:sldChg>
      <pc:sldChg chg="delSp modSp mod">
        <pc:chgData name="Graf Thomas, INI-NET-VNC-E2E" userId="487bc3e3-9ce7-4cdd-b7b4-8899ea88d289" providerId="ADAL" clId="{448C719D-A8BA-46BD-99DA-A2E92B6D90AE}" dt="2025-03-15T10:39:44.954" v="182" actId="13926"/>
        <pc:sldMkLst>
          <pc:docMk/>
          <pc:sldMk cId="0" sldId="265"/>
        </pc:sldMkLst>
      </pc:sldChg>
      <pc:sldChg chg="addSp delSp modSp mod">
        <pc:chgData name="Graf Thomas, INI-NET-VNC-E2E" userId="487bc3e3-9ce7-4cdd-b7b4-8899ea88d289" providerId="ADAL" clId="{448C719D-A8BA-46BD-99DA-A2E92B6D90AE}" dt="2025-03-15T10:46:27.615" v="198" actId="13926"/>
        <pc:sldMkLst>
          <pc:docMk/>
          <pc:sldMk cId="0" sldId="266"/>
        </pc:sldMkLst>
      </pc:sldChg>
      <pc:sldChg chg="addSp delSp modSp mod">
        <pc:chgData name="Graf Thomas, INI-NET-VNC-E2E" userId="487bc3e3-9ce7-4cdd-b7b4-8899ea88d289" providerId="ADAL" clId="{448C719D-A8BA-46BD-99DA-A2E92B6D90AE}" dt="2025-03-15T10:59:37.913" v="260" actId="1076"/>
        <pc:sldMkLst>
          <pc:docMk/>
          <pc:sldMk cId="0" sldId="267"/>
        </pc:sldMkLst>
      </pc:sldChg>
      <pc:sldChg chg="modSp mod">
        <pc:chgData name="Graf Thomas, INI-NET-VNC-E2E" userId="487bc3e3-9ce7-4cdd-b7b4-8899ea88d289" providerId="ADAL" clId="{448C719D-A8BA-46BD-99DA-A2E92B6D90AE}" dt="2025-03-16T04:02:01.036" v="501" actId="108"/>
        <pc:sldMkLst>
          <pc:docMk/>
          <pc:sldMk cId="0" sldId="268"/>
        </pc:sldMkLst>
      </pc:sldChg>
      <pc:sldChg chg="modSp mod">
        <pc:chgData name="Graf Thomas, INI-NET-VNC-E2E" userId="487bc3e3-9ce7-4cdd-b7b4-8899ea88d289" providerId="ADAL" clId="{448C719D-A8BA-46BD-99DA-A2E92B6D90AE}" dt="2025-03-15T11:01:29.111" v="272" actId="20577"/>
        <pc:sldMkLst>
          <pc:docMk/>
          <pc:sldMk cId="0" sldId="270"/>
        </pc:sldMkLst>
      </pc:sldChg>
      <pc:sldChg chg="addSp delSp modSp mod">
        <pc:chgData name="Graf Thomas, INI-NET-VNC-E2E" userId="487bc3e3-9ce7-4cdd-b7b4-8899ea88d289" providerId="ADAL" clId="{448C719D-A8BA-46BD-99DA-A2E92B6D90AE}" dt="2025-03-16T05:14:08.696" v="509" actId="1076"/>
        <pc:sldMkLst>
          <pc:docMk/>
          <pc:sldMk cId="0" sldId="272"/>
        </pc:sldMkLst>
      </pc:sldChg>
      <pc:sldChg chg="delSp modSp add mod ord">
        <pc:chgData name="Graf Thomas, INI-NET-VNC-E2E" userId="487bc3e3-9ce7-4cdd-b7b4-8899ea88d289" providerId="ADAL" clId="{448C719D-A8BA-46BD-99DA-A2E92B6D90AE}" dt="2025-03-16T01:05:16.155" v="430" actId="13926"/>
        <pc:sldMkLst>
          <pc:docMk/>
          <pc:sldMk cId="2321303361" sldId="273"/>
        </pc:sldMkLst>
      </pc:sldChg>
    </pc:docChg>
  </pc:docChgLst>
  <pc:docChgLst>
    <pc:chgData name="Graf Thomas, SCS-INI-NET-VNC-E2E" userId="487bc3e3-9ce7-4cdd-b7b4-8899ea88d289" providerId="ADAL" clId="{ADEEF08A-D719-4B50-A383-4105EDA2C206}"/>
    <pc:docChg chg="undo custSel addSld delSld modSld sldOrd">
      <pc:chgData name="Graf Thomas, SCS-INI-NET-VNC-E2E" userId="487bc3e3-9ce7-4cdd-b7b4-8899ea88d289" providerId="ADAL" clId="{ADEEF08A-D719-4B50-A383-4105EDA2C206}" dt="2026-05-28T12:37:32.290" v="2784" actId="478"/>
      <pc:docMkLst>
        <pc:docMk/>
      </pc:docMkLst>
      <pc:sldChg chg="addSp delSp modSp mod">
        <pc:chgData name="Graf Thomas, SCS-INI-NET-VNC-E2E" userId="487bc3e3-9ce7-4cdd-b7b4-8899ea88d289" providerId="ADAL" clId="{ADEEF08A-D719-4B50-A383-4105EDA2C206}" dt="2026-03-07T16:29:08.223" v="30" actId="1076"/>
        <pc:sldMkLst>
          <pc:docMk/>
          <pc:sldMk cId="0" sldId="256"/>
        </pc:sldMkLst>
      </pc:sldChg>
      <pc:sldChg chg="modSp mod">
        <pc:chgData name="Graf Thomas, SCS-INI-NET-VNC-E2E" userId="487bc3e3-9ce7-4cdd-b7b4-8899ea88d289" providerId="ADAL" clId="{ADEEF08A-D719-4B50-A383-4105EDA2C206}" dt="2026-03-08T08:21:51.790" v="1738" actId="1076"/>
        <pc:sldMkLst>
          <pc:docMk/>
          <pc:sldMk cId="0" sldId="257"/>
        </pc:sldMkLst>
      </pc:sldChg>
      <pc:sldChg chg="addSp delSp modSp mod">
        <pc:chgData name="Graf Thomas, SCS-INI-NET-VNC-E2E" userId="487bc3e3-9ce7-4cdd-b7b4-8899ea88d289" providerId="ADAL" clId="{ADEEF08A-D719-4B50-A383-4105EDA2C206}" dt="2026-03-08T06:59:57.641" v="1191" actId="207"/>
        <pc:sldMkLst>
          <pc:docMk/>
          <pc:sldMk cId="0" sldId="258"/>
        </pc:sldMkLst>
      </pc:sldChg>
      <pc:sldChg chg="addSp delSp modSp mod">
        <pc:chgData name="Graf Thomas, SCS-INI-NET-VNC-E2E" userId="487bc3e3-9ce7-4cdd-b7b4-8899ea88d289" providerId="ADAL" clId="{ADEEF08A-D719-4B50-A383-4105EDA2C206}" dt="2026-03-17T04:06:56.868" v="2782" actId="20577"/>
        <pc:sldMkLst>
          <pc:docMk/>
          <pc:sldMk cId="0" sldId="272"/>
        </pc:sldMkLst>
      </pc:sldChg>
      <pc:sldChg chg="modSp mod">
        <pc:chgData name="Graf Thomas, SCS-INI-NET-VNC-E2E" userId="487bc3e3-9ce7-4cdd-b7b4-8899ea88d289" providerId="ADAL" clId="{ADEEF08A-D719-4B50-A383-4105EDA2C206}" dt="2026-03-07T16:56:11.723" v="1189" actId="255"/>
        <pc:sldMkLst>
          <pc:docMk/>
          <pc:sldMk cId="3616314567" sldId="274"/>
        </pc:sldMkLst>
      </pc:sldChg>
      <pc:sldChg chg="addSp delSp modSp add mod">
        <pc:chgData name="Graf Thomas, SCS-INI-NET-VNC-E2E" userId="487bc3e3-9ce7-4cdd-b7b4-8899ea88d289" providerId="ADAL" clId="{ADEEF08A-D719-4B50-A383-4105EDA2C206}" dt="2026-03-15T04:31:45.678" v="2684" actId="20577"/>
        <pc:sldMkLst>
          <pc:docMk/>
          <pc:sldMk cId="984283064" sldId="275"/>
        </pc:sldMkLst>
      </pc:sldChg>
      <pc:sldChg chg="addSp delSp modSp add mod">
        <pc:chgData name="Graf Thomas, SCS-INI-NET-VNC-E2E" userId="487bc3e3-9ce7-4cdd-b7b4-8899ea88d289" providerId="ADAL" clId="{ADEEF08A-D719-4B50-A383-4105EDA2C206}" dt="2026-05-28T12:37:32.290" v="2784" actId="478"/>
        <pc:sldMkLst>
          <pc:docMk/>
          <pc:sldMk cId="3462681431" sldId="276"/>
        </pc:sldMkLst>
        <pc:graphicFrameChg chg="add del">
          <ac:chgData name="Graf Thomas, SCS-INI-NET-VNC-E2E" userId="487bc3e3-9ce7-4cdd-b7b4-8899ea88d289" providerId="ADAL" clId="{ADEEF08A-D719-4B50-A383-4105EDA2C206}" dt="2026-05-28T12:37:32.290" v="2784" actId="478"/>
          <ac:graphicFrameMkLst>
            <pc:docMk/>
            <pc:sldMk cId="3462681431" sldId="276"/>
            <ac:graphicFrameMk id="6" creationId="{9D141C9B-EEA5-574D-A5B2-7CA093DD871E}"/>
          </ac:graphicFrameMkLst>
        </pc:graphicFrameChg>
      </pc:sldChg>
      <pc:sldChg chg="add del">
        <pc:chgData name="Graf Thomas, SCS-INI-NET-VNC-E2E" userId="487bc3e3-9ce7-4cdd-b7b4-8899ea88d289" providerId="ADAL" clId="{ADEEF08A-D719-4B50-A383-4105EDA2C206}" dt="2026-03-08T07:19:22.189" v="1306" actId="47"/>
        <pc:sldMkLst>
          <pc:docMk/>
          <pc:sldMk cId="2049176497" sldId="277"/>
        </pc:sldMkLst>
      </pc:sldChg>
      <pc:sldChg chg="addSp delSp modSp add mod ord">
        <pc:chgData name="Graf Thomas, SCS-INI-NET-VNC-E2E" userId="487bc3e3-9ce7-4cdd-b7b4-8899ea88d289" providerId="ADAL" clId="{ADEEF08A-D719-4B50-A383-4105EDA2C206}" dt="2026-03-15T04:32:43.129" v="2698" actId="20577"/>
        <pc:sldMkLst>
          <pc:docMk/>
          <pc:sldMk cId="2655069398" sldId="277"/>
        </pc:sldMkLst>
      </pc:sldChg>
      <pc:sldChg chg="add del">
        <pc:chgData name="Graf Thomas, SCS-INI-NET-VNC-E2E" userId="487bc3e3-9ce7-4cdd-b7b4-8899ea88d289" providerId="ADAL" clId="{ADEEF08A-D719-4B50-A383-4105EDA2C206}" dt="2026-03-15T00:37:54.539" v="1803" actId="47"/>
        <pc:sldMkLst>
          <pc:docMk/>
          <pc:sldMk cId="1666044975" sldId="2145706265"/>
        </pc:sldMkLst>
      </pc:sldChg>
      <pc:sldChg chg="del">
        <pc:chgData name="Graf Thomas, SCS-INI-NET-VNC-E2E" userId="487bc3e3-9ce7-4cdd-b7b4-8899ea88d289" providerId="ADAL" clId="{ADEEF08A-D719-4B50-A383-4105EDA2C206}" dt="2026-03-08T07:00:29.581" v="1192" actId="47"/>
        <pc:sldMkLst>
          <pc:docMk/>
          <pc:sldMk cId="540987064" sldId="2145706266"/>
        </pc:sldMkLst>
      </pc:sldChg>
      <pc:sldChg chg="del">
        <pc:chgData name="Graf Thomas, SCS-INI-NET-VNC-E2E" userId="487bc3e3-9ce7-4cdd-b7b4-8899ea88d289" providerId="ADAL" clId="{ADEEF08A-D719-4B50-A383-4105EDA2C206}" dt="2026-03-08T07:00:29.581" v="1192" actId="47"/>
        <pc:sldMkLst>
          <pc:docMk/>
          <pc:sldMk cId="4253815995" sldId="2145706267"/>
        </pc:sldMkLst>
      </pc:sldChg>
      <pc:sldChg chg="addSp delSp modSp add del mod ord">
        <pc:chgData name="Graf Thomas, SCS-INI-NET-VNC-E2E" userId="487bc3e3-9ce7-4cdd-b7b4-8899ea88d289" providerId="ADAL" clId="{ADEEF08A-D719-4B50-A383-4105EDA2C206}" dt="2026-03-15T00:37:42.188" v="1802" actId="1076"/>
        <pc:sldMkLst>
          <pc:docMk/>
          <pc:sldMk cId="1952313376" sldId="2145706268"/>
        </pc:sldMkLst>
      </pc:sldChg>
      <pc:sldChg chg="del">
        <pc:chgData name="Graf Thomas, SCS-INI-NET-VNC-E2E" userId="487bc3e3-9ce7-4cdd-b7b4-8899ea88d289" providerId="ADAL" clId="{ADEEF08A-D719-4B50-A383-4105EDA2C206}" dt="2026-03-08T07:00:29.581" v="1192" actId="47"/>
        <pc:sldMkLst>
          <pc:docMk/>
          <pc:sldMk cId="2648605167" sldId="2145706269"/>
        </pc:sldMkLst>
      </pc:sldChg>
      <pc:sldChg chg="addSp delSp modSp add mod">
        <pc:chgData name="Graf Thomas, SCS-INI-NET-VNC-E2E" userId="487bc3e3-9ce7-4cdd-b7b4-8899ea88d289" providerId="ADAL" clId="{ADEEF08A-D719-4B50-A383-4105EDA2C206}" dt="2026-03-15T01:01:58.871" v="2668" actId="20577"/>
        <pc:sldMkLst>
          <pc:docMk/>
          <pc:sldMk cId="2993795036" sldId="2145706269"/>
        </pc:sldMkLst>
      </pc:sldChg>
      <pc:sldChg chg="del">
        <pc:chgData name="Graf Thomas, SCS-INI-NET-VNC-E2E" userId="487bc3e3-9ce7-4cdd-b7b4-8899ea88d289" providerId="ADAL" clId="{ADEEF08A-D719-4B50-A383-4105EDA2C206}" dt="2026-03-08T07:00:29.581" v="1192" actId="47"/>
        <pc:sldMkLst>
          <pc:docMk/>
          <pc:sldMk cId="600721268" sldId="2145706270"/>
        </pc:sldMkLst>
      </pc:sldChg>
      <pc:sldChg chg="del">
        <pc:chgData name="Graf Thomas, SCS-INI-NET-VNC-E2E" userId="487bc3e3-9ce7-4cdd-b7b4-8899ea88d289" providerId="ADAL" clId="{ADEEF08A-D719-4B50-A383-4105EDA2C206}" dt="2026-03-08T07:00:29.581" v="1192" actId="47"/>
        <pc:sldMkLst>
          <pc:docMk/>
          <pc:sldMk cId="121876988" sldId="2145706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2d538e9c0b5_2_1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3" name="Google Shape;1503;g2d538e9c0b5_2_136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4" name="Google Shape;1504;g2d538e9c0b5_2_136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g2d538e9c0b5_2_137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2" name="Google Shape;1512;g2d538e9c0b5_2_1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9" name="Google Shape;1519;g2d538e9c0b5_2_1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9" name="Google Shape;1519;g2d538e9c0b5_2_1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4980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>
          <a:extLst>
            <a:ext uri="{FF2B5EF4-FFF2-40B4-BE49-F238E27FC236}">
              <a16:creationId xmlns:a16="http://schemas.microsoft.com/office/drawing/2014/main" id="{FD365696-6FD7-8D01-8245-1F6B9D3B6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>
            <a:extLst>
              <a:ext uri="{FF2B5EF4-FFF2-40B4-BE49-F238E27FC236}">
                <a16:creationId xmlns:a16="http://schemas.microsoft.com/office/drawing/2014/main" id="{5E016976-46C9-B7AF-7AF2-4C55BBD3E1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9" name="Google Shape;1519;g2d538e9c0b5_2_1379:notes">
            <a:extLst>
              <a:ext uri="{FF2B5EF4-FFF2-40B4-BE49-F238E27FC236}">
                <a16:creationId xmlns:a16="http://schemas.microsoft.com/office/drawing/2014/main" id="{7DE42BFF-F297-A1C8-D4A5-2777CCDCF3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28327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>
          <a:extLst>
            <a:ext uri="{FF2B5EF4-FFF2-40B4-BE49-F238E27FC236}">
              <a16:creationId xmlns:a16="http://schemas.microsoft.com/office/drawing/2014/main" id="{D511E151-ABB2-8EAB-F655-3816AC03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>
            <a:extLst>
              <a:ext uri="{FF2B5EF4-FFF2-40B4-BE49-F238E27FC236}">
                <a16:creationId xmlns:a16="http://schemas.microsoft.com/office/drawing/2014/main" id="{A1EC2C73-9DB5-D03A-FC49-E5A4DA1125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9" name="Google Shape;1519;g2d538e9c0b5_2_1379:notes">
            <a:extLst>
              <a:ext uri="{FF2B5EF4-FFF2-40B4-BE49-F238E27FC236}">
                <a16:creationId xmlns:a16="http://schemas.microsoft.com/office/drawing/2014/main" id="{9F3C4E54-AB15-D076-0876-BA5D5866F2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1968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7">
          <a:extLst>
            <a:ext uri="{FF2B5EF4-FFF2-40B4-BE49-F238E27FC236}">
              <a16:creationId xmlns:a16="http://schemas.microsoft.com/office/drawing/2014/main" id="{497B1BEE-5147-0E38-FD91-CF0151925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538e9c0b5_2_1379:notes">
            <a:extLst>
              <a:ext uri="{FF2B5EF4-FFF2-40B4-BE49-F238E27FC236}">
                <a16:creationId xmlns:a16="http://schemas.microsoft.com/office/drawing/2014/main" id="{9545E538-871F-0816-F01E-6EA56F8834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9" name="Google Shape;1519;g2d538e9c0b5_2_1379:notes">
            <a:extLst>
              <a:ext uri="{FF2B5EF4-FFF2-40B4-BE49-F238E27FC236}">
                <a16:creationId xmlns:a16="http://schemas.microsoft.com/office/drawing/2014/main" id="{484F2E50-E1B8-31ED-56CD-A34B9FF3EB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00380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g2d538e9c0b5_2_157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9" name="Google Shape;1649;g2d538e9c0b5_2_15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" type="title">
  <p:cSld name="TITLE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685800" y="1597820"/>
            <a:ext cx="7772400" cy="1102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and Content" type="tx">
  <p:cSld name="TITLE_AND_BOD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ldNum" idx="12"/>
          </p:nvPr>
        </p:nvSpPr>
        <p:spPr>
          <a:xfrm>
            <a:off x="8422818" y="4769565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wo Content">
  <p:cSld name="1_Two Conte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38600" cy="3394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marL="914400" lvl="1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marL="1371600" lvl="2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marL="1828800" lvl="3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marL="2286000" lvl="4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422818" y="4769565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Comparison">
  <p:cSld name="1_Comparis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body" idx="1"/>
          </p:nvPr>
        </p:nvSpPr>
        <p:spPr>
          <a:xfrm>
            <a:off x="457200" y="1151334"/>
            <a:ext cx="4040188" cy="4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2"/>
          </p:nvPr>
        </p:nvSpPr>
        <p:spPr>
          <a:xfrm>
            <a:off x="4645030" y="1151334"/>
            <a:ext cx="4041776" cy="4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422818" y="4769565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18"/>
          <p:cNvGrpSpPr/>
          <p:nvPr/>
        </p:nvGrpSpPr>
        <p:grpSpPr>
          <a:xfrm>
            <a:off x="70339" y="59530"/>
            <a:ext cx="8954970" cy="4980391"/>
            <a:chOff x="0" y="-2"/>
            <a:chExt cx="8954969" cy="4980390"/>
          </a:xfrm>
        </p:grpSpPr>
        <p:grpSp>
          <p:nvGrpSpPr>
            <p:cNvPr id="74" name="Google Shape;74;p18"/>
            <p:cNvGrpSpPr/>
            <p:nvPr/>
          </p:nvGrpSpPr>
          <p:grpSpPr>
            <a:xfrm>
              <a:off x="0" y="-2"/>
              <a:ext cx="8954969" cy="4980390"/>
              <a:chOff x="0" y="-1"/>
              <a:chExt cx="8954968" cy="4980388"/>
            </a:xfrm>
          </p:grpSpPr>
          <p:grpSp>
            <p:nvGrpSpPr>
              <p:cNvPr id="75" name="Google Shape;75;p18"/>
              <p:cNvGrpSpPr/>
              <p:nvPr/>
            </p:nvGrpSpPr>
            <p:grpSpPr>
              <a:xfrm>
                <a:off x="0" y="-1"/>
                <a:ext cx="1098537" cy="1215631"/>
                <a:chOff x="0" y="0"/>
                <a:chExt cx="1098536" cy="1215629"/>
              </a:xfrm>
            </p:grpSpPr>
            <p:grpSp>
              <p:nvGrpSpPr>
                <p:cNvPr id="76" name="Google Shape;76;p18"/>
                <p:cNvGrpSpPr/>
                <p:nvPr/>
              </p:nvGrpSpPr>
              <p:grpSpPr>
                <a:xfrm>
                  <a:off x="0" y="0"/>
                  <a:ext cx="1098536" cy="80963"/>
                  <a:chOff x="0" y="0"/>
                  <a:chExt cx="1098535" cy="80962"/>
                </a:xfrm>
              </p:grpSpPr>
              <p:sp>
                <p:nvSpPr>
                  <p:cNvPr id="77" name="Google Shape;77;p18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" name="Google Shape;78;p1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" name="Google Shape;79;p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" name="Google Shape;80;p18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" name="Google Shape;81;p1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" name="Google Shape;82;p1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3" name="Google Shape;83;p18"/>
                <p:cNvGrpSpPr/>
                <p:nvPr/>
              </p:nvGrpSpPr>
              <p:grpSpPr>
                <a:xfrm>
                  <a:off x="0" y="159543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84" name="Google Shape;84;p18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" name="Google Shape;85;p1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" name="Google Shape;86;p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" name="Google Shape;87;p18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" name="Google Shape;88;p1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" name="Google Shape;89;p1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0" name="Google Shape;90;p18"/>
                <p:cNvGrpSpPr/>
                <p:nvPr/>
              </p:nvGrpSpPr>
              <p:grpSpPr>
                <a:xfrm>
                  <a:off x="0" y="322659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91" name="Google Shape;91;p18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" name="Google Shape;92;p1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" name="Google Shape;93;p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" name="Google Shape;94;p18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" name="Google Shape;95;p1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" name="Google Shape;96;p1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7" name="Google Shape;97;p18"/>
                <p:cNvGrpSpPr/>
                <p:nvPr/>
              </p:nvGrpSpPr>
              <p:grpSpPr>
                <a:xfrm>
                  <a:off x="0" y="48577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98" name="Google Shape;98;p18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9" name="Google Shape;99;p1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" name="Google Shape;100;p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" name="Google Shape;101;p18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2" name="Google Shape;102;p1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" name="Google Shape;103;p1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4" name="Google Shape;104;p18"/>
                <p:cNvGrpSpPr/>
                <p:nvPr/>
              </p:nvGrpSpPr>
              <p:grpSpPr>
                <a:xfrm>
                  <a:off x="0" y="646509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105" name="Google Shape;105;p18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6" name="Google Shape;106;p1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" name="Google Shape;107;p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" name="Google Shape;108;p18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" name="Google Shape;109;p1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" name="Google Shape;110;p1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1" name="Google Shape;111;p18"/>
                <p:cNvGrpSpPr/>
                <p:nvPr/>
              </p:nvGrpSpPr>
              <p:grpSpPr>
                <a:xfrm>
                  <a:off x="0" y="80962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112" name="Google Shape;112;p18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3" name="Google Shape;113;p1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4" name="Google Shape;114;p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5" name="Google Shape;115;p18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6" name="Google Shape;116;p1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7" name="Google Shape;117;p1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8" name="Google Shape;118;p18"/>
                <p:cNvGrpSpPr/>
                <p:nvPr/>
              </p:nvGrpSpPr>
              <p:grpSpPr>
                <a:xfrm>
                  <a:off x="0" y="971550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119" name="Google Shape;119;p18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0" name="Google Shape;120;p1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1" name="Google Shape;121;p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2" name="Google Shape;122;p18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3" name="Google Shape;123;p1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4" name="Google Shape;124;p1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5" name="Google Shape;125;p18"/>
                <p:cNvGrpSpPr/>
                <p:nvPr/>
              </p:nvGrpSpPr>
              <p:grpSpPr>
                <a:xfrm>
                  <a:off x="0" y="113466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126" name="Google Shape;126;p18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" name="Google Shape;127;p1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8" name="Google Shape;128;p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9" name="Google Shape;129;p18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" name="Google Shape;130;p1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1" name="Google Shape;131;p1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32" name="Google Shape;132;p18"/>
              <p:cNvGrpSpPr/>
              <p:nvPr/>
            </p:nvGrpSpPr>
            <p:grpSpPr>
              <a:xfrm>
                <a:off x="7858016" y="3764757"/>
                <a:ext cx="1096952" cy="1215630"/>
                <a:chOff x="-2" y="0"/>
                <a:chExt cx="1096951" cy="1215629"/>
              </a:xfrm>
            </p:grpSpPr>
            <p:grpSp>
              <p:nvGrpSpPr>
                <p:cNvPr id="133" name="Google Shape;133;p18"/>
                <p:cNvGrpSpPr/>
                <p:nvPr/>
              </p:nvGrpSpPr>
              <p:grpSpPr>
                <a:xfrm>
                  <a:off x="-2" y="0"/>
                  <a:ext cx="1096951" cy="80963"/>
                  <a:chOff x="-1" y="0"/>
                  <a:chExt cx="1096949" cy="80962"/>
                </a:xfrm>
              </p:grpSpPr>
              <p:sp>
                <p:nvSpPr>
                  <p:cNvPr id="134" name="Google Shape;134;p1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" name="Google Shape;135;p1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6" name="Google Shape;136;p1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7" name="Google Shape;137;p18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8" name="Google Shape;138;p1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9" name="Google Shape;139;p1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0" name="Google Shape;140;p18"/>
                <p:cNvGrpSpPr/>
                <p:nvPr/>
              </p:nvGrpSpPr>
              <p:grpSpPr>
                <a:xfrm>
                  <a:off x="-2" y="159543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41" name="Google Shape;141;p1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2" name="Google Shape;142;p1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3" name="Google Shape;143;p1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4" name="Google Shape;144;p18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5" name="Google Shape;145;p1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6" name="Google Shape;146;p1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7" name="Google Shape;147;p18"/>
                <p:cNvGrpSpPr/>
                <p:nvPr/>
              </p:nvGrpSpPr>
              <p:grpSpPr>
                <a:xfrm>
                  <a:off x="-2" y="322659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48" name="Google Shape;148;p1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9" name="Google Shape;149;p1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0" name="Google Shape;150;p1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1" name="Google Shape;151;p18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2" name="Google Shape;152;p1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3" name="Google Shape;153;p1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54" name="Google Shape;154;p18"/>
                <p:cNvGrpSpPr/>
                <p:nvPr/>
              </p:nvGrpSpPr>
              <p:grpSpPr>
                <a:xfrm>
                  <a:off x="-2" y="48577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55" name="Google Shape;155;p1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6" name="Google Shape;156;p1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7" name="Google Shape;157;p1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8" name="Google Shape;158;p18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9" name="Google Shape;159;p1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0" name="Google Shape;160;p1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61" name="Google Shape;161;p18"/>
                <p:cNvGrpSpPr/>
                <p:nvPr/>
              </p:nvGrpSpPr>
              <p:grpSpPr>
                <a:xfrm>
                  <a:off x="-2" y="646509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62" name="Google Shape;162;p1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3" name="Google Shape;163;p1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4" name="Google Shape;164;p1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5" name="Google Shape;165;p18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6" name="Google Shape;166;p1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7" name="Google Shape;167;p1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68" name="Google Shape;168;p18"/>
                <p:cNvGrpSpPr/>
                <p:nvPr/>
              </p:nvGrpSpPr>
              <p:grpSpPr>
                <a:xfrm>
                  <a:off x="-2" y="80962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69" name="Google Shape;169;p1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0" name="Google Shape;170;p1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1" name="Google Shape;171;p1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2" name="Google Shape;172;p18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3" name="Google Shape;173;p1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4" name="Google Shape;174;p1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75" name="Google Shape;175;p18"/>
                <p:cNvGrpSpPr/>
                <p:nvPr/>
              </p:nvGrpSpPr>
              <p:grpSpPr>
                <a:xfrm>
                  <a:off x="-2" y="971550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76" name="Google Shape;176;p1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7" name="Google Shape;177;p1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8" name="Google Shape;178;p1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9" name="Google Shape;179;p18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0" name="Google Shape;180;p1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1" name="Google Shape;181;p1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82" name="Google Shape;182;p18"/>
                <p:cNvGrpSpPr/>
                <p:nvPr/>
              </p:nvGrpSpPr>
              <p:grpSpPr>
                <a:xfrm>
                  <a:off x="-2" y="113466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83" name="Google Shape;183;p1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4" name="Google Shape;184;p1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5" name="Google Shape;185;p1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6" name="Google Shape;186;p18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7" name="Google Shape;187;p1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8" name="Google Shape;188;p1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189" name="Google Shape;189;p18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71842" dir="2700000" rotWithShape="0">
                <a:srgbClr val="232323">
                  <a:alpha val="74901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0" name="Google Shape;190;p18" descr="Picture 1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2789" y="4245769"/>
            <a:ext cx="977411" cy="44053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>
            <a:spLocks noGrp="1"/>
          </p:cNvSpPr>
          <p:nvPr>
            <p:ph type="title"/>
          </p:nvPr>
        </p:nvSpPr>
        <p:spPr>
          <a:xfrm>
            <a:off x="685800" y="1597819"/>
            <a:ext cx="7772400" cy="1102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None/>
              <a:defRPr sz="27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8"/>
          <p:cNvSpPr txBox="1">
            <a:spLocks noGrp="1"/>
          </p:cNvSpPr>
          <p:nvPr>
            <p:ph type="body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18"/>
          <p:cNvSpPr txBox="1">
            <a:spLocks noGrp="1"/>
          </p:cNvSpPr>
          <p:nvPr>
            <p:ph type="sldNum" idx="1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>
  <p:cSld name="Title and Content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19"/>
          <p:cNvGrpSpPr/>
          <p:nvPr/>
        </p:nvGrpSpPr>
        <p:grpSpPr>
          <a:xfrm>
            <a:off x="70339" y="59530"/>
            <a:ext cx="8954970" cy="4980391"/>
            <a:chOff x="0" y="-2"/>
            <a:chExt cx="8954969" cy="4980390"/>
          </a:xfrm>
        </p:grpSpPr>
        <p:grpSp>
          <p:nvGrpSpPr>
            <p:cNvPr id="196" name="Google Shape;196;p19"/>
            <p:cNvGrpSpPr/>
            <p:nvPr/>
          </p:nvGrpSpPr>
          <p:grpSpPr>
            <a:xfrm>
              <a:off x="0" y="-2"/>
              <a:ext cx="8954969" cy="4980390"/>
              <a:chOff x="0" y="-1"/>
              <a:chExt cx="8954968" cy="4980388"/>
            </a:xfrm>
          </p:grpSpPr>
          <p:grpSp>
            <p:nvGrpSpPr>
              <p:cNvPr id="197" name="Google Shape;197;p19"/>
              <p:cNvGrpSpPr/>
              <p:nvPr/>
            </p:nvGrpSpPr>
            <p:grpSpPr>
              <a:xfrm>
                <a:off x="0" y="-1"/>
                <a:ext cx="1098537" cy="1215631"/>
                <a:chOff x="0" y="0"/>
                <a:chExt cx="1098536" cy="1215629"/>
              </a:xfrm>
            </p:grpSpPr>
            <p:grpSp>
              <p:nvGrpSpPr>
                <p:cNvPr id="198" name="Google Shape;198;p19"/>
                <p:cNvGrpSpPr/>
                <p:nvPr/>
              </p:nvGrpSpPr>
              <p:grpSpPr>
                <a:xfrm>
                  <a:off x="0" y="0"/>
                  <a:ext cx="1098536" cy="80963"/>
                  <a:chOff x="0" y="0"/>
                  <a:chExt cx="1098535" cy="80962"/>
                </a:xfrm>
              </p:grpSpPr>
              <p:sp>
                <p:nvSpPr>
                  <p:cNvPr id="199" name="Google Shape;199;p1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0" name="Google Shape;200;p19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" name="Google Shape;201;p1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2" name="Google Shape;202;p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3" name="Google Shape;203;p19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" name="Google Shape;204;p1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05" name="Google Shape;205;p19"/>
                <p:cNvGrpSpPr/>
                <p:nvPr/>
              </p:nvGrpSpPr>
              <p:grpSpPr>
                <a:xfrm>
                  <a:off x="0" y="159543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206" name="Google Shape;206;p1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7" name="Google Shape;207;p19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8" name="Google Shape;208;p1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9" name="Google Shape;209;p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0" name="Google Shape;210;p19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1" name="Google Shape;211;p1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2" name="Google Shape;212;p19"/>
                <p:cNvGrpSpPr/>
                <p:nvPr/>
              </p:nvGrpSpPr>
              <p:grpSpPr>
                <a:xfrm>
                  <a:off x="0" y="322659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213" name="Google Shape;213;p1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4" name="Google Shape;214;p19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5" name="Google Shape;215;p1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" name="Google Shape;216;p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7" name="Google Shape;217;p19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8" name="Google Shape;218;p1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9" name="Google Shape;219;p19"/>
                <p:cNvGrpSpPr/>
                <p:nvPr/>
              </p:nvGrpSpPr>
              <p:grpSpPr>
                <a:xfrm>
                  <a:off x="0" y="48577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220" name="Google Shape;220;p1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" name="Google Shape;221;p19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" name="Google Shape;222;p1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3" name="Google Shape;223;p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4" name="Google Shape;224;p19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" name="Google Shape;225;p1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6" name="Google Shape;226;p19"/>
                <p:cNvGrpSpPr/>
                <p:nvPr/>
              </p:nvGrpSpPr>
              <p:grpSpPr>
                <a:xfrm>
                  <a:off x="0" y="646509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227" name="Google Shape;227;p1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" name="Google Shape;228;p19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9" name="Google Shape;229;p1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0" name="Google Shape;230;p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1" name="Google Shape;231;p19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2" name="Google Shape;232;p1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3" name="Google Shape;233;p19"/>
                <p:cNvGrpSpPr/>
                <p:nvPr/>
              </p:nvGrpSpPr>
              <p:grpSpPr>
                <a:xfrm>
                  <a:off x="0" y="80962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234" name="Google Shape;234;p1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5" name="Google Shape;235;p19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6" name="Google Shape;236;p1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7" name="Google Shape;237;p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" name="Google Shape;238;p19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9" name="Google Shape;239;p1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40" name="Google Shape;240;p19"/>
                <p:cNvGrpSpPr/>
                <p:nvPr/>
              </p:nvGrpSpPr>
              <p:grpSpPr>
                <a:xfrm>
                  <a:off x="0" y="971550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241" name="Google Shape;241;p1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2" name="Google Shape;242;p19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3" name="Google Shape;243;p1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" name="Google Shape;244;p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5" name="Google Shape;245;p19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6" name="Google Shape;246;p1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47" name="Google Shape;247;p19"/>
                <p:cNvGrpSpPr/>
                <p:nvPr/>
              </p:nvGrpSpPr>
              <p:grpSpPr>
                <a:xfrm>
                  <a:off x="0" y="113466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248" name="Google Shape;248;p1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" name="Google Shape;249;p19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0" name="Google Shape;250;p1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1" name="Google Shape;251;p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2" name="Google Shape;252;p19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3" name="Google Shape;253;p1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54" name="Google Shape;254;p19"/>
              <p:cNvGrpSpPr/>
              <p:nvPr/>
            </p:nvGrpSpPr>
            <p:grpSpPr>
              <a:xfrm>
                <a:off x="7858016" y="3764757"/>
                <a:ext cx="1096952" cy="1215630"/>
                <a:chOff x="-2" y="0"/>
                <a:chExt cx="1096951" cy="1215629"/>
              </a:xfrm>
            </p:grpSpPr>
            <p:grpSp>
              <p:nvGrpSpPr>
                <p:cNvPr id="255" name="Google Shape;255;p19"/>
                <p:cNvGrpSpPr/>
                <p:nvPr/>
              </p:nvGrpSpPr>
              <p:grpSpPr>
                <a:xfrm>
                  <a:off x="-2" y="0"/>
                  <a:ext cx="1096951" cy="80963"/>
                  <a:chOff x="-1" y="0"/>
                  <a:chExt cx="1096949" cy="80962"/>
                </a:xfrm>
              </p:grpSpPr>
              <p:sp>
                <p:nvSpPr>
                  <p:cNvPr id="256" name="Google Shape;256;p1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7" name="Google Shape;257;p1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8" name="Google Shape;258;p1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9" name="Google Shape;259;p1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0" name="Google Shape;260;p19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1" name="Google Shape;261;p1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2" name="Google Shape;262;p19"/>
                <p:cNvGrpSpPr/>
                <p:nvPr/>
              </p:nvGrpSpPr>
              <p:grpSpPr>
                <a:xfrm>
                  <a:off x="-2" y="159543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263" name="Google Shape;263;p1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4" name="Google Shape;264;p1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5" name="Google Shape;265;p1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6" name="Google Shape;266;p1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7" name="Google Shape;267;p19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" name="Google Shape;268;p1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9" name="Google Shape;269;p19"/>
                <p:cNvGrpSpPr/>
                <p:nvPr/>
              </p:nvGrpSpPr>
              <p:grpSpPr>
                <a:xfrm>
                  <a:off x="-2" y="322659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270" name="Google Shape;270;p1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" name="Google Shape;271;p1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2" name="Google Shape;272;p1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3" name="Google Shape;273;p1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" name="Google Shape;274;p19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5" name="Google Shape;275;p1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6" name="Google Shape;276;p19"/>
                <p:cNvGrpSpPr/>
                <p:nvPr/>
              </p:nvGrpSpPr>
              <p:grpSpPr>
                <a:xfrm>
                  <a:off x="-2" y="48577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277" name="Google Shape;277;p1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8" name="Google Shape;278;p1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9" name="Google Shape;279;p1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0" name="Google Shape;280;p1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1" name="Google Shape;281;p19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2" name="Google Shape;282;p1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83" name="Google Shape;283;p19"/>
                <p:cNvGrpSpPr/>
                <p:nvPr/>
              </p:nvGrpSpPr>
              <p:grpSpPr>
                <a:xfrm>
                  <a:off x="-2" y="646509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284" name="Google Shape;284;p1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" name="Google Shape;285;p1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" name="Google Shape;286;p1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7" name="Google Shape;287;p1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8" name="Google Shape;288;p19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9" name="Google Shape;289;p1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0" name="Google Shape;290;p19"/>
                <p:cNvGrpSpPr/>
                <p:nvPr/>
              </p:nvGrpSpPr>
              <p:grpSpPr>
                <a:xfrm>
                  <a:off x="-2" y="80962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291" name="Google Shape;291;p1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" name="Google Shape;292;p1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3" name="Google Shape;293;p1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4" name="Google Shape;294;p1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5" name="Google Shape;295;p19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6" name="Google Shape;296;p1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7" name="Google Shape;297;p19"/>
                <p:cNvGrpSpPr/>
                <p:nvPr/>
              </p:nvGrpSpPr>
              <p:grpSpPr>
                <a:xfrm>
                  <a:off x="-2" y="971550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298" name="Google Shape;298;p1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9" name="Google Shape;299;p1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0" name="Google Shape;300;p1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" name="Google Shape;301;p1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2" name="Google Shape;302;p19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3" name="Google Shape;303;p1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4" name="Google Shape;304;p19"/>
                <p:cNvGrpSpPr/>
                <p:nvPr/>
              </p:nvGrpSpPr>
              <p:grpSpPr>
                <a:xfrm>
                  <a:off x="-2" y="113466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305" name="Google Shape;305;p1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6" name="Google Shape;306;p1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7" name="Google Shape;307;p1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8" name="Google Shape;308;p1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9" name="Google Shape;309;p19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0" name="Google Shape;310;p1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311" name="Google Shape;311;p19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71842" dir="2700000" rotWithShape="0">
                <a:srgbClr val="232323">
                  <a:alpha val="74901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2" name="Google Shape;312;p19" descr="Picture 1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2789" y="4245769"/>
            <a:ext cx="977411" cy="440532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9"/>
          <p:cNvSpPr txBox="1">
            <a:spLocks noGrp="1"/>
          </p:cNvSpPr>
          <p:nvPr>
            <p:ph type="title"/>
          </p:nvPr>
        </p:nvSpPr>
        <p:spPr>
          <a:xfrm>
            <a:off x="990600" y="457200"/>
            <a:ext cx="71628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None/>
              <a:defRPr sz="27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19"/>
          <p:cNvSpPr txBox="1">
            <a:spLocks noGrp="1"/>
          </p:cNvSpPr>
          <p:nvPr>
            <p:ph type="body" idx="1"/>
          </p:nvPr>
        </p:nvSpPr>
        <p:spPr>
          <a:xfrm>
            <a:off x="990600" y="1485900"/>
            <a:ext cx="71628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5" name="Google Shape;315;p19"/>
          <p:cNvSpPr txBox="1">
            <a:spLocks noGrp="1"/>
          </p:cNvSpPr>
          <p:nvPr>
            <p:ph type="sldNum" idx="1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Section Header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20"/>
          <p:cNvGrpSpPr/>
          <p:nvPr/>
        </p:nvGrpSpPr>
        <p:grpSpPr>
          <a:xfrm>
            <a:off x="70339" y="59530"/>
            <a:ext cx="8954970" cy="4980391"/>
            <a:chOff x="0" y="-2"/>
            <a:chExt cx="8954969" cy="4980390"/>
          </a:xfrm>
        </p:grpSpPr>
        <p:grpSp>
          <p:nvGrpSpPr>
            <p:cNvPr id="318" name="Google Shape;318;p20"/>
            <p:cNvGrpSpPr/>
            <p:nvPr/>
          </p:nvGrpSpPr>
          <p:grpSpPr>
            <a:xfrm>
              <a:off x="0" y="-2"/>
              <a:ext cx="8954969" cy="4980390"/>
              <a:chOff x="0" y="-1"/>
              <a:chExt cx="8954968" cy="4980388"/>
            </a:xfrm>
          </p:grpSpPr>
          <p:grpSp>
            <p:nvGrpSpPr>
              <p:cNvPr id="319" name="Google Shape;319;p20"/>
              <p:cNvGrpSpPr/>
              <p:nvPr/>
            </p:nvGrpSpPr>
            <p:grpSpPr>
              <a:xfrm>
                <a:off x="0" y="-1"/>
                <a:ext cx="1098537" cy="1215631"/>
                <a:chOff x="0" y="0"/>
                <a:chExt cx="1098536" cy="1215629"/>
              </a:xfrm>
            </p:grpSpPr>
            <p:grpSp>
              <p:nvGrpSpPr>
                <p:cNvPr id="320" name="Google Shape;320;p20"/>
                <p:cNvGrpSpPr/>
                <p:nvPr/>
              </p:nvGrpSpPr>
              <p:grpSpPr>
                <a:xfrm>
                  <a:off x="0" y="0"/>
                  <a:ext cx="1098536" cy="80963"/>
                  <a:chOff x="0" y="0"/>
                  <a:chExt cx="1098535" cy="80962"/>
                </a:xfrm>
              </p:grpSpPr>
              <p:sp>
                <p:nvSpPr>
                  <p:cNvPr id="321" name="Google Shape;321;p2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2" name="Google Shape;322;p2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3" name="Google Shape;323;p20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4" name="Google Shape;324;p2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5" name="Google Shape;325;p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6" name="Google Shape;326;p20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27" name="Google Shape;327;p20"/>
                <p:cNvGrpSpPr/>
                <p:nvPr/>
              </p:nvGrpSpPr>
              <p:grpSpPr>
                <a:xfrm>
                  <a:off x="0" y="159543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328" name="Google Shape;328;p2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9" name="Google Shape;329;p2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0" name="Google Shape;330;p20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1" name="Google Shape;331;p2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2" name="Google Shape;332;p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3" name="Google Shape;333;p20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34" name="Google Shape;334;p20"/>
                <p:cNvGrpSpPr/>
                <p:nvPr/>
              </p:nvGrpSpPr>
              <p:grpSpPr>
                <a:xfrm>
                  <a:off x="0" y="322659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335" name="Google Shape;335;p2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6" name="Google Shape;336;p2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7" name="Google Shape;337;p20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8" name="Google Shape;338;p2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9" name="Google Shape;339;p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0" name="Google Shape;340;p20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41" name="Google Shape;341;p20"/>
                <p:cNvGrpSpPr/>
                <p:nvPr/>
              </p:nvGrpSpPr>
              <p:grpSpPr>
                <a:xfrm>
                  <a:off x="0" y="48577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342" name="Google Shape;342;p2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3" name="Google Shape;343;p2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4" name="Google Shape;344;p20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5" name="Google Shape;345;p2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6" name="Google Shape;346;p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7" name="Google Shape;347;p20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48" name="Google Shape;348;p20"/>
                <p:cNvGrpSpPr/>
                <p:nvPr/>
              </p:nvGrpSpPr>
              <p:grpSpPr>
                <a:xfrm>
                  <a:off x="0" y="646509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349" name="Google Shape;349;p2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0" name="Google Shape;350;p2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1" name="Google Shape;351;p20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" name="Google Shape;352;p2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3" name="Google Shape;353;p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4" name="Google Shape;354;p20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55" name="Google Shape;355;p20"/>
                <p:cNvGrpSpPr/>
                <p:nvPr/>
              </p:nvGrpSpPr>
              <p:grpSpPr>
                <a:xfrm>
                  <a:off x="0" y="80962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356" name="Google Shape;356;p2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7" name="Google Shape;357;p2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8" name="Google Shape;358;p20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9" name="Google Shape;359;p2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0" name="Google Shape;360;p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1" name="Google Shape;361;p20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62" name="Google Shape;362;p20"/>
                <p:cNvGrpSpPr/>
                <p:nvPr/>
              </p:nvGrpSpPr>
              <p:grpSpPr>
                <a:xfrm>
                  <a:off x="0" y="971550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363" name="Google Shape;363;p2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4" name="Google Shape;364;p2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5" name="Google Shape;365;p20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6" name="Google Shape;366;p2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7" name="Google Shape;367;p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8" name="Google Shape;368;p20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69" name="Google Shape;369;p20"/>
                <p:cNvGrpSpPr/>
                <p:nvPr/>
              </p:nvGrpSpPr>
              <p:grpSpPr>
                <a:xfrm>
                  <a:off x="0" y="113466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370" name="Google Shape;370;p2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1" name="Google Shape;371;p2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2" name="Google Shape;372;p20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3" name="Google Shape;373;p2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4" name="Google Shape;374;p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5" name="Google Shape;375;p20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76" name="Google Shape;376;p20"/>
              <p:cNvGrpSpPr/>
              <p:nvPr/>
            </p:nvGrpSpPr>
            <p:grpSpPr>
              <a:xfrm>
                <a:off x="7858016" y="3764757"/>
                <a:ext cx="1096952" cy="1215630"/>
                <a:chOff x="-2" y="0"/>
                <a:chExt cx="1096951" cy="1215629"/>
              </a:xfrm>
            </p:grpSpPr>
            <p:grpSp>
              <p:nvGrpSpPr>
                <p:cNvPr id="377" name="Google Shape;377;p20"/>
                <p:cNvGrpSpPr/>
                <p:nvPr/>
              </p:nvGrpSpPr>
              <p:grpSpPr>
                <a:xfrm>
                  <a:off x="-2" y="0"/>
                  <a:ext cx="1096951" cy="80963"/>
                  <a:chOff x="-1" y="0"/>
                  <a:chExt cx="1096949" cy="80962"/>
                </a:xfrm>
              </p:grpSpPr>
              <p:sp>
                <p:nvSpPr>
                  <p:cNvPr id="378" name="Google Shape;378;p2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9" name="Google Shape;379;p2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0" name="Google Shape;380;p2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1" name="Google Shape;381;p2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2" name="Google Shape;382;p2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3" name="Google Shape;383;p20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4" name="Google Shape;384;p20"/>
                <p:cNvGrpSpPr/>
                <p:nvPr/>
              </p:nvGrpSpPr>
              <p:grpSpPr>
                <a:xfrm>
                  <a:off x="-2" y="159543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385" name="Google Shape;385;p2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6" name="Google Shape;386;p2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7" name="Google Shape;387;p2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8" name="Google Shape;388;p2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9" name="Google Shape;389;p2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0" name="Google Shape;390;p20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91" name="Google Shape;391;p20"/>
                <p:cNvGrpSpPr/>
                <p:nvPr/>
              </p:nvGrpSpPr>
              <p:grpSpPr>
                <a:xfrm>
                  <a:off x="-2" y="322659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392" name="Google Shape;392;p2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" name="Google Shape;393;p2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4" name="Google Shape;394;p2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5" name="Google Shape;395;p2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6" name="Google Shape;396;p2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7" name="Google Shape;397;p20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98" name="Google Shape;398;p20"/>
                <p:cNvGrpSpPr/>
                <p:nvPr/>
              </p:nvGrpSpPr>
              <p:grpSpPr>
                <a:xfrm>
                  <a:off x="-2" y="48577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399" name="Google Shape;399;p2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0" name="Google Shape;400;p2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1" name="Google Shape;401;p2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2" name="Google Shape;402;p2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3" name="Google Shape;403;p2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4" name="Google Shape;404;p20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05" name="Google Shape;405;p20"/>
                <p:cNvGrpSpPr/>
                <p:nvPr/>
              </p:nvGrpSpPr>
              <p:grpSpPr>
                <a:xfrm>
                  <a:off x="-2" y="646509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406" name="Google Shape;406;p2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7" name="Google Shape;407;p2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8" name="Google Shape;408;p2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9" name="Google Shape;409;p2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0" name="Google Shape;410;p2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1" name="Google Shape;411;p20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2" name="Google Shape;412;p20"/>
                <p:cNvGrpSpPr/>
                <p:nvPr/>
              </p:nvGrpSpPr>
              <p:grpSpPr>
                <a:xfrm>
                  <a:off x="-2" y="80962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413" name="Google Shape;413;p2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4" name="Google Shape;414;p2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5" name="Google Shape;415;p2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6" name="Google Shape;416;p2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" name="Google Shape;417;p2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8" name="Google Shape;418;p20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9" name="Google Shape;419;p20"/>
                <p:cNvGrpSpPr/>
                <p:nvPr/>
              </p:nvGrpSpPr>
              <p:grpSpPr>
                <a:xfrm>
                  <a:off x="-2" y="971550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420" name="Google Shape;420;p2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1" name="Google Shape;421;p2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2" name="Google Shape;422;p2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3" name="Google Shape;423;p2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4" name="Google Shape;424;p2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5" name="Google Shape;425;p20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6" name="Google Shape;426;p20"/>
                <p:cNvGrpSpPr/>
                <p:nvPr/>
              </p:nvGrpSpPr>
              <p:grpSpPr>
                <a:xfrm>
                  <a:off x="-2" y="113466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427" name="Google Shape;427;p2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8" name="Google Shape;428;p2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9" name="Google Shape;429;p2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0" name="Google Shape;430;p2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1" name="Google Shape;431;p2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2" name="Google Shape;432;p20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433" name="Google Shape;433;p20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71842" dir="2700000" rotWithShape="0">
                <a:srgbClr val="232323">
                  <a:alpha val="74901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34" name="Google Shape;434;p20" descr="Picture 1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2789" y="4245769"/>
            <a:ext cx="977411" cy="440532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0"/>
          <p:cNvSpPr txBox="1">
            <a:spLocks noGrp="1"/>
          </p:cNvSpPr>
          <p:nvPr>
            <p:ph type="title"/>
          </p:nvPr>
        </p:nvSpPr>
        <p:spPr>
          <a:xfrm>
            <a:off x="722435" y="3305176"/>
            <a:ext cx="7772401" cy="1021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None/>
              <a:defRPr sz="3000" b="1" cap="non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20"/>
          <p:cNvSpPr txBox="1">
            <a:spLocks noGrp="1"/>
          </p:cNvSpPr>
          <p:nvPr>
            <p:ph type="body" idx="1"/>
          </p:nvPr>
        </p:nvSpPr>
        <p:spPr>
          <a:xfrm>
            <a:off x="722435" y="2180034"/>
            <a:ext cx="7772401" cy="1125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7" name="Google Shape;437;p20"/>
          <p:cNvSpPr txBox="1">
            <a:spLocks noGrp="1"/>
          </p:cNvSpPr>
          <p:nvPr>
            <p:ph type="sldNum" idx="1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9" name="Google Shape;439;p21"/>
          <p:cNvGrpSpPr/>
          <p:nvPr/>
        </p:nvGrpSpPr>
        <p:grpSpPr>
          <a:xfrm>
            <a:off x="70339" y="59530"/>
            <a:ext cx="8954970" cy="4980391"/>
            <a:chOff x="0" y="-2"/>
            <a:chExt cx="8954969" cy="4980390"/>
          </a:xfrm>
        </p:grpSpPr>
        <p:grpSp>
          <p:nvGrpSpPr>
            <p:cNvPr id="440" name="Google Shape;440;p21"/>
            <p:cNvGrpSpPr/>
            <p:nvPr/>
          </p:nvGrpSpPr>
          <p:grpSpPr>
            <a:xfrm>
              <a:off x="0" y="-2"/>
              <a:ext cx="8954969" cy="4980390"/>
              <a:chOff x="0" y="-1"/>
              <a:chExt cx="8954968" cy="4980388"/>
            </a:xfrm>
          </p:grpSpPr>
          <p:grpSp>
            <p:nvGrpSpPr>
              <p:cNvPr id="441" name="Google Shape;441;p21"/>
              <p:cNvGrpSpPr/>
              <p:nvPr/>
            </p:nvGrpSpPr>
            <p:grpSpPr>
              <a:xfrm>
                <a:off x="0" y="-1"/>
                <a:ext cx="1098537" cy="1215631"/>
                <a:chOff x="0" y="0"/>
                <a:chExt cx="1098536" cy="1215629"/>
              </a:xfrm>
            </p:grpSpPr>
            <p:grpSp>
              <p:nvGrpSpPr>
                <p:cNvPr id="442" name="Google Shape;442;p21"/>
                <p:cNvGrpSpPr/>
                <p:nvPr/>
              </p:nvGrpSpPr>
              <p:grpSpPr>
                <a:xfrm>
                  <a:off x="0" y="0"/>
                  <a:ext cx="1098536" cy="80963"/>
                  <a:chOff x="0" y="0"/>
                  <a:chExt cx="1098535" cy="80962"/>
                </a:xfrm>
              </p:grpSpPr>
              <p:sp>
                <p:nvSpPr>
                  <p:cNvPr id="443" name="Google Shape;443;p2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4" name="Google Shape;444;p2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5" name="Google Shape;445;p2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6" name="Google Shape;446;p21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7" name="Google Shape;447;p2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8" name="Google Shape;448;p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49" name="Google Shape;449;p21"/>
                <p:cNvGrpSpPr/>
                <p:nvPr/>
              </p:nvGrpSpPr>
              <p:grpSpPr>
                <a:xfrm>
                  <a:off x="0" y="159543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450" name="Google Shape;450;p2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1" name="Google Shape;451;p2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2" name="Google Shape;452;p2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3" name="Google Shape;453;p21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4" name="Google Shape;454;p2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5" name="Google Shape;455;p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56" name="Google Shape;456;p21"/>
                <p:cNvGrpSpPr/>
                <p:nvPr/>
              </p:nvGrpSpPr>
              <p:grpSpPr>
                <a:xfrm>
                  <a:off x="0" y="322659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457" name="Google Shape;457;p2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8" name="Google Shape;458;p2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9" name="Google Shape;459;p2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0" name="Google Shape;460;p21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1" name="Google Shape;461;p2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2" name="Google Shape;462;p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63" name="Google Shape;463;p21"/>
                <p:cNvGrpSpPr/>
                <p:nvPr/>
              </p:nvGrpSpPr>
              <p:grpSpPr>
                <a:xfrm>
                  <a:off x="0" y="48577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464" name="Google Shape;464;p2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5" name="Google Shape;465;p2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6" name="Google Shape;466;p2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7" name="Google Shape;467;p21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8" name="Google Shape;468;p2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9" name="Google Shape;469;p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70" name="Google Shape;470;p21"/>
                <p:cNvGrpSpPr/>
                <p:nvPr/>
              </p:nvGrpSpPr>
              <p:grpSpPr>
                <a:xfrm>
                  <a:off x="0" y="646509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471" name="Google Shape;471;p2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2" name="Google Shape;472;p2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3" name="Google Shape;473;p2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4" name="Google Shape;474;p21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5" name="Google Shape;475;p2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6" name="Google Shape;476;p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77" name="Google Shape;477;p21"/>
                <p:cNvGrpSpPr/>
                <p:nvPr/>
              </p:nvGrpSpPr>
              <p:grpSpPr>
                <a:xfrm>
                  <a:off x="0" y="80962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478" name="Google Shape;478;p2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9" name="Google Shape;479;p2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0" name="Google Shape;480;p2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1" name="Google Shape;481;p21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2" name="Google Shape;482;p2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3" name="Google Shape;483;p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4" name="Google Shape;484;p21"/>
                <p:cNvGrpSpPr/>
                <p:nvPr/>
              </p:nvGrpSpPr>
              <p:grpSpPr>
                <a:xfrm>
                  <a:off x="0" y="971550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485" name="Google Shape;485;p2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6" name="Google Shape;486;p2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7" name="Google Shape;487;p2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8" name="Google Shape;488;p21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9" name="Google Shape;489;p2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0" name="Google Shape;490;p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91" name="Google Shape;491;p21"/>
                <p:cNvGrpSpPr/>
                <p:nvPr/>
              </p:nvGrpSpPr>
              <p:grpSpPr>
                <a:xfrm>
                  <a:off x="0" y="113466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492" name="Google Shape;492;p2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3" name="Google Shape;493;p2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4" name="Google Shape;494;p2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5" name="Google Shape;495;p21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6" name="Google Shape;496;p2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7" name="Google Shape;497;p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98" name="Google Shape;498;p21"/>
              <p:cNvGrpSpPr/>
              <p:nvPr/>
            </p:nvGrpSpPr>
            <p:grpSpPr>
              <a:xfrm>
                <a:off x="7858016" y="3764757"/>
                <a:ext cx="1096952" cy="1215630"/>
                <a:chOff x="-2" y="0"/>
                <a:chExt cx="1096951" cy="1215629"/>
              </a:xfrm>
            </p:grpSpPr>
            <p:grpSp>
              <p:nvGrpSpPr>
                <p:cNvPr id="499" name="Google Shape;499;p21"/>
                <p:cNvGrpSpPr/>
                <p:nvPr/>
              </p:nvGrpSpPr>
              <p:grpSpPr>
                <a:xfrm>
                  <a:off x="-2" y="0"/>
                  <a:ext cx="1096951" cy="80963"/>
                  <a:chOff x="-1" y="0"/>
                  <a:chExt cx="1096949" cy="80962"/>
                </a:xfrm>
              </p:grpSpPr>
              <p:sp>
                <p:nvSpPr>
                  <p:cNvPr id="500" name="Google Shape;500;p2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1" name="Google Shape;501;p2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2" name="Google Shape;502;p2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3" name="Google Shape;503;p2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4" name="Google Shape;504;p2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5" name="Google Shape;505;p2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06" name="Google Shape;506;p21"/>
                <p:cNvGrpSpPr/>
                <p:nvPr/>
              </p:nvGrpSpPr>
              <p:grpSpPr>
                <a:xfrm>
                  <a:off x="-2" y="159543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507" name="Google Shape;507;p2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8" name="Google Shape;508;p2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9" name="Google Shape;509;p2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0" name="Google Shape;510;p2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1" name="Google Shape;511;p2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2" name="Google Shape;512;p2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13" name="Google Shape;513;p21"/>
                <p:cNvGrpSpPr/>
                <p:nvPr/>
              </p:nvGrpSpPr>
              <p:grpSpPr>
                <a:xfrm>
                  <a:off x="-2" y="322659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514" name="Google Shape;514;p2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5" name="Google Shape;515;p2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6" name="Google Shape;516;p2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7" name="Google Shape;517;p2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8" name="Google Shape;518;p2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9" name="Google Shape;519;p2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20" name="Google Shape;520;p21"/>
                <p:cNvGrpSpPr/>
                <p:nvPr/>
              </p:nvGrpSpPr>
              <p:grpSpPr>
                <a:xfrm>
                  <a:off x="-2" y="48577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521" name="Google Shape;521;p2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2" name="Google Shape;522;p2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3" name="Google Shape;523;p2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4" name="Google Shape;524;p2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5" name="Google Shape;525;p2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6" name="Google Shape;526;p2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27" name="Google Shape;527;p21"/>
                <p:cNvGrpSpPr/>
                <p:nvPr/>
              </p:nvGrpSpPr>
              <p:grpSpPr>
                <a:xfrm>
                  <a:off x="-2" y="646509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528" name="Google Shape;528;p2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9" name="Google Shape;529;p2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0" name="Google Shape;530;p2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1" name="Google Shape;531;p2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2" name="Google Shape;532;p2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3" name="Google Shape;533;p2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4" name="Google Shape;534;p21"/>
                <p:cNvGrpSpPr/>
                <p:nvPr/>
              </p:nvGrpSpPr>
              <p:grpSpPr>
                <a:xfrm>
                  <a:off x="-2" y="80962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535" name="Google Shape;535;p2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6" name="Google Shape;536;p2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7" name="Google Shape;537;p2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8" name="Google Shape;538;p2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9" name="Google Shape;539;p2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0" name="Google Shape;540;p2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41" name="Google Shape;541;p21"/>
                <p:cNvGrpSpPr/>
                <p:nvPr/>
              </p:nvGrpSpPr>
              <p:grpSpPr>
                <a:xfrm>
                  <a:off x="-2" y="971550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542" name="Google Shape;542;p2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3" name="Google Shape;543;p2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4" name="Google Shape;544;p2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5" name="Google Shape;545;p2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6" name="Google Shape;546;p2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7" name="Google Shape;547;p2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48" name="Google Shape;548;p21"/>
                <p:cNvGrpSpPr/>
                <p:nvPr/>
              </p:nvGrpSpPr>
              <p:grpSpPr>
                <a:xfrm>
                  <a:off x="-2" y="113466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549" name="Google Shape;549;p2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0" name="Google Shape;550;p2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1" name="Google Shape;551;p2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2" name="Google Shape;552;p2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3" name="Google Shape;553;p2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4" name="Google Shape;554;p2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555" name="Google Shape;555;p21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71842" dir="2700000" rotWithShape="0">
                <a:srgbClr val="232323">
                  <a:alpha val="74901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56" name="Google Shape;556;p21" descr="Picture 1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2789" y="4245769"/>
            <a:ext cx="977411" cy="440532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21"/>
          <p:cNvSpPr txBox="1">
            <a:spLocks noGrp="1"/>
          </p:cNvSpPr>
          <p:nvPr>
            <p:ph type="title"/>
          </p:nvPr>
        </p:nvSpPr>
        <p:spPr>
          <a:xfrm>
            <a:off x="990600" y="457200"/>
            <a:ext cx="71628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None/>
              <a:defRPr sz="27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58" name="Google Shape;558;p21"/>
          <p:cNvSpPr txBox="1">
            <a:spLocks noGrp="1"/>
          </p:cNvSpPr>
          <p:nvPr>
            <p:ph type="body" idx="1"/>
          </p:nvPr>
        </p:nvSpPr>
        <p:spPr>
          <a:xfrm>
            <a:off x="990600" y="1485900"/>
            <a:ext cx="3511063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1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1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1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1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9" name="Google Shape;559;p21"/>
          <p:cNvSpPr txBox="1">
            <a:spLocks noGrp="1"/>
          </p:cNvSpPr>
          <p:nvPr>
            <p:ph type="sldNum" idx="1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>
  <p:cSld name="Comparison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1" name="Google Shape;561;p22"/>
          <p:cNvGrpSpPr/>
          <p:nvPr/>
        </p:nvGrpSpPr>
        <p:grpSpPr>
          <a:xfrm>
            <a:off x="70339" y="59530"/>
            <a:ext cx="8954970" cy="4980391"/>
            <a:chOff x="0" y="-2"/>
            <a:chExt cx="8954969" cy="4980390"/>
          </a:xfrm>
        </p:grpSpPr>
        <p:grpSp>
          <p:nvGrpSpPr>
            <p:cNvPr id="562" name="Google Shape;562;p22"/>
            <p:cNvGrpSpPr/>
            <p:nvPr/>
          </p:nvGrpSpPr>
          <p:grpSpPr>
            <a:xfrm>
              <a:off x="0" y="-2"/>
              <a:ext cx="8954969" cy="4980390"/>
              <a:chOff x="0" y="-1"/>
              <a:chExt cx="8954968" cy="4980388"/>
            </a:xfrm>
          </p:grpSpPr>
          <p:grpSp>
            <p:nvGrpSpPr>
              <p:cNvPr id="563" name="Google Shape;563;p22"/>
              <p:cNvGrpSpPr/>
              <p:nvPr/>
            </p:nvGrpSpPr>
            <p:grpSpPr>
              <a:xfrm>
                <a:off x="0" y="-1"/>
                <a:ext cx="1098537" cy="1215631"/>
                <a:chOff x="0" y="0"/>
                <a:chExt cx="1098536" cy="1215629"/>
              </a:xfrm>
            </p:grpSpPr>
            <p:grpSp>
              <p:nvGrpSpPr>
                <p:cNvPr id="564" name="Google Shape;564;p22"/>
                <p:cNvGrpSpPr/>
                <p:nvPr/>
              </p:nvGrpSpPr>
              <p:grpSpPr>
                <a:xfrm>
                  <a:off x="0" y="0"/>
                  <a:ext cx="1098536" cy="80963"/>
                  <a:chOff x="0" y="0"/>
                  <a:chExt cx="1098535" cy="80962"/>
                </a:xfrm>
              </p:grpSpPr>
              <p:sp>
                <p:nvSpPr>
                  <p:cNvPr id="565" name="Google Shape;565;p2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6" name="Google Shape;566;p2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7" name="Google Shape;567;p2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8" name="Google Shape;568;p2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9" name="Google Shape;569;p22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0" name="Google Shape;570;p2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71" name="Google Shape;571;p22"/>
                <p:cNvGrpSpPr/>
                <p:nvPr/>
              </p:nvGrpSpPr>
              <p:grpSpPr>
                <a:xfrm>
                  <a:off x="0" y="159543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572" name="Google Shape;572;p2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3" name="Google Shape;573;p2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4" name="Google Shape;574;p2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5" name="Google Shape;575;p2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6" name="Google Shape;576;p22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7" name="Google Shape;577;p2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78" name="Google Shape;578;p22"/>
                <p:cNvGrpSpPr/>
                <p:nvPr/>
              </p:nvGrpSpPr>
              <p:grpSpPr>
                <a:xfrm>
                  <a:off x="0" y="322659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579" name="Google Shape;579;p2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0" name="Google Shape;580;p2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1" name="Google Shape;581;p2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2" name="Google Shape;582;p2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3" name="Google Shape;583;p22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4" name="Google Shape;584;p2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85" name="Google Shape;585;p22"/>
                <p:cNvGrpSpPr/>
                <p:nvPr/>
              </p:nvGrpSpPr>
              <p:grpSpPr>
                <a:xfrm>
                  <a:off x="0" y="48577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586" name="Google Shape;586;p2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7" name="Google Shape;587;p2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8" name="Google Shape;588;p2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9" name="Google Shape;589;p2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90" name="Google Shape;590;p22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91" name="Google Shape;591;p2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92" name="Google Shape;592;p22"/>
                <p:cNvGrpSpPr/>
                <p:nvPr/>
              </p:nvGrpSpPr>
              <p:grpSpPr>
                <a:xfrm>
                  <a:off x="0" y="646509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593" name="Google Shape;593;p2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94" name="Google Shape;594;p2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95" name="Google Shape;595;p2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96" name="Google Shape;596;p2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97" name="Google Shape;597;p22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98" name="Google Shape;598;p2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99" name="Google Shape;599;p22"/>
                <p:cNvGrpSpPr/>
                <p:nvPr/>
              </p:nvGrpSpPr>
              <p:grpSpPr>
                <a:xfrm>
                  <a:off x="0" y="80962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600" name="Google Shape;600;p2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1" name="Google Shape;601;p2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2" name="Google Shape;602;p2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3" name="Google Shape;603;p2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4" name="Google Shape;604;p22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5" name="Google Shape;605;p2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06" name="Google Shape;606;p22"/>
                <p:cNvGrpSpPr/>
                <p:nvPr/>
              </p:nvGrpSpPr>
              <p:grpSpPr>
                <a:xfrm>
                  <a:off x="0" y="971550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607" name="Google Shape;607;p2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8" name="Google Shape;608;p2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9" name="Google Shape;609;p2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0" name="Google Shape;610;p2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1" name="Google Shape;611;p22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2" name="Google Shape;612;p2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13" name="Google Shape;613;p22"/>
                <p:cNvGrpSpPr/>
                <p:nvPr/>
              </p:nvGrpSpPr>
              <p:grpSpPr>
                <a:xfrm>
                  <a:off x="0" y="113466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614" name="Google Shape;614;p2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5" name="Google Shape;615;p2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6" name="Google Shape;616;p2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7" name="Google Shape;617;p2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8" name="Google Shape;618;p22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9" name="Google Shape;619;p2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620" name="Google Shape;620;p22"/>
              <p:cNvGrpSpPr/>
              <p:nvPr/>
            </p:nvGrpSpPr>
            <p:grpSpPr>
              <a:xfrm>
                <a:off x="7858016" y="3764757"/>
                <a:ext cx="1096952" cy="1215630"/>
                <a:chOff x="-2" y="0"/>
                <a:chExt cx="1096951" cy="1215629"/>
              </a:xfrm>
            </p:grpSpPr>
            <p:grpSp>
              <p:nvGrpSpPr>
                <p:cNvPr id="621" name="Google Shape;621;p22"/>
                <p:cNvGrpSpPr/>
                <p:nvPr/>
              </p:nvGrpSpPr>
              <p:grpSpPr>
                <a:xfrm>
                  <a:off x="-2" y="0"/>
                  <a:ext cx="1096951" cy="80963"/>
                  <a:chOff x="-1" y="0"/>
                  <a:chExt cx="1096949" cy="80962"/>
                </a:xfrm>
              </p:grpSpPr>
              <p:sp>
                <p:nvSpPr>
                  <p:cNvPr id="622" name="Google Shape;622;p22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3" name="Google Shape;623;p2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4" name="Google Shape;624;p2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5" name="Google Shape;625;p2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6" name="Google Shape;626;p2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7" name="Google Shape;627;p2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28" name="Google Shape;628;p22"/>
                <p:cNvGrpSpPr/>
                <p:nvPr/>
              </p:nvGrpSpPr>
              <p:grpSpPr>
                <a:xfrm>
                  <a:off x="-2" y="159543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629" name="Google Shape;629;p22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0" name="Google Shape;630;p2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1" name="Google Shape;631;p2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2" name="Google Shape;632;p2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3" name="Google Shape;633;p2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4" name="Google Shape;634;p2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5" name="Google Shape;635;p22"/>
                <p:cNvGrpSpPr/>
                <p:nvPr/>
              </p:nvGrpSpPr>
              <p:grpSpPr>
                <a:xfrm>
                  <a:off x="-2" y="322659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636" name="Google Shape;636;p22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7" name="Google Shape;637;p2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8" name="Google Shape;638;p2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9" name="Google Shape;639;p2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0" name="Google Shape;640;p2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1" name="Google Shape;641;p2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42" name="Google Shape;642;p22"/>
                <p:cNvGrpSpPr/>
                <p:nvPr/>
              </p:nvGrpSpPr>
              <p:grpSpPr>
                <a:xfrm>
                  <a:off x="-2" y="48577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643" name="Google Shape;643;p22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4" name="Google Shape;644;p2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5" name="Google Shape;645;p2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6" name="Google Shape;646;p2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7" name="Google Shape;647;p2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8" name="Google Shape;648;p2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49" name="Google Shape;649;p22"/>
                <p:cNvGrpSpPr/>
                <p:nvPr/>
              </p:nvGrpSpPr>
              <p:grpSpPr>
                <a:xfrm>
                  <a:off x="-2" y="646509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650" name="Google Shape;650;p22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1" name="Google Shape;651;p2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2" name="Google Shape;652;p2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3" name="Google Shape;653;p2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4" name="Google Shape;654;p2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5" name="Google Shape;655;p2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56" name="Google Shape;656;p22"/>
                <p:cNvGrpSpPr/>
                <p:nvPr/>
              </p:nvGrpSpPr>
              <p:grpSpPr>
                <a:xfrm>
                  <a:off x="-2" y="80962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657" name="Google Shape;657;p22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8" name="Google Shape;658;p2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9" name="Google Shape;659;p2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0" name="Google Shape;660;p2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1" name="Google Shape;661;p2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2" name="Google Shape;662;p2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3" name="Google Shape;663;p22"/>
                <p:cNvGrpSpPr/>
                <p:nvPr/>
              </p:nvGrpSpPr>
              <p:grpSpPr>
                <a:xfrm>
                  <a:off x="-2" y="971550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664" name="Google Shape;664;p22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5" name="Google Shape;665;p2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6" name="Google Shape;666;p2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7" name="Google Shape;667;p2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8" name="Google Shape;668;p2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9" name="Google Shape;669;p2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70" name="Google Shape;670;p22"/>
                <p:cNvGrpSpPr/>
                <p:nvPr/>
              </p:nvGrpSpPr>
              <p:grpSpPr>
                <a:xfrm>
                  <a:off x="-2" y="113466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671" name="Google Shape;671;p22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2" name="Google Shape;672;p2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3" name="Google Shape;673;p2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4" name="Google Shape;674;p2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5" name="Google Shape;675;p2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6" name="Google Shape;676;p2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677" name="Google Shape;677;p22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71842" dir="2700000" rotWithShape="0">
                <a:srgbClr val="232323">
                  <a:alpha val="74901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78" name="Google Shape;678;p22" descr="Picture 1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2789" y="4245769"/>
            <a:ext cx="977411" cy="440532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2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None/>
              <a:defRPr sz="27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22"/>
          <p:cNvSpPr txBox="1">
            <a:spLocks noGrp="1"/>
          </p:cNvSpPr>
          <p:nvPr>
            <p:ph type="body" idx="1"/>
          </p:nvPr>
        </p:nvSpPr>
        <p:spPr>
          <a:xfrm>
            <a:off x="457200" y="1151334"/>
            <a:ext cx="4040067" cy="4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1" name="Google Shape;681;p22"/>
          <p:cNvSpPr txBox="1">
            <a:spLocks noGrp="1"/>
          </p:cNvSpPr>
          <p:nvPr>
            <p:ph type="body" idx="2"/>
          </p:nvPr>
        </p:nvSpPr>
        <p:spPr>
          <a:xfrm>
            <a:off x="4645269" y="1151334"/>
            <a:ext cx="4041531" cy="47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b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2" name="Google Shape;682;p22"/>
          <p:cNvSpPr txBox="1">
            <a:spLocks noGrp="1"/>
          </p:cNvSpPr>
          <p:nvPr>
            <p:ph type="sldNum" idx="1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4" name="Google Shape;684;p23"/>
          <p:cNvGrpSpPr/>
          <p:nvPr/>
        </p:nvGrpSpPr>
        <p:grpSpPr>
          <a:xfrm>
            <a:off x="70339" y="59530"/>
            <a:ext cx="8954970" cy="4980391"/>
            <a:chOff x="0" y="-2"/>
            <a:chExt cx="8954969" cy="4980390"/>
          </a:xfrm>
        </p:grpSpPr>
        <p:grpSp>
          <p:nvGrpSpPr>
            <p:cNvPr id="685" name="Google Shape;685;p23"/>
            <p:cNvGrpSpPr/>
            <p:nvPr/>
          </p:nvGrpSpPr>
          <p:grpSpPr>
            <a:xfrm>
              <a:off x="0" y="-2"/>
              <a:ext cx="8954969" cy="4980390"/>
              <a:chOff x="0" y="-1"/>
              <a:chExt cx="8954968" cy="4980388"/>
            </a:xfrm>
          </p:grpSpPr>
          <p:grpSp>
            <p:nvGrpSpPr>
              <p:cNvPr id="686" name="Google Shape;686;p23"/>
              <p:cNvGrpSpPr/>
              <p:nvPr/>
            </p:nvGrpSpPr>
            <p:grpSpPr>
              <a:xfrm>
                <a:off x="0" y="-1"/>
                <a:ext cx="1098537" cy="1215631"/>
                <a:chOff x="0" y="0"/>
                <a:chExt cx="1098536" cy="1215629"/>
              </a:xfrm>
            </p:grpSpPr>
            <p:grpSp>
              <p:nvGrpSpPr>
                <p:cNvPr id="687" name="Google Shape;687;p23"/>
                <p:cNvGrpSpPr/>
                <p:nvPr/>
              </p:nvGrpSpPr>
              <p:grpSpPr>
                <a:xfrm>
                  <a:off x="0" y="0"/>
                  <a:ext cx="1098536" cy="80963"/>
                  <a:chOff x="0" y="0"/>
                  <a:chExt cx="1098535" cy="80962"/>
                </a:xfrm>
              </p:grpSpPr>
              <p:sp>
                <p:nvSpPr>
                  <p:cNvPr id="688" name="Google Shape;688;p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9" name="Google Shape;689;p2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0" name="Google Shape;690;p2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1" name="Google Shape;691;p2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2" name="Google Shape;692;p2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3" name="Google Shape;693;p23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94" name="Google Shape;694;p23"/>
                <p:cNvGrpSpPr/>
                <p:nvPr/>
              </p:nvGrpSpPr>
              <p:grpSpPr>
                <a:xfrm>
                  <a:off x="0" y="159543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695" name="Google Shape;695;p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6" name="Google Shape;696;p2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7" name="Google Shape;697;p2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8" name="Google Shape;698;p2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9" name="Google Shape;699;p2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0" name="Google Shape;700;p23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01" name="Google Shape;701;p23"/>
                <p:cNvGrpSpPr/>
                <p:nvPr/>
              </p:nvGrpSpPr>
              <p:grpSpPr>
                <a:xfrm>
                  <a:off x="0" y="322659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702" name="Google Shape;702;p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3" name="Google Shape;703;p2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4" name="Google Shape;704;p2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5" name="Google Shape;705;p2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6" name="Google Shape;706;p2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" name="Google Shape;707;p23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08" name="Google Shape;708;p23"/>
                <p:cNvGrpSpPr/>
                <p:nvPr/>
              </p:nvGrpSpPr>
              <p:grpSpPr>
                <a:xfrm>
                  <a:off x="0" y="48577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709" name="Google Shape;709;p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0" name="Google Shape;710;p2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1" name="Google Shape;711;p2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2" name="Google Shape;712;p2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3" name="Google Shape;713;p2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4" name="Google Shape;714;p23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15" name="Google Shape;715;p23"/>
                <p:cNvGrpSpPr/>
                <p:nvPr/>
              </p:nvGrpSpPr>
              <p:grpSpPr>
                <a:xfrm>
                  <a:off x="0" y="646509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716" name="Google Shape;716;p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7" name="Google Shape;717;p2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8" name="Google Shape;718;p2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9" name="Google Shape;719;p2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0" name="Google Shape;720;p2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1" name="Google Shape;721;p23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22" name="Google Shape;722;p23"/>
                <p:cNvGrpSpPr/>
                <p:nvPr/>
              </p:nvGrpSpPr>
              <p:grpSpPr>
                <a:xfrm>
                  <a:off x="0" y="80962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723" name="Google Shape;723;p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4" name="Google Shape;724;p2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5" name="Google Shape;725;p2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6" name="Google Shape;726;p2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7" name="Google Shape;727;p2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8" name="Google Shape;728;p23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29" name="Google Shape;729;p23"/>
                <p:cNvGrpSpPr/>
                <p:nvPr/>
              </p:nvGrpSpPr>
              <p:grpSpPr>
                <a:xfrm>
                  <a:off x="0" y="971550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730" name="Google Shape;730;p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1" name="Google Shape;731;p2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2" name="Google Shape;732;p2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3" name="Google Shape;733;p2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4" name="Google Shape;734;p2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5" name="Google Shape;735;p23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6" name="Google Shape;736;p23"/>
                <p:cNvGrpSpPr/>
                <p:nvPr/>
              </p:nvGrpSpPr>
              <p:grpSpPr>
                <a:xfrm>
                  <a:off x="0" y="113466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737" name="Google Shape;737;p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8" name="Google Shape;738;p2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9" name="Google Shape;739;p2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0" name="Google Shape;740;p2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1" name="Google Shape;741;p2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2" name="Google Shape;742;p23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743" name="Google Shape;743;p23"/>
              <p:cNvGrpSpPr/>
              <p:nvPr/>
            </p:nvGrpSpPr>
            <p:grpSpPr>
              <a:xfrm>
                <a:off x="7858016" y="3764757"/>
                <a:ext cx="1096952" cy="1215630"/>
                <a:chOff x="-2" y="0"/>
                <a:chExt cx="1096951" cy="1215629"/>
              </a:xfrm>
            </p:grpSpPr>
            <p:grpSp>
              <p:nvGrpSpPr>
                <p:cNvPr id="744" name="Google Shape;744;p23"/>
                <p:cNvGrpSpPr/>
                <p:nvPr/>
              </p:nvGrpSpPr>
              <p:grpSpPr>
                <a:xfrm>
                  <a:off x="-2" y="0"/>
                  <a:ext cx="1096951" cy="80963"/>
                  <a:chOff x="-1" y="0"/>
                  <a:chExt cx="1096949" cy="80962"/>
                </a:xfrm>
              </p:grpSpPr>
              <p:sp>
                <p:nvSpPr>
                  <p:cNvPr id="745" name="Google Shape;745;p2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6" name="Google Shape;746;p23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7" name="Google Shape;747;p2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8" name="Google Shape;748;p2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9" name="Google Shape;749;p2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0" name="Google Shape;750;p2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51" name="Google Shape;751;p23"/>
                <p:cNvGrpSpPr/>
                <p:nvPr/>
              </p:nvGrpSpPr>
              <p:grpSpPr>
                <a:xfrm>
                  <a:off x="-2" y="159543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752" name="Google Shape;752;p2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3" name="Google Shape;753;p23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4" name="Google Shape;754;p2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5" name="Google Shape;755;p2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6" name="Google Shape;756;p2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7" name="Google Shape;757;p2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58" name="Google Shape;758;p23"/>
                <p:cNvGrpSpPr/>
                <p:nvPr/>
              </p:nvGrpSpPr>
              <p:grpSpPr>
                <a:xfrm>
                  <a:off x="-2" y="322659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759" name="Google Shape;759;p2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0" name="Google Shape;760;p23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1" name="Google Shape;761;p2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2" name="Google Shape;762;p2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3" name="Google Shape;763;p2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4" name="Google Shape;764;p2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65" name="Google Shape;765;p23"/>
                <p:cNvGrpSpPr/>
                <p:nvPr/>
              </p:nvGrpSpPr>
              <p:grpSpPr>
                <a:xfrm>
                  <a:off x="-2" y="48577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766" name="Google Shape;766;p2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7" name="Google Shape;767;p23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8" name="Google Shape;768;p2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9" name="Google Shape;769;p2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0" name="Google Shape;770;p2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1" name="Google Shape;771;p2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72" name="Google Shape;772;p23"/>
                <p:cNvGrpSpPr/>
                <p:nvPr/>
              </p:nvGrpSpPr>
              <p:grpSpPr>
                <a:xfrm>
                  <a:off x="-2" y="646509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773" name="Google Shape;773;p2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4" name="Google Shape;774;p23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5" name="Google Shape;775;p2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6" name="Google Shape;776;p2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7" name="Google Shape;777;p2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8" name="Google Shape;778;p2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79" name="Google Shape;779;p23"/>
                <p:cNvGrpSpPr/>
                <p:nvPr/>
              </p:nvGrpSpPr>
              <p:grpSpPr>
                <a:xfrm>
                  <a:off x="-2" y="80962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780" name="Google Shape;780;p2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1" name="Google Shape;781;p23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2" name="Google Shape;782;p2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3" name="Google Shape;783;p2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4" name="Google Shape;784;p2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5" name="Google Shape;785;p2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86" name="Google Shape;786;p23"/>
                <p:cNvGrpSpPr/>
                <p:nvPr/>
              </p:nvGrpSpPr>
              <p:grpSpPr>
                <a:xfrm>
                  <a:off x="-2" y="971550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787" name="Google Shape;787;p2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8" name="Google Shape;788;p23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9" name="Google Shape;789;p2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0" name="Google Shape;790;p2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1" name="Google Shape;791;p2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2" name="Google Shape;792;p2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93" name="Google Shape;793;p23"/>
                <p:cNvGrpSpPr/>
                <p:nvPr/>
              </p:nvGrpSpPr>
              <p:grpSpPr>
                <a:xfrm>
                  <a:off x="-2" y="113466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794" name="Google Shape;794;p2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5" name="Google Shape;795;p23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6" name="Google Shape;796;p2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7" name="Google Shape;797;p2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8" name="Google Shape;798;p2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9" name="Google Shape;799;p2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800" name="Google Shape;800;p23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71842" dir="2700000" rotWithShape="0">
                <a:srgbClr val="232323">
                  <a:alpha val="74901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01" name="Google Shape;801;p23" descr="Picture 1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2789" y="4245769"/>
            <a:ext cx="977411" cy="440532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23"/>
          <p:cNvSpPr txBox="1">
            <a:spLocks noGrp="1"/>
          </p:cNvSpPr>
          <p:nvPr>
            <p:ph type="title"/>
          </p:nvPr>
        </p:nvSpPr>
        <p:spPr>
          <a:xfrm>
            <a:off x="990600" y="457200"/>
            <a:ext cx="71628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None/>
              <a:defRPr sz="27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03" name="Google Shape;803;p23"/>
          <p:cNvSpPr txBox="1">
            <a:spLocks noGrp="1"/>
          </p:cNvSpPr>
          <p:nvPr>
            <p:ph type="sldNum" idx="1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5" name="Google Shape;805;p24"/>
          <p:cNvGrpSpPr/>
          <p:nvPr/>
        </p:nvGrpSpPr>
        <p:grpSpPr>
          <a:xfrm>
            <a:off x="70339" y="59530"/>
            <a:ext cx="8954970" cy="4980391"/>
            <a:chOff x="0" y="-2"/>
            <a:chExt cx="8954969" cy="4980390"/>
          </a:xfrm>
        </p:grpSpPr>
        <p:grpSp>
          <p:nvGrpSpPr>
            <p:cNvPr id="806" name="Google Shape;806;p24"/>
            <p:cNvGrpSpPr/>
            <p:nvPr/>
          </p:nvGrpSpPr>
          <p:grpSpPr>
            <a:xfrm>
              <a:off x="0" y="-2"/>
              <a:ext cx="8954969" cy="4980390"/>
              <a:chOff x="0" y="-1"/>
              <a:chExt cx="8954968" cy="4980388"/>
            </a:xfrm>
          </p:grpSpPr>
          <p:grpSp>
            <p:nvGrpSpPr>
              <p:cNvPr id="807" name="Google Shape;807;p24"/>
              <p:cNvGrpSpPr/>
              <p:nvPr/>
            </p:nvGrpSpPr>
            <p:grpSpPr>
              <a:xfrm>
                <a:off x="0" y="-1"/>
                <a:ext cx="1098537" cy="1215631"/>
                <a:chOff x="0" y="0"/>
                <a:chExt cx="1098536" cy="1215629"/>
              </a:xfrm>
            </p:grpSpPr>
            <p:grpSp>
              <p:nvGrpSpPr>
                <p:cNvPr id="808" name="Google Shape;808;p24"/>
                <p:cNvGrpSpPr/>
                <p:nvPr/>
              </p:nvGrpSpPr>
              <p:grpSpPr>
                <a:xfrm>
                  <a:off x="0" y="0"/>
                  <a:ext cx="1098536" cy="80963"/>
                  <a:chOff x="0" y="0"/>
                  <a:chExt cx="1098535" cy="80962"/>
                </a:xfrm>
              </p:grpSpPr>
              <p:sp>
                <p:nvSpPr>
                  <p:cNvPr id="809" name="Google Shape;809;p2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0" name="Google Shape;810;p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1" name="Google Shape;811;p2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2" name="Google Shape;812;p2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3" name="Google Shape;813;p2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4" name="Google Shape;814;p2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15" name="Google Shape;815;p24"/>
                <p:cNvGrpSpPr/>
                <p:nvPr/>
              </p:nvGrpSpPr>
              <p:grpSpPr>
                <a:xfrm>
                  <a:off x="0" y="159543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816" name="Google Shape;816;p2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7" name="Google Shape;817;p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8" name="Google Shape;818;p2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9" name="Google Shape;819;p2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0" name="Google Shape;820;p2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1" name="Google Shape;821;p2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22" name="Google Shape;822;p24"/>
                <p:cNvGrpSpPr/>
                <p:nvPr/>
              </p:nvGrpSpPr>
              <p:grpSpPr>
                <a:xfrm>
                  <a:off x="0" y="322659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823" name="Google Shape;823;p2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4" name="Google Shape;824;p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5" name="Google Shape;825;p2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6" name="Google Shape;826;p2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7" name="Google Shape;827;p2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8" name="Google Shape;828;p2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29" name="Google Shape;829;p24"/>
                <p:cNvGrpSpPr/>
                <p:nvPr/>
              </p:nvGrpSpPr>
              <p:grpSpPr>
                <a:xfrm>
                  <a:off x="0" y="48577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830" name="Google Shape;830;p2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1" name="Google Shape;831;p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2" name="Google Shape;832;p2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3" name="Google Shape;833;p2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4" name="Google Shape;834;p2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5" name="Google Shape;835;p2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36" name="Google Shape;836;p24"/>
                <p:cNvGrpSpPr/>
                <p:nvPr/>
              </p:nvGrpSpPr>
              <p:grpSpPr>
                <a:xfrm>
                  <a:off x="0" y="646509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837" name="Google Shape;837;p2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8" name="Google Shape;838;p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9" name="Google Shape;839;p2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0" name="Google Shape;840;p2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1" name="Google Shape;841;p2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2" name="Google Shape;842;p2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43" name="Google Shape;843;p24"/>
                <p:cNvGrpSpPr/>
                <p:nvPr/>
              </p:nvGrpSpPr>
              <p:grpSpPr>
                <a:xfrm>
                  <a:off x="0" y="80962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844" name="Google Shape;844;p2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5" name="Google Shape;845;p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6" name="Google Shape;846;p2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7" name="Google Shape;847;p2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8" name="Google Shape;848;p2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9" name="Google Shape;849;p2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50" name="Google Shape;850;p24"/>
                <p:cNvGrpSpPr/>
                <p:nvPr/>
              </p:nvGrpSpPr>
              <p:grpSpPr>
                <a:xfrm>
                  <a:off x="0" y="971550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851" name="Google Shape;851;p2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2" name="Google Shape;852;p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3" name="Google Shape;853;p2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4" name="Google Shape;854;p2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5" name="Google Shape;855;p2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6" name="Google Shape;856;p2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57" name="Google Shape;857;p24"/>
                <p:cNvGrpSpPr/>
                <p:nvPr/>
              </p:nvGrpSpPr>
              <p:grpSpPr>
                <a:xfrm>
                  <a:off x="0" y="113466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858" name="Google Shape;858;p2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9" name="Google Shape;859;p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0" name="Google Shape;860;p2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1" name="Google Shape;861;p2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2" name="Google Shape;862;p2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3" name="Google Shape;863;p2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64" name="Google Shape;864;p24"/>
              <p:cNvGrpSpPr/>
              <p:nvPr/>
            </p:nvGrpSpPr>
            <p:grpSpPr>
              <a:xfrm>
                <a:off x="7858016" y="3764757"/>
                <a:ext cx="1096952" cy="1215630"/>
                <a:chOff x="-2" y="0"/>
                <a:chExt cx="1096951" cy="1215629"/>
              </a:xfrm>
            </p:grpSpPr>
            <p:grpSp>
              <p:nvGrpSpPr>
                <p:cNvPr id="865" name="Google Shape;865;p24"/>
                <p:cNvGrpSpPr/>
                <p:nvPr/>
              </p:nvGrpSpPr>
              <p:grpSpPr>
                <a:xfrm>
                  <a:off x="-2" y="0"/>
                  <a:ext cx="1096951" cy="80963"/>
                  <a:chOff x="-1" y="0"/>
                  <a:chExt cx="1096949" cy="80962"/>
                </a:xfrm>
              </p:grpSpPr>
              <p:sp>
                <p:nvSpPr>
                  <p:cNvPr id="866" name="Google Shape;866;p2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7" name="Google Shape;867;p2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8" name="Google Shape;868;p24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9" name="Google Shape;869;p2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0" name="Google Shape;870;p2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1" name="Google Shape;871;p2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72" name="Google Shape;872;p24"/>
                <p:cNvGrpSpPr/>
                <p:nvPr/>
              </p:nvGrpSpPr>
              <p:grpSpPr>
                <a:xfrm>
                  <a:off x="-2" y="159543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873" name="Google Shape;873;p2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4" name="Google Shape;874;p2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5" name="Google Shape;875;p24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6" name="Google Shape;876;p2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7" name="Google Shape;877;p2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8" name="Google Shape;878;p2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79" name="Google Shape;879;p24"/>
                <p:cNvGrpSpPr/>
                <p:nvPr/>
              </p:nvGrpSpPr>
              <p:grpSpPr>
                <a:xfrm>
                  <a:off x="-2" y="322659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880" name="Google Shape;880;p2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1" name="Google Shape;881;p2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2" name="Google Shape;882;p24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3" name="Google Shape;883;p2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4" name="Google Shape;884;p2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5" name="Google Shape;885;p2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86" name="Google Shape;886;p24"/>
                <p:cNvGrpSpPr/>
                <p:nvPr/>
              </p:nvGrpSpPr>
              <p:grpSpPr>
                <a:xfrm>
                  <a:off x="-2" y="48577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887" name="Google Shape;887;p2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8" name="Google Shape;888;p2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9" name="Google Shape;889;p24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0" name="Google Shape;890;p2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1" name="Google Shape;891;p2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2" name="Google Shape;892;p2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93" name="Google Shape;893;p24"/>
                <p:cNvGrpSpPr/>
                <p:nvPr/>
              </p:nvGrpSpPr>
              <p:grpSpPr>
                <a:xfrm>
                  <a:off x="-2" y="646509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894" name="Google Shape;894;p2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5" name="Google Shape;895;p2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6" name="Google Shape;896;p24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7" name="Google Shape;897;p2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8" name="Google Shape;898;p2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9" name="Google Shape;899;p2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00" name="Google Shape;900;p24"/>
                <p:cNvGrpSpPr/>
                <p:nvPr/>
              </p:nvGrpSpPr>
              <p:grpSpPr>
                <a:xfrm>
                  <a:off x="-2" y="80962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901" name="Google Shape;901;p2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2" name="Google Shape;902;p2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3" name="Google Shape;903;p24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4" name="Google Shape;904;p2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5" name="Google Shape;905;p2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6" name="Google Shape;906;p2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07" name="Google Shape;907;p24"/>
                <p:cNvGrpSpPr/>
                <p:nvPr/>
              </p:nvGrpSpPr>
              <p:grpSpPr>
                <a:xfrm>
                  <a:off x="-2" y="971550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908" name="Google Shape;908;p2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9" name="Google Shape;909;p2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0" name="Google Shape;910;p24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1" name="Google Shape;911;p2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2" name="Google Shape;912;p2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3" name="Google Shape;913;p2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14" name="Google Shape;914;p24"/>
                <p:cNvGrpSpPr/>
                <p:nvPr/>
              </p:nvGrpSpPr>
              <p:grpSpPr>
                <a:xfrm>
                  <a:off x="-2" y="113466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915" name="Google Shape;915;p2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6" name="Google Shape;916;p2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7" name="Google Shape;917;p24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8" name="Google Shape;918;p2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9" name="Google Shape;919;p2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0" name="Google Shape;920;p2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921" name="Google Shape;921;p24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71842" dir="2700000" rotWithShape="0">
                <a:srgbClr val="232323">
                  <a:alpha val="74901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22" name="Google Shape;922;p24" descr="Picture 1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2789" y="4245769"/>
            <a:ext cx="977411" cy="440532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24"/>
          <p:cNvSpPr txBox="1">
            <a:spLocks noGrp="1"/>
          </p:cNvSpPr>
          <p:nvPr>
            <p:ph type="sldNum" idx="1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>
  <p:cSld name="Content with Caption"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5" name="Google Shape;925;p25"/>
          <p:cNvGrpSpPr/>
          <p:nvPr/>
        </p:nvGrpSpPr>
        <p:grpSpPr>
          <a:xfrm>
            <a:off x="70339" y="59530"/>
            <a:ext cx="8954970" cy="4980391"/>
            <a:chOff x="0" y="-2"/>
            <a:chExt cx="8954969" cy="4980390"/>
          </a:xfrm>
        </p:grpSpPr>
        <p:grpSp>
          <p:nvGrpSpPr>
            <p:cNvPr id="926" name="Google Shape;926;p25"/>
            <p:cNvGrpSpPr/>
            <p:nvPr/>
          </p:nvGrpSpPr>
          <p:grpSpPr>
            <a:xfrm>
              <a:off x="0" y="-2"/>
              <a:ext cx="8954969" cy="4980390"/>
              <a:chOff x="0" y="-1"/>
              <a:chExt cx="8954968" cy="4980388"/>
            </a:xfrm>
          </p:grpSpPr>
          <p:grpSp>
            <p:nvGrpSpPr>
              <p:cNvPr id="927" name="Google Shape;927;p25"/>
              <p:cNvGrpSpPr/>
              <p:nvPr/>
            </p:nvGrpSpPr>
            <p:grpSpPr>
              <a:xfrm>
                <a:off x="0" y="-1"/>
                <a:ext cx="1098537" cy="1215631"/>
                <a:chOff x="0" y="0"/>
                <a:chExt cx="1098536" cy="1215629"/>
              </a:xfrm>
            </p:grpSpPr>
            <p:grpSp>
              <p:nvGrpSpPr>
                <p:cNvPr id="928" name="Google Shape;928;p25"/>
                <p:cNvGrpSpPr/>
                <p:nvPr/>
              </p:nvGrpSpPr>
              <p:grpSpPr>
                <a:xfrm>
                  <a:off x="0" y="0"/>
                  <a:ext cx="1098536" cy="80963"/>
                  <a:chOff x="0" y="0"/>
                  <a:chExt cx="1098535" cy="80962"/>
                </a:xfrm>
              </p:grpSpPr>
              <p:sp>
                <p:nvSpPr>
                  <p:cNvPr id="929" name="Google Shape;929;p25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0" name="Google Shape;930;p2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1" name="Google Shape;931;p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2" name="Google Shape;932;p2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3" name="Google Shape;933;p2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4" name="Google Shape;934;p2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35" name="Google Shape;935;p25"/>
                <p:cNvGrpSpPr/>
                <p:nvPr/>
              </p:nvGrpSpPr>
              <p:grpSpPr>
                <a:xfrm>
                  <a:off x="0" y="159543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936" name="Google Shape;936;p25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7" name="Google Shape;937;p2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8" name="Google Shape;938;p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9" name="Google Shape;939;p2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0" name="Google Shape;940;p2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1" name="Google Shape;941;p2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42" name="Google Shape;942;p25"/>
                <p:cNvGrpSpPr/>
                <p:nvPr/>
              </p:nvGrpSpPr>
              <p:grpSpPr>
                <a:xfrm>
                  <a:off x="0" y="322659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943" name="Google Shape;943;p25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4" name="Google Shape;944;p2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5" name="Google Shape;945;p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6" name="Google Shape;946;p2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7" name="Google Shape;947;p2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8" name="Google Shape;948;p2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49" name="Google Shape;949;p25"/>
                <p:cNvGrpSpPr/>
                <p:nvPr/>
              </p:nvGrpSpPr>
              <p:grpSpPr>
                <a:xfrm>
                  <a:off x="0" y="48577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950" name="Google Shape;950;p25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1" name="Google Shape;951;p2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2" name="Google Shape;952;p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3" name="Google Shape;953;p2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4" name="Google Shape;954;p2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5" name="Google Shape;955;p2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56" name="Google Shape;956;p25"/>
                <p:cNvGrpSpPr/>
                <p:nvPr/>
              </p:nvGrpSpPr>
              <p:grpSpPr>
                <a:xfrm>
                  <a:off x="0" y="646509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957" name="Google Shape;957;p25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8" name="Google Shape;958;p2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9" name="Google Shape;959;p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0" name="Google Shape;960;p2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1" name="Google Shape;961;p2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2" name="Google Shape;962;p2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63" name="Google Shape;963;p25"/>
                <p:cNvGrpSpPr/>
                <p:nvPr/>
              </p:nvGrpSpPr>
              <p:grpSpPr>
                <a:xfrm>
                  <a:off x="0" y="80962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964" name="Google Shape;964;p25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5" name="Google Shape;965;p2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6" name="Google Shape;966;p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7" name="Google Shape;967;p2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8" name="Google Shape;968;p2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9" name="Google Shape;969;p2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70" name="Google Shape;970;p25"/>
                <p:cNvGrpSpPr/>
                <p:nvPr/>
              </p:nvGrpSpPr>
              <p:grpSpPr>
                <a:xfrm>
                  <a:off x="0" y="971550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971" name="Google Shape;971;p25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2" name="Google Shape;972;p2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3" name="Google Shape;973;p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4" name="Google Shape;974;p2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5" name="Google Shape;975;p2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6" name="Google Shape;976;p2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77" name="Google Shape;977;p25"/>
                <p:cNvGrpSpPr/>
                <p:nvPr/>
              </p:nvGrpSpPr>
              <p:grpSpPr>
                <a:xfrm>
                  <a:off x="0" y="113466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978" name="Google Shape;978;p25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9" name="Google Shape;979;p2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0" name="Google Shape;980;p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1" name="Google Shape;981;p2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2" name="Google Shape;982;p2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3" name="Google Shape;983;p2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984" name="Google Shape;984;p25"/>
              <p:cNvGrpSpPr/>
              <p:nvPr/>
            </p:nvGrpSpPr>
            <p:grpSpPr>
              <a:xfrm>
                <a:off x="7858016" y="3764757"/>
                <a:ext cx="1096952" cy="1215630"/>
                <a:chOff x="-2" y="0"/>
                <a:chExt cx="1096951" cy="1215629"/>
              </a:xfrm>
            </p:grpSpPr>
            <p:grpSp>
              <p:nvGrpSpPr>
                <p:cNvPr id="985" name="Google Shape;985;p25"/>
                <p:cNvGrpSpPr/>
                <p:nvPr/>
              </p:nvGrpSpPr>
              <p:grpSpPr>
                <a:xfrm>
                  <a:off x="-2" y="0"/>
                  <a:ext cx="1096951" cy="80963"/>
                  <a:chOff x="-1" y="0"/>
                  <a:chExt cx="1096949" cy="80962"/>
                </a:xfrm>
              </p:grpSpPr>
              <p:sp>
                <p:nvSpPr>
                  <p:cNvPr id="986" name="Google Shape;986;p25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7" name="Google Shape;987;p2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8" name="Google Shape;988;p2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9" name="Google Shape;989;p25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90" name="Google Shape;990;p2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91" name="Google Shape;991;p2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92" name="Google Shape;992;p25"/>
                <p:cNvGrpSpPr/>
                <p:nvPr/>
              </p:nvGrpSpPr>
              <p:grpSpPr>
                <a:xfrm>
                  <a:off x="-2" y="159543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993" name="Google Shape;993;p25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94" name="Google Shape;994;p2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95" name="Google Shape;995;p2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96" name="Google Shape;996;p25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97" name="Google Shape;997;p2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98" name="Google Shape;998;p2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99" name="Google Shape;999;p25"/>
                <p:cNvGrpSpPr/>
                <p:nvPr/>
              </p:nvGrpSpPr>
              <p:grpSpPr>
                <a:xfrm>
                  <a:off x="-2" y="322659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000" name="Google Shape;1000;p25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1" name="Google Shape;1001;p2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2" name="Google Shape;1002;p2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3" name="Google Shape;1003;p25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4" name="Google Shape;1004;p2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5" name="Google Shape;1005;p2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06" name="Google Shape;1006;p25"/>
                <p:cNvGrpSpPr/>
                <p:nvPr/>
              </p:nvGrpSpPr>
              <p:grpSpPr>
                <a:xfrm>
                  <a:off x="-2" y="48577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007" name="Google Shape;1007;p25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8" name="Google Shape;1008;p2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9" name="Google Shape;1009;p2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0" name="Google Shape;1010;p25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1" name="Google Shape;1011;p2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2" name="Google Shape;1012;p2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13" name="Google Shape;1013;p25"/>
                <p:cNvGrpSpPr/>
                <p:nvPr/>
              </p:nvGrpSpPr>
              <p:grpSpPr>
                <a:xfrm>
                  <a:off x="-2" y="646509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014" name="Google Shape;1014;p25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5" name="Google Shape;1015;p2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6" name="Google Shape;1016;p2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7" name="Google Shape;1017;p25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8" name="Google Shape;1018;p2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9" name="Google Shape;1019;p2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20" name="Google Shape;1020;p25"/>
                <p:cNvGrpSpPr/>
                <p:nvPr/>
              </p:nvGrpSpPr>
              <p:grpSpPr>
                <a:xfrm>
                  <a:off x="-2" y="80962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021" name="Google Shape;1021;p25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22" name="Google Shape;1022;p2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23" name="Google Shape;1023;p2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24" name="Google Shape;1024;p25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25" name="Google Shape;1025;p2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26" name="Google Shape;1026;p2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27" name="Google Shape;1027;p25"/>
                <p:cNvGrpSpPr/>
                <p:nvPr/>
              </p:nvGrpSpPr>
              <p:grpSpPr>
                <a:xfrm>
                  <a:off x="-2" y="971550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028" name="Google Shape;1028;p25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29" name="Google Shape;1029;p2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0" name="Google Shape;1030;p2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1" name="Google Shape;1031;p25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2" name="Google Shape;1032;p2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3" name="Google Shape;1033;p2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34" name="Google Shape;1034;p25"/>
                <p:cNvGrpSpPr/>
                <p:nvPr/>
              </p:nvGrpSpPr>
              <p:grpSpPr>
                <a:xfrm>
                  <a:off x="-2" y="113466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035" name="Google Shape;1035;p25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6" name="Google Shape;1036;p2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7" name="Google Shape;1037;p2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8" name="Google Shape;1038;p25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9" name="Google Shape;1039;p2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40" name="Google Shape;1040;p2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1041" name="Google Shape;1041;p25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71842" dir="2700000" rotWithShape="0">
                <a:srgbClr val="232323">
                  <a:alpha val="74901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42" name="Google Shape;1042;p25" descr="Picture 1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2789" y="4245769"/>
            <a:ext cx="977411" cy="440532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25"/>
          <p:cNvSpPr txBox="1">
            <a:spLocks noGrp="1"/>
          </p:cNvSpPr>
          <p:nvPr>
            <p:ph type="title"/>
          </p:nvPr>
        </p:nvSpPr>
        <p:spPr>
          <a:xfrm>
            <a:off x="457200" y="204786"/>
            <a:ext cx="3008435" cy="871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None/>
              <a:defRPr sz="15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44" name="Google Shape;1044;p25"/>
          <p:cNvSpPr txBox="1">
            <a:spLocks noGrp="1"/>
          </p:cNvSpPr>
          <p:nvPr>
            <p:ph type="body" idx="1"/>
          </p:nvPr>
        </p:nvSpPr>
        <p:spPr>
          <a:xfrm>
            <a:off x="3575537" y="204788"/>
            <a:ext cx="5111263" cy="4389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5" name="Google Shape;1045;p25"/>
          <p:cNvSpPr txBox="1">
            <a:spLocks noGrp="1"/>
          </p:cNvSpPr>
          <p:nvPr>
            <p:ph type="body" idx="2"/>
          </p:nvPr>
        </p:nvSpPr>
        <p:spPr>
          <a:xfrm>
            <a:off x="457200" y="1076326"/>
            <a:ext cx="3008435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6" name="Google Shape;1046;p25"/>
          <p:cNvSpPr txBox="1">
            <a:spLocks noGrp="1"/>
          </p:cNvSpPr>
          <p:nvPr>
            <p:ph type="sldNum" idx="1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>
  <p:cSld name="Picture with Caption"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8" name="Google Shape;1048;p26"/>
          <p:cNvGrpSpPr/>
          <p:nvPr/>
        </p:nvGrpSpPr>
        <p:grpSpPr>
          <a:xfrm>
            <a:off x="70339" y="59530"/>
            <a:ext cx="8954970" cy="4980391"/>
            <a:chOff x="0" y="-2"/>
            <a:chExt cx="8954969" cy="4980390"/>
          </a:xfrm>
        </p:grpSpPr>
        <p:grpSp>
          <p:nvGrpSpPr>
            <p:cNvPr id="1049" name="Google Shape;1049;p26"/>
            <p:cNvGrpSpPr/>
            <p:nvPr/>
          </p:nvGrpSpPr>
          <p:grpSpPr>
            <a:xfrm>
              <a:off x="0" y="-2"/>
              <a:ext cx="8954969" cy="4980390"/>
              <a:chOff x="0" y="-1"/>
              <a:chExt cx="8954968" cy="4980388"/>
            </a:xfrm>
          </p:grpSpPr>
          <p:grpSp>
            <p:nvGrpSpPr>
              <p:cNvPr id="1050" name="Google Shape;1050;p26"/>
              <p:cNvGrpSpPr/>
              <p:nvPr/>
            </p:nvGrpSpPr>
            <p:grpSpPr>
              <a:xfrm>
                <a:off x="0" y="-1"/>
                <a:ext cx="1098537" cy="1215631"/>
                <a:chOff x="0" y="0"/>
                <a:chExt cx="1098536" cy="1215629"/>
              </a:xfrm>
            </p:grpSpPr>
            <p:grpSp>
              <p:nvGrpSpPr>
                <p:cNvPr id="1051" name="Google Shape;1051;p26"/>
                <p:cNvGrpSpPr/>
                <p:nvPr/>
              </p:nvGrpSpPr>
              <p:grpSpPr>
                <a:xfrm>
                  <a:off x="0" y="0"/>
                  <a:ext cx="1098536" cy="80963"/>
                  <a:chOff x="0" y="0"/>
                  <a:chExt cx="1098535" cy="80962"/>
                </a:xfrm>
              </p:grpSpPr>
              <p:sp>
                <p:nvSpPr>
                  <p:cNvPr id="1052" name="Google Shape;1052;p2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3" name="Google Shape;1053;p26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4" name="Google Shape;1054;p2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5" name="Google Shape;1055;p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6" name="Google Shape;1056;p2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7" name="Google Shape;1057;p2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58" name="Google Shape;1058;p26"/>
                <p:cNvGrpSpPr/>
                <p:nvPr/>
              </p:nvGrpSpPr>
              <p:grpSpPr>
                <a:xfrm>
                  <a:off x="0" y="159543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1059" name="Google Shape;1059;p2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60" name="Google Shape;1060;p26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61" name="Google Shape;1061;p2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62" name="Google Shape;1062;p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63" name="Google Shape;1063;p2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64" name="Google Shape;1064;p2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65" name="Google Shape;1065;p26"/>
                <p:cNvGrpSpPr/>
                <p:nvPr/>
              </p:nvGrpSpPr>
              <p:grpSpPr>
                <a:xfrm>
                  <a:off x="0" y="322659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1066" name="Google Shape;1066;p2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67" name="Google Shape;1067;p26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68" name="Google Shape;1068;p2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69" name="Google Shape;1069;p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0" name="Google Shape;1070;p2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1" name="Google Shape;1071;p2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72" name="Google Shape;1072;p26"/>
                <p:cNvGrpSpPr/>
                <p:nvPr/>
              </p:nvGrpSpPr>
              <p:grpSpPr>
                <a:xfrm>
                  <a:off x="0" y="48577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1073" name="Google Shape;1073;p2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4" name="Google Shape;1074;p26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5" name="Google Shape;1075;p2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6" name="Google Shape;1076;p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7" name="Google Shape;1077;p2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8" name="Google Shape;1078;p2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79" name="Google Shape;1079;p26"/>
                <p:cNvGrpSpPr/>
                <p:nvPr/>
              </p:nvGrpSpPr>
              <p:grpSpPr>
                <a:xfrm>
                  <a:off x="0" y="646509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1080" name="Google Shape;1080;p2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1" name="Google Shape;1081;p26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2" name="Google Shape;1082;p2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3" name="Google Shape;1083;p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4" name="Google Shape;1084;p2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5" name="Google Shape;1085;p2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86" name="Google Shape;1086;p26"/>
                <p:cNvGrpSpPr/>
                <p:nvPr/>
              </p:nvGrpSpPr>
              <p:grpSpPr>
                <a:xfrm>
                  <a:off x="0" y="80962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1087" name="Google Shape;1087;p2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8" name="Google Shape;1088;p26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9" name="Google Shape;1089;p2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0" name="Google Shape;1090;p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1" name="Google Shape;1091;p2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2" name="Google Shape;1092;p2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93" name="Google Shape;1093;p26"/>
                <p:cNvGrpSpPr/>
                <p:nvPr/>
              </p:nvGrpSpPr>
              <p:grpSpPr>
                <a:xfrm>
                  <a:off x="0" y="971550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1094" name="Google Shape;1094;p2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5" name="Google Shape;1095;p26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6" name="Google Shape;1096;p2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7" name="Google Shape;1097;p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8" name="Google Shape;1098;p2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9" name="Google Shape;1099;p2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00" name="Google Shape;1100;p26"/>
                <p:cNvGrpSpPr/>
                <p:nvPr/>
              </p:nvGrpSpPr>
              <p:grpSpPr>
                <a:xfrm>
                  <a:off x="0" y="113466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1101" name="Google Shape;1101;p2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2" name="Google Shape;1102;p26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3" name="Google Shape;1103;p2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4" name="Google Shape;1104;p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5" name="Google Shape;1105;p2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6" name="Google Shape;1106;p2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107" name="Google Shape;1107;p26"/>
              <p:cNvGrpSpPr/>
              <p:nvPr/>
            </p:nvGrpSpPr>
            <p:grpSpPr>
              <a:xfrm>
                <a:off x="7858016" y="3764757"/>
                <a:ext cx="1096952" cy="1215630"/>
                <a:chOff x="-2" y="0"/>
                <a:chExt cx="1096951" cy="1215629"/>
              </a:xfrm>
            </p:grpSpPr>
            <p:grpSp>
              <p:nvGrpSpPr>
                <p:cNvPr id="1108" name="Google Shape;1108;p26"/>
                <p:cNvGrpSpPr/>
                <p:nvPr/>
              </p:nvGrpSpPr>
              <p:grpSpPr>
                <a:xfrm>
                  <a:off x="-2" y="0"/>
                  <a:ext cx="1096951" cy="80963"/>
                  <a:chOff x="-1" y="0"/>
                  <a:chExt cx="1096949" cy="80962"/>
                </a:xfrm>
              </p:grpSpPr>
              <p:sp>
                <p:nvSpPr>
                  <p:cNvPr id="1109" name="Google Shape;1109;p2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0" name="Google Shape;1110;p26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1" name="Google Shape;1111;p2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2" name="Google Shape;1112;p2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3" name="Google Shape;1113;p26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4" name="Google Shape;1114;p2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15" name="Google Shape;1115;p26"/>
                <p:cNvGrpSpPr/>
                <p:nvPr/>
              </p:nvGrpSpPr>
              <p:grpSpPr>
                <a:xfrm>
                  <a:off x="-2" y="159543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116" name="Google Shape;1116;p2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7" name="Google Shape;1117;p26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8" name="Google Shape;1118;p2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9" name="Google Shape;1119;p2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0" name="Google Shape;1120;p26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1" name="Google Shape;1121;p2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2" name="Google Shape;1122;p26"/>
                <p:cNvGrpSpPr/>
                <p:nvPr/>
              </p:nvGrpSpPr>
              <p:grpSpPr>
                <a:xfrm>
                  <a:off x="-2" y="322659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123" name="Google Shape;1123;p2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4" name="Google Shape;1124;p26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5" name="Google Shape;1125;p2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6" name="Google Shape;1126;p2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7" name="Google Shape;1127;p26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8" name="Google Shape;1128;p2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9" name="Google Shape;1129;p26"/>
                <p:cNvGrpSpPr/>
                <p:nvPr/>
              </p:nvGrpSpPr>
              <p:grpSpPr>
                <a:xfrm>
                  <a:off x="-2" y="48577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130" name="Google Shape;1130;p2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31" name="Google Shape;1131;p26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32" name="Google Shape;1132;p2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33" name="Google Shape;1133;p2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34" name="Google Shape;1134;p26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35" name="Google Shape;1135;p2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36" name="Google Shape;1136;p26"/>
                <p:cNvGrpSpPr/>
                <p:nvPr/>
              </p:nvGrpSpPr>
              <p:grpSpPr>
                <a:xfrm>
                  <a:off x="-2" y="646509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137" name="Google Shape;1137;p2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38" name="Google Shape;1138;p26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39" name="Google Shape;1139;p2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40" name="Google Shape;1140;p2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41" name="Google Shape;1141;p26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42" name="Google Shape;1142;p2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43" name="Google Shape;1143;p26"/>
                <p:cNvGrpSpPr/>
                <p:nvPr/>
              </p:nvGrpSpPr>
              <p:grpSpPr>
                <a:xfrm>
                  <a:off x="-2" y="80962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144" name="Google Shape;1144;p2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45" name="Google Shape;1145;p26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46" name="Google Shape;1146;p2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47" name="Google Shape;1147;p2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48" name="Google Shape;1148;p26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49" name="Google Shape;1149;p2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50" name="Google Shape;1150;p26"/>
                <p:cNvGrpSpPr/>
                <p:nvPr/>
              </p:nvGrpSpPr>
              <p:grpSpPr>
                <a:xfrm>
                  <a:off x="-2" y="971550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151" name="Google Shape;1151;p2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52" name="Google Shape;1152;p26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53" name="Google Shape;1153;p2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54" name="Google Shape;1154;p2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55" name="Google Shape;1155;p26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56" name="Google Shape;1156;p2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57" name="Google Shape;1157;p26"/>
                <p:cNvGrpSpPr/>
                <p:nvPr/>
              </p:nvGrpSpPr>
              <p:grpSpPr>
                <a:xfrm>
                  <a:off x="-2" y="113466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158" name="Google Shape;1158;p2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59" name="Google Shape;1159;p26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60" name="Google Shape;1160;p2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61" name="Google Shape;1161;p2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62" name="Google Shape;1162;p26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63" name="Google Shape;1163;p2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1164" name="Google Shape;1164;p26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71842" dir="2700000" rotWithShape="0">
                <a:srgbClr val="232323">
                  <a:alpha val="74901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65" name="Google Shape;1165;p26" descr="Picture 1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2789" y="4245769"/>
            <a:ext cx="977411" cy="440532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p26"/>
          <p:cNvSpPr txBox="1">
            <a:spLocks noGrp="1"/>
          </p:cNvSpPr>
          <p:nvPr>
            <p:ph type="title"/>
          </p:nvPr>
        </p:nvSpPr>
        <p:spPr>
          <a:xfrm>
            <a:off x="1792165" y="3600450"/>
            <a:ext cx="5486401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None/>
              <a:defRPr sz="15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67" name="Google Shape;1167;p26"/>
          <p:cNvSpPr>
            <a:spLocks noGrp="1"/>
          </p:cNvSpPr>
          <p:nvPr>
            <p:ph type="pic" idx="2"/>
          </p:nvPr>
        </p:nvSpPr>
        <p:spPr>
          <a:xfrm>
            <a:off x="1792165" y="459581"/>
            <a:ext cx="5486401" cy="3086101"/>
          </a:xfrm>
          <a:prstGeom prst="rect">
            <a:avLst/>
          </a:prstGeom>
          <a:noFill/>
          <a:ln>
            <a:noFill/>
          </a:ln>
        </p:spPr>
      </p:sp>
      <p:sp>
        <p:nvSpPr>
          <p:cNvPr id="1168" name="Google Shape;1168;p26"/>
          <p:cNvSpPr txBox="1">
            <a:spLocks noGrp="1"/>
          </p:cNvSpPr>
          <p:nvPr>
            <p:ph type="body" idx="1"/>
          </p:nvPr>
        </p:nvSpPr>
        <p:spPr>
          <a:xfrm>
            <a:off x="1792165" y="4025503"/>
            <a:ext cx="5486401" cy="603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9" name="Google Shape;1169;p26"/>
          <p:cNvSpPr txBox="1">
            <a:spLocks noGrp="1"/>
          </p:cNvSpPr>
          <p:nvPr>
            <p:ph type="sldNum" idx="1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>
  <p:cSld name="Title and Vertical Text"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1" name="Google Shape;1171;p27"/>
          <p:cNvGrpSpPr/>
          <p:nvPr/>
        </p:nvGrpSpPr>
        <p:grpSpPr>
          <a:xfrm>
            <a:off x="70339" y="59530"/>
            <a:ext cx="8954970" cy="4980391"/>
            <a:chOff x="0" y="-2"/>
            <a:chExt cx="8954969" cy="4980390"/>
          </a:xfrm>
        </p:grpSpPr>
        <p:grpSp>
          <p:nvGrpSpPr>
            <p:cNvPr id="1172" name="Google Shape;1172;p27"/>
            <p:cNvGrpSpPr/>
            <p:nvPr/>
          </p:nvGrpSpPr>
          <p:grpSpPr>
            <a:xfrm>
              <a:off x="0" y="-2"/>
              <a:ext cx="8954969" cy="4980390"/>
              <a:chOff x="0" y="-1"/>
              <a:chExt cx="8954968" cy="4980388"/>
            </a:xfrm>
          </p:grpSpPr>
          <p:grpSp>
            <p:nvGrpSpPr>
              <p:cNvPr id="1173" name="Google Shape;1173;p27"/>
              <p:cNvGrpSpPr/>
              <p:nvPr/>
            </p:nvGrpSpPr>
            <p:grpSpPr>
              <a:xfrm>
                <a:off x="0" y="-1"/>
                <a:ext cx="1098537" cy="1215631"/>
                <a:chOff x="0" y="0"/>
                <a:chExt cx="1098536" cy="1215629"/>
              </a:xfrm>
            </p:grpSpPr>
            <p:grpSp>
              <p:nvGrpSpPr>
                <p:cNvPr id="1174" name="Google Shape;1174;p27"/>
                <p:cNvGrpSpPr/>
                <p:nvPr/>
              </p:nvGrpSpPr>
              <p:grpSpPr>
                <a:xfrm>
                  <a:off x="0" y="0"/>
                  <a:ext cx="1098536" cy="80963"/>
                  <a:chOff x="0" y="0"/>
                  <a:chExt cx="1098535" cy="80962"/>
                </a:xfrm>
              </p:grpSpPr>
              <p:sp>
                <p:nvSpPr>
                  <p:cNvPr id="1175" name="Google Shape;1175;p2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76" name="Google Shape;1176;p2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77" name="Google Shape;1177;p27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78" name="Google Shape;1178;p2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79" name="Google Shape;1179;p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80" name="Google Shape;1180;p2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81" name="Google Shape;1181;p27"/>
                <p:cNvGrpSpPr/>
                <p:nvPr/>
              </p:nvGrpSpPr>
              <p:grpSpPr>
                <a:xfrm>
                  <a:off x="0" y="159543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1182" name="Google Shape;1182;p2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83" name="Google Shape;1183;p2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84" name="Google Shape;1184;p27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85" name="Google Shape;1185;p2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86" name="Google Shape;1186;p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87" name="Google Shape;1187;p2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88" name="Google Shape;1188;p27"/>
                <p:cNvGrpSpPr/>
                <p:nvPr/>
              </p:nvGrpSpPr>
              <p:grpSpPr>
                <a:xfrm>
                  <a:off x="0" y="322659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1189" name="Google Shape;1189;p2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0" name="Google Shape;1190;p2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1" name="Google Shape;1191;p27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2" name="Google Shape;1192;p2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3" name="Google Shape;1193;p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4" name="Google Shape;1194;p2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95" name="Google Shape;1195;p27"/>
                <p:cNvGrpSpPr/>
                <p:nvPr/>
              </p:nvGrpSpPr>
              <p:grpSpPr>
                <a:xfrm>
                  <a:off x="0" y="48577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1196" name="Google Shape;1196;p2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7" name="Google Shape;1197;p2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8" name="Google Shape;1198;p27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9" name="Google Shape;1199;p2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00" name="Google Shape;1200;p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01" name="Google Shape;1201;p2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02" name="Google Shape;1202;p27"/>
                <p:cNvGrpSpPr/>
                <p:nvPr/>
              </p:nvGrpSpPr>
              <p:grpSpPr>
                <a:xfrm>
                  <a:off x="0" y="646509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1203" name="Google Shape;1203;p2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04" name="Google Shape;1204;p2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05" name="Google Shape;1205;p27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06" name="Google Shape;1206;p2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07" name="Google Shape;1207;p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08" name="Google Shape;1208;p2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09" name="Google Shape;1209;p27"/>
                <p:cNvGrpSpPr/>
                <p:nvPr/>
              </p:nvGrpSpPr>
              <p:grpSpPr>
                <a:xfrm>
                  <a:off x="0" y="80962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1210" name="Google Shape;1210;p2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11" name="Google Shape;1211;p2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12" name="Google Shape;1212;p27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13" name="Google Shape;1213;p2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14" name="Google Shape;1214;p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15" name="Google Shape;1215;p2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16" name="Google Shape;1216;p27"/>
                <p:cNvGrpSpPr/>
                <p:nvPr/>
              </p:nvGrpSpPr>
              <p:grpSpPr>
                <a:xfrm>
                  <a:off x="0" y="971550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1217" name="Google Shape;1217;p2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18" name="Google Shape;1218;p2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19" name="Google Shape;1219;p27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20" name="Google Shape;1220;p2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21" name="Google Shape;1221;p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22" name="Google Shape;1222;p2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23" name="Google Shape;1223;p27"/>
                <p:cNvGrpSpPr/>
                <p:nvPr/>
              </p:nvGrpSpPr>
              <p:grpSpPr>
                <a:xfrm>
                  <a:off x="0" y="113466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1224" name="Google Shape;1224;p2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25" name="Google Shape;1225;p2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26" name="Google Shape;1226;p27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27" name="Google Shape;1227;p2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28" name="Google Shape;1228;p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29" name="Google Shape;1229;p2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230" name="Google Shape;1230;p27"/>
              <p:cNvGrpSpPr/>
              <p:nvPr/>
            </p:nvGrpSpPr>
            <p:grpSpPr>
              <a:xfrm>
                <a:off x="7858016" y="3764757"/>
                <a:ext cx="1096952" cy="1215630"/>
                <a:chOff x="-2" y="0"/>
                <a:chExt cx="1096951" cy="1215629"/>
              </a:xfrm>
            </p:grpSpPr>
            <p:grpSp>
              <p:nvGrpSpPr>
                <p:cNvPr id="1231" name="Google Shape;1231;p27"/>
                <p:cNvGrpSpPr/>
                <p:nvPr/>
              </p:nvGrpSpPr>
              <p:grpSpPr>
                <a:xfrm>
                  <a:off x="-2" y="0"/>
                  <a:ext cx="1096951" cy="80963"/>
                  <a:chOff x="-1" y="0"/>
                  <a:chExt cx="1096949" cy="80962"/>
                </a:xfrm>
              </p:grpSpPr>
              <p:sp>
                <p:nvSpPr>
                  <p:cNvPr id="1232" name="Google Shape;1232;p2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33" name="Google Shape;1233;p2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34" name="Google Shape;1234;p27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35" name="Google Shape;1235;p2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36" name="Google Shape;1236;p2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37" name="Google Shape;1237;p27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38" name="Google Shape;1238;p27"/>
                <p:cNvGrpSpPr/>
                <p:nvPr/>
              </p:nvGrpSpPr>
              <p:grpSpPr>
                <a:xfrm>
                  <a:off x="-2" y="159543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239" name="Google Shape;1239;p2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40" name="Google Shape;1240;p2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41" name="Google Shape;1241;p27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42" name="Google Shape;1242;p2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43" name="Google Shape;1243;p2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44" name="Google Shape;1244;p27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45" name="Google Shape;1245;p27"/>
                <p:cNvGrpSpPr/>
                <p:nvPr/>
              </p:nvGrpSpPr>
              <p:grpSpPr>
                <a:xfrm>
                  <a:off x="-2" y="322659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246" name="Google Shape;1246;p2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47" name="Google Shape;1247;p2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48" name="Google Shape;1248;p27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49" name="Google Shape;1249;p2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50" name="Google Shape;1250;p2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51" name="Google Shape;1251;p27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52" name="Google Shape;1252;p27"/>
                <p:cNvGrpSpPr/>
                <p:nvPr/>
              </p:nvGrpSpPr>
              <p:grpSpPr>
                <a:xfrm>
                  <a:off x="-2" y="48577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253" name="Google Shape;1253;p2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54" name="Google Shape;1254;p2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55" name="Google Shape;1255;p27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56" name="Google Shape;1256;p2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57" name="Google Shape;1257;p2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58" name="Google Shape;1258;p27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59" name="Google Shape;1259;p27"/>
                <p:cNvGrpSpPr/>
                <p:nvPr/>
              </p:nvGrpSpPr>
              <p:grpSpPr>
                <a:xfrm>
                  <a:off x="-2" y="646509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260" name="Google Shape;1260;p2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61" name="Google Shape;1261;p2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62" name="Google Shape;1262;p27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63" name="Google Shape;1263;p2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64" name="Google Shape;1264;p2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65" name="Google Shape;1265;p27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66" name="Google Shape;1266;p27"/>
                <p:cNvGrpSpPr/>
                <p:nvPr/>
              </p:nvGrpSpPr>
              <p:grpSpPr>
                <a:xfrm>
                  <a:off x="-2" y="80962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267" name="Google Shape;1267;p2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68" name="Google Shape;1268;p2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69" name="Google Shape;1269;p27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0" name="Google Shape;1270;p2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1" name="Google Shape;1271;p2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2" name="Google Shape;1272;p27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73" name="Google Shape;1273;p27"/>
                <p:cNvGrpSpPr/>
                <p:nvPr/>
              </p:nvGrpSpPr>
              <p:grpSpPr>
                <a:xfrm>
                  <a:off x="-2" y="971550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274" name="Google Shape;1274;p2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5" name="Google Shape;1275;p2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6" name="Google Shape;1276;p27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7" name="Google Shape;1277;p2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8" name="Google Shape;1278;p2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9" name="Google Shape;1279;p27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80" name="Google Shape;1280;p27"/>
                <p:cNvGrpSpPr/>
                <p:nvPr/>
              </p:nvGrpSpPr>
              <p:grpSpPr>
                <a:xfrm>
                  <a:off x="-2" y="113466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281" name="Google Shape;1281;p2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82" name="Google Shape;1282;p2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83" name="Google Shape;1283;p27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84" name="Google Shape;1284;p2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85" name="Google Shape;1285;p2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86" name="Google Shape;1286;p27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1287" name="Google Shape;1287;p2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71842" dir="2700000" rotWithShape="0">
                <a:srgbClr val="232323">
                  <a:alpha val="74901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88" name="Google Shape;1288;p27" descr="Picture 1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2789" y="4245769"/>
            <a:ext cx="977411" cy="440532"/>
          </a:xfrm>
          <a:prstGeom prst="rect">
            <a:avLst/>
          </a:prstGeom>
          <a:noFill/>
          <a:ln>
            <a:noFill/>
          </a:ln>
        </p:spPr>
      </p:pic>
      <p:sp>
        <p:nvSpPr>
          <p:cNvPr id="1289" name="Google Shape;1289;p27"/>
          <p:cNvSpPr txBox="1">
            <a:spLocks noGrp="1"/>
          </p:cNvSpPr>
          <p:nvPr>
            <p:ph type="title"/>
          </p:nvPr>
        </p:nvSpPr>
        <p:spPr>
          <a:xfrm>
            <a:off x="990600" y="457200"/>
            <a:ext cx="71628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None/>
              <a:defRPr sz="27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90" name="Google Shape;1290;p27"/>
          <p:cNvSpPr txBox="1">
            <a:spLocks noGrp="1"/>
          </p:cNvSpPr>
          <p:nvPr>
            <p:ph type="body" idx="1"/>
          </p:nvPr>
        </p:nvSpPr>
        <p:spPr>
          <a:xfrm>
            <a:off x="990600" y="1485900"/>
            <a:ext cx="71628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1" name="Google Shape;1291;p27"/>
          <p:cNvSpPr txBox="1">
            <a:spLocks noGrp="1"/>
          </p:cNvSpPr>
          <p:nvPr>
            <p:ph type="sldNum" idx="1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>
  <p:cSld name="Vertical Title and Text"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3" name="Google Shape;1293;p28"/>
          <p:cNvGrpSpPr/>
          <p:nvPr/>
        </p:nvGrpSpPr>
        <p:grpSpPr>
          <a:xfrm>
            <a:off x="70339" y="59530"/>
            <a:ext cx="8954970" cy="4980391"/>
            <a:chOff x="0" y="-2"/>
            <a:chExt cx="8954969" cy="4980390"/>
          </a:xfrm>
        </p:grpSpPr>
        <p:grpSp>
          <p:nvGrpSpPr>
            <p:cNvPr id="1294" name="Google Shape;1294;p28"/>
            <p:cNvGrpSpPr/>
            <p:nvPr/>
          </p:nvGrpSpPr>
          <p:grpSpPr>
            <a:xfrm>
              <a:off x="0" y="-2"/>
              <a:ext cx="8954969" cy="4980390"/>
              <a:chOff x="0" y="-1"/>
              <a:chExt cx="8954968" cy="4980388"/>
            </a:xfrm>
          </p:grpSpPr>
          <p:grpSp>
            <p:nvGrpSpPr>
              <p:cNvPr id="1295" name="Google Shape;1295;p28"/>
              <p:cNvGrpSpPr/>
              <p:nvPr/>
            </p:nvGrpSpPr>
            <p:grpSpPr>
              <a:xfrm>
                <a:off x="0" y="-1"/>
                <a:ext cx="1098537" cy="1215631"/>
                <a:chOff x="0" y="0"/>
                <a:chExt cx="1098536" cy="1215629"/>
              </a:xfrm>
            </p:grpSpPr>
            <p:grpSp>
              <p:nvGrpSpPr>
                <p:cNvPr id="1296" name="Google Shape;1296;p28"/>
                <p:cNvGrpSpPr/>
                <p:nvPr/>
              </p:nvGrpSpPr>
              <p:grpSpPr>
                <a:xfrm>
                  <a:off x="0" y="0"/>
                  <a:ext cx="1098536" cy="80963"/>
                  <a:chOff x="0" y="0"/>
                  <a:chExt cx="1098535" cy="80962"/>
                </a:xfrm>
              </p:grpSpPr>
              <p:sp>
                <p:nvSpPr>
                  <p:cNvPr id="1297" name="Google Shape;1297;p28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98" name="Google Shape;1298;p2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99" name="Google Shape;1299;p2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0" name="Google Shape;1300;p28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1" name="Google Shape;1301;p2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2" name="Google Shape;1302;p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303" name="Google Shape;1303;p28"/>
                <p:cNvGrpSpPr/>
                <p:nvPr/>
              </p:nvGrpSpPr>
              <p:grpSpPr>
                <a:xfrm>
                  <a:off x="0" y="159543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1304" name="Google Shape;1304;p28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5" name="Google Shape;1305;p2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6" name="Google Shape;1306;p2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7" name="Google Shape;1307;p28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8" name="Google Shape;1308;p2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9" name="Google Shape;1309;p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310" name="Google Shape;1310;p28"/>
                <p:cNvGrpSpPr/>
                <p:nvPr/>
              </p:nvGrpSpPr>
              <p:grpSpPr>
                <a:xfrm>
                  <a:off x="0" y="322659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1311" name="Google Shape;1311;p28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12" name="Google Shape;1312;p2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13" name="Google Shape;1313;p2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14" name="Google Shape;1314;p28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15" name="Google Shape;1315;p2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16" name="Google Shape;1316;p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317" name="Google Shape;1317;p28"/>
                <p:cNvGrpSpPr/>
                <p:nvPr/>
              </p:nvGrpSpPr>
              <p:grpSpPr>
                <a:xfrm>
                  <a:off x="0" y="48577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1318" name="Google Shape;1318;p28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19" name="Google Shape;1319;p2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20" name="Google Shape;1320;p2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21" name="Google Shape;1321;p28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22" name="Google Shape;1322;p2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23" name="Google Shape;1323;p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324" name="Google Shape;1324;p28"/>
                <p:cNvGrpSpPr/>
                <p:nvPr/>
              </p:nvGrpSpPr>
              <p:grpSpPr>
                <a:xfrm>
                  <a:off x="0" y="646509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1325" name="Google Shape;1325;p28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26" name="Google Shape;1326;p2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27" name="Google Shape;1327;p2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28" name="Google Shape;1328;p28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29" name="Google Shape;1329;p2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30" name="Google Shape;1330;p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331" name="Google Shape;1331;p28"/>
                <p:cNvGrpSpPr/>
                <p:nvPr/>
              </p:nvGrpSpPr>
              <p:grpSpPr>
                <a:xfrm>
                  <a:off x="0" y="80962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1332" name="Google Shape;1332;p28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33" name="Google Shape;1333;p2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34" name="Google Shape;1334;p2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35" name="Google Shape;1335;p28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36" name="Google Shape;1336;p2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37" name="Google Shape;1337;p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338" name="Google Shape;1338;p28"/>
                <p:cNvGrpSpPr/>
                <p:nvPr/>
              </p:nvGrpSpPr>
              <p:grpSpPr>
                <a:xfrm>
                  <a:off x="0" y="971550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1339" name="Google Shape;1339;p28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0" name="Google Shape;1340;p2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1" name="Google Shape;1341;p2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2" name="Google Shape;1342;p28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3" name="Google Shape;1343;p2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4" name="Google Shape;1344;p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345" name="Google Shape;1345;p28"/>
                <p:cNvGrpSpPr/>
                <p:nvPr/>
              </p:nvGrpSpPr>
              <p:grpSpPr>
                <a:xfrm>
                  <a:off x="0" y="1134665"/>
                  <a:ext cx="1098536" cy="80964"/>
                  <a:chOff x="0" y="0"/>
                  <a:chExt cx="1098535" cy="80962"/>
                </a:xfrm>
              </p:grpSpPr>
              <p:sp>
                <p:nvSpPr>
                  <p:cNvPr id="1346" name="Google Shape;1346;p28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7" name="Google Shape;1347;p2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8" name="Google Shape;1348;p2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49" name="Google Shape;1349;p28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0" name="Google Shape;1350;p2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1" name="Google Shape;1351;p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352" name="Google Shape;1352;p28"/>
              <p:cNvGrpSpPr/>
              <p:nvPr/>
            </p:nvGrpSpPr>
            <p:grpSpPr>
              <a:xfrm>
                <a:off x="7858016" y="3764757"/>
                <a:ext cx="1096952" cy="1215630"/>
                <a:chOff x="-2" y="0"/>
                <a:chExt cx="1096951" cy="1215629"/>
              </a:xfrm>
            </p:grpSpPr>
            <p:grpSp>
              <p:nvGrpSpPr>
                <p:cNvPr id="1353" name="Google Shape;1353;p28"/>
                <p:cNvGrpSpPr/>
                <p:nvPr/>
              </p:nvGrpSpPr>
              <p:grpSpPr>
                <a:xfrm>
                  <a:off x="-2" y="0"/>
                  <a:ext cx="1096951" cy="80963"/>
                  <a:chOff x="-1" y="0"/>
                  <a:chExt cx="1096949" cy="80962"/>
                </a:xfrm>
              </p:grpSpPr>
              <p:sp>
                <p:nvSpPr>
                  <p:cNvPr id="1354" name="Google Shape;1354;p2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5" name="Google Shape;1355;p2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6" name="Google Shape;1356;p2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7" name="Google Shape;1357;p28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8" name="Google Shape;1358;p2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59" name="Google Shape;1359;p2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360" name="Google Shape;1360;p28"/>
                <p:cNvGrpSpPr/>
                <p:nvPr/>
              </p:nvGrpSpPr>
              <p:grpSpPr>
                <a:xfrm>
                  <a:off x="-2" y="159543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361" name="Google Shape;1361;p2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62" name="Google Shape;1362;p2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63" name="Google Shape;1363;p2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64" name="Google Shape;1364;p28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65" name="Google Shape;1365;p2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66" name="Google Shape;1366;p2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367" name="Google Shape;1367;p28"/>
                <p:cNvGrpSpPr/>
                <p:nvPr/>
              </p:nvGrpSpPr>
              <p:grpSpPr>
                <a:xfrm>
                  <a:off x="-2" y="322659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368" name="Google Shape;1368;p2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69" name="Google Shape;1369;p2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70" name="Google Shape;1370;p2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71" name="Google Shape;1371;p28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72" name="Google Shape;1372;p2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73" name="Google Shape;1373;p2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374" name="Google Shape;1374;p28"/>
                <p:cNvGrpSpPr/>
                <p:nvPr/>
              </p:nvGrpSpPr>
              <p:grpSpPr>
                <a:xfrm>
                  <a:off x="-2" y="48577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375" name="Google Shape;1375;p2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76" name="Google Shape;1376;p2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77" name="Google Shape;1377;p2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78" name="Google Shape;1378;p28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79" name="Google Shape;1379;p2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80" name="Google Shape;1380;p2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381" name="Google Shape;1381;p28"/>
                <p:cNvGrpSpPr/>
                <p:nvPr/>
              </p:nvGrpSpPr>
              <p:grpSpPr>
                <a:xfrm>
                  <a:off x="-2" y="646509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382" name="Google Shape;1382;p2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83" name="Google Shape;1383;p2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84" name="Google Shape;1384;p2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85" name="Google Shape;1385;p28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86" name="Google Shape;1386;p2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87" name="Google Shape;1387;p2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388" name="Google Shape;1388;p28"/>
                <p:cNvGrpSpPr/>
                <p:nvPr/>
              </p:nvGrpSpPr>
              <p:grpSpPr>
                <a:xfrm>
                  <a:off x="-2" y="80962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389" name="Google Shape;1389;p2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90" name="Google Shape;1390;p2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91" name="Google Shape;1391;p2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92" name="Google Shape;1392;p28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93" name="Google Shape;1393;p2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94" name="Google Shape;1394;p2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395" name="Google Shape;1395;p28"/>
                <p:cNvGrpSpPr/>
                <p:nvPr/>
              </p:nvGrpSpPr>
              <p:grpSpPr>
                <a:xfrm>
                  <a:off x="-2" y="971550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396" name="Google Shape;1396;p2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97" name="Google Shape;1397;p2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98" name="Google Shape;1398;p2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99" name="Google Shape;1399;p28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00" name="Google Shape;1400;p2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01" name="Google Shape;1401;p2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02" name="Google Shape;1402;p28"/>
                <p:cNvGrpSpPr/>
                <p:nvPr/>
              </p:nvGrpSpPr>
              <p:grpSpPr>
                <a:xfrm>
                  <a:off x="-2" y="1134665"/>
                  <a:ext cx="1096951" cy="80964"/>
                  <a:chOff x="-1" y="0"/>
                  <a:chExt cx="1096949" cy="80962"/>
                </a:xfrm>
              </p:grpSpPr>
              <p:sp>
                <p:nvSpPr>
                  <p:cNvPr id="1403" name="Google Shape;1403;p2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04" name="Google Shape;1404;p2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05" name="Google Shape;1405;p2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06" name="Google Shape;1406;p28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07" name="Google Shape;1407;p2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08" name="Google Shape;1408;p2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>
                    <a:noFill/>
                  </a:ln>
                  <a:effectLst>
                    <a:outerShdw blurRad="63500" dist="53882" dir="2700000" rotWithShape="0">
                      <a:srgbClr val="000000">
                        <a:alpha val="74901"/>
                      </a:srgbClr>
                    </a:outerShdw>
                  </a:effectLst>
                </p:spPr>
                <p:txBody>
                  <a:bodyPr spcFirstLastPara="1" wrap="square" lIns="45700" tIns="45700" rIns="45700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1409" name="Google Shape;1409;p28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63500" dist="71842" dir="2700000" rotWithShape="0">
                <a:srgbClr val="232323">
                  <a:alpha val="74901"/>
                </a:srgbClr>
              </a:outerShdw>
            </a:effectLst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10" name="Google Shape;1410;p28" descr="Picture 1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2789" y="4245769"/>
            <a:ext cx="977411" cy="440532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28"/>
          <p:cNvSpPr txBox="1">
            <a:spLocks noGrp="1"/>
          </p:cNvSpPr>
          <p:nvPr>
            <p:ph type="title"/>
          </p:nvPr>
        </p:nvSpPr>
        <p:spPr>
          <a:xfrm>
            <a:off x="6362700" y="457200"/>
            <a:ext cx="17907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None/>
              <a:defRPr sz="27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12" name="Google Shape;1412;p28"/>
          <p:cNvSpPr txBox="1">
            <a:spLocks noGrp="1"/>
          </p:cNvSpPr>
          <p:nvPr>
            <p:ph type="body" idx="1"/>
          </p:nvPr>
        </p:nvSpPr>
        <p:spPr>
          <a:xfrm>
            <a:off x="990600" y="457200"/>
            <a:ext cx="5231424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450" tIns="44450" rIns="44450" bIns="444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3" name="Google Shape;1413;p28"/>
          <p:cNvSpPr txBox="1">
            <a:spLocks noGrp="1"/>
          </p:cNvSpPr>
          <p:nvPr>
            <p:ph type="sldNum" idx="1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22818" y="4769565"/>
            <a:ext cx="263983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3045582" y="4731544"/>
            <a:ext cx="2763675" cy="294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400"/>
              <a:buFont typeface="Calibri"/>
              <a:buNone/>
            </a:pPr>
            <a:r>
              <a:rPr lang="en" sz="1400" b="0" i="0" u="none" strike="noStrike" cap="none">
                <a:solidFill>
                  <a:srgbClr val="535353"/>
                </a:solidFill>
                <a:latin typeface="Calibri"/>
                <a:ea typeface="Calibri"/>
                <a:cs typeface="Calibri"/>
                <a:sym typeface="Calibri"/>
              </a:rPr>
              <a:t>IETF Hackathon - &lt;Project name&gt;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network-analytics/udp-notif-dissector" TargetMode="External"/><Relationship Id="rId3" Type="http://schemas.openxmlformats.org/officeDocument/2006/relationships/hyperlink" Target="https://github.com/NetGauze/NetGauze" TargetMode="External"/><Relationship Id="rId7" Type="http://schemas.openxmlformats.org/officeDocument/2006/relationships/hyperlink" Target="https://github.com/yang-central/yangkit/pull/4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github.com/CESNET/libyang/compare/master...devel" TargetMode="External"/><Relationship Id="rId5" Type="http://schemas.openxmlformats.org/officeDocument/2006/relationships/hyperlink" Target="https://github.com/network-analytics/yang-kafka-integration" TargetMode="External"/><Relationship Id="rId10" Type="http://schemas.openxmlformats.org/officeDocument/2006/relationships/hyperlink" Target="https://www.network-analytics.org/yp/how-to-deploy.html" TargetMode="External"/><Relationship Id="rId4" Type="http://schemas.openxmlformats.org/officeDocument/2006/relationships/hyperlink" Target="https://github.com/pmacct/pmacct" TargetMode="Externa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github.com/network-analytics/ietf-network-analytics-document-status/tree/main/125/Hackathon/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tracker.ietf.org/doc/html/draft-ietf-netconf-yang-notifications-versioning" TargetMode="External"/><Relationship Id="rId13" Type="http://schemas.openxmlformats.org/officeDocument/2006/relationships/hyperlink" Target="https://datatracker.ietf.org/doc/html/draft-netana-nmop-yang-anydata-validation" TargetMode="External"/><Relationship Id="rId3" Type="http://schemas.openxmlformats.org/officeDocument/2006/relationships/hyperlink" Target="https://datatracker.ietf.org/doc/html/rfc8639" TargetMode="External"/><Relationship Id="rId7" Type="http://schemas.openxmlformats.org/officeDocument/2006/relationships/hyperlink" Target="https://datatracker.ietf.org/doc/html/draft-ietf-netconf-notif-envelope" TargetMode="External"/><Relationship Id="rId12" Type="http://schemas.openxmlformats.org/officeDocument/2006/relationships/hyperlink" Target="https://datatracker.ietf.org/doc/html/draft-ietf-netconf-yang-library-augmentatio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datatracker.ietf.org/doc/html/draft-ietf-netconf-distributed-notif" TargetMode="External"/><Relationship Id="rId11" Type="http://schemas.openxmlformats.org/officeDocument/2006/relationships/hyperlink" Target="https://datatracker.ietf.org/doc/html/rfc8525" TargetMode="External"/><Relationship Id="rId5" Type="http://schemas.openxmlformats.org/officeDocument/2006/relationships/hyperlink" Target="https://datatracker.ietf.org/doc/html/draft-ietf-netconf-udp-notif" TargetMode="External"/><Relationship Id="rId10" Type="http://schemas.openxmlformats.org/officeDocument/2006/relationships/hyperlink" Target="https://datatracker.ietf.org/doc/html/draft-ietf-netconf-yp-transport-capabilities" TargetMode="External"/><Relationship Id="rId4" Type="http://schemas.openxmlformats.org/officeDocument/2006/relationships/hyperlink" Target="https://datatracker.ietf.org/doc/html/rfc8641" TargetMode="External"/><Relationship Id="rId9" Type="http://schemas.openxmlformats.org/officeDocument/2006/relationships/hyperlink" Target="https://datatracker.ietf.org/doc/html/rfc9196" TargetMode="External"/><Relationship Id="rId14" Type="http://schemas.openxmlformats.org/officeDocument/2006/relationships/hyperlink" Target="https://datatracker.ietf.org/doc/html/rfc9254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hyperlink" Target="https://github.com/Zephyre777/draft-lincla-netconf-yang-library-augmentatio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github.com/network-analytics/udp-notif-c-collector" TargetMode="External"/><Relationship Id="rId5" Type="http://schemas.openxmlformats.org/officeDocument/2006/relationships/hyperlink" Target="https://github.com/pmacct/pmacct" TargetMode="External"/><Relationship Id="rId4" Type="http://schemas.openxmlformats.org/officeDocument/2006/relationships/hyperlink" Target="https://github.com/NetGauze/NetGauze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github.com/pmacct/pmacct" TargetMode="External"/><Relationship Id="rId4" Type="http://schemas.openxmlformats.org/officeDocument/2006/relationships/hyperlink" Target="https://github.com/NetGauze/NetGauze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macct/pmacct" TargetMode="External"/><Relationship Id="rId2" Type="http://schemas.openxmlformats.org/officeDocument/2006/relationships/hyperlink" Target="https://github.com/CESNET/libyang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hyperlink" Target="https://github.com/NetGauze/NetGauze" TargetMode="External"/><Relationship Id="rId4" Type="http://schemas.openxmlformats.org/officeDocument/2006/relationships/hyperlink" Target="https://github.com/network-analytics/yang-kafka-integration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NetGauze/NetGauze/issues/456" TargetMode="External"/><Relationship Id="rId3" Type="http://schemas.openxmlformats.org/officeDocument/2006/relationships/hyperlink" Target="https://github.com/yang-central/yangkit" TargetMode="External"/><Relationship Id="rId7" Type="http://schemas.openxmlformats.org/officeDocument/2006/relationships/hyperlink" Target="https://github.com/NetGauze/NetGauze/issues/457" TargetMode="External"/><Relationship Id="rId2" Type="http://schemas.openxmlformats.org/officeDocument/2006/relationships/hyperlink" Target="https://github.com/CESNET/libyang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github.com/NetGauze/NetGauze/issues/449" TargetMode="External"/><Relationship Id="rId11" Type="http://schemas.openxmlformats.org/officeDocument/2006/relationships/image" Target="../media/image8.png"/><Relationship Id="rId5" Type="http://schemas.openxmlformats.org/officeDocument/2006/relationships/hyperlink" Target="https://datatracker.ietf.org/doc/html/draft-ietf-netmod-yang-anydata-validation" TargetMode="External"/><Relationship Id="rId10" Type="http://schemas.openxmlformats.org/officeDocument/2006/relationships/hyperlink" Target="https://datatracker.ietf.org/doc/html/draft-ietf-nmop-yang-message-broker-message-key#section-4.1" TargetMode="External"/><Relationship Id="rId4" Type="http://schemas.openxmlformats.org/officeDocument/2006/relationships/hyperlink" Target="https://github.com/opendaylight/yangtools/" TargetMode="External"/><Relationship Id="rId9" Type="http://schemas.openxmlformats.org/officeDocument/2006/relationships/hyperlink" Target="https://datatracker.ietf.org/doc/html/draft-ietf-nmop-yang-message-broker-message-key#section-3.2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47D17A-A259-8B8A-20E0-474E61FF5DB6}"/>
              </a:ext>
            </a:extLst>
          </p:cNvPr>
          <p:cNvSpPr/>
          <p:nvPr/>
        </p:nvSpPr>
        <p:spPr>
          <a:xfrm>
            <a:off x="8587819" y="0"/>
            <a:ext cx="556181" cy="51435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506" name="Google Shape;1506;p43"/>
          <p:cNvSpPr txBox="1">
            <a:spLocks noGrp="1"/>
          </p:cNvSpPr>
          <p:nvPr>
            <p:ph type="ctrTitle" idx="4294967295"/>
          </p:nvPr>
        </p:nvSpPr>
        <p:spPr>
          <a:xfrm>
            <a:off x="461610" y="280555"/>
            <a:ext cx="5795189" cy="148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fontScale="90000"/>
          </a:bodyPr>
          <a:lstStyle/>
          <a:p>
            <a:pPr>
              <a:buClr>
                <a:srgbClr val="888888"/>
              </a:buClr>
              <a:buSzPts val="2500"/>
            </a:pPr>
            <a:r>
              <a:rPr lang="en-US" sz="2800" b="1" dirty="0"/>
              <a:t>Validate YANG-Push to Message Broker End-To-End Data Processing Chain</a:t>
            </a:r>
            <a:br>
              <a:rPr lang="en" sz="4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dirty="0">
                <a:solidFill>
                  <a:srgbClr val="888888"/>
                </a:solidFill>
              </a:rPr>
              <a:t>IETF 125 Hackathon, March 14-15</a:t>
            </a:r>
            <a:r>
              <a:rPr lang="en-US" sz="2800" baseline="30000" dirty="0">
                <a:solidFill>
                  <a:srgbClr val="888888"/>
                </a:solidFill>
              </a:rPr>
              <a:t>th</a:t>
            </a:r>
            <a:r>
              <a:rPr lang="en-US" sz="2800" dirty="0">
                <a:solidFill>
                  <a:srgbClr val="888888"/>
                </a:solidFill>
              </a:rPr>
              <a:t> 2026</a:t>
            </a:r>
            <a:endParaRPr sz="2800" dirty="0">
              <a:solidFill>
                <a:srgbClr val="88888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54A158-30A9-C387-5FFD-6AEF58492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231" y="124773"/>
            <a:ext cx="2713140" cy="50187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99727B-B192-98C3-96AF-57104AF0EAA7}"/>
              </a:ext>
            </a:extLst>
          </p:cNvPr>
          <p:cNvSpPr txBox="1"/>
          <p:nvPr/>
        </p:nvSpPr>
        <p:spPr>
          <a:xfrm rot="5400000">
            <a:off x="6563429" y="213005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2800" dirty="0">
              <a:solidFill>
                <a:schemeClr val="bg1"/>
              </a:solidFill>
            </a:endParaRPr>
          </a:p>
        </p:txBody>
      </p:sp>
      <p:sp>
        <p:nvSpPr>
          <p:cNvPr id="2" name="Google Shape;1523;p45">
            <a:extLst>
              <a:ext uri="{FF2B5EF4-FFF2-40B4-BE49-F238E27FC236}">
                <a16:creationId xmlns:a16="http://schemas.microsoft.com/office/drawing/2014/main" id="{BCB98076-6DA6-6B8C-F53E-DB5902062E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57398" y="4768594"/>
            <a:ext cx="184061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1</a:t>
            </a:fld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A7D732B-7C97-BB77-12AC-297C6F620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368" y="1923423"/>
            <a:ext cx="4733415" cy="2674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44"/>
          <p:cNvSpPr txBox="1">
            <a:spLocks noGrp="1"/>
          </p:cNvSpPr>
          <p:nvPr>
            <p:ph type="title"/>
          </p:nvPr>
        </p:nvSpPr>
        <p:spPr>
          <a:xfrm>
            <a:off x="546099" y="205978"/>
            <a:ext cx="7719446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Calibri"/>
              <a:buNone/>
            </a:pPr>
            <a:r>
              <a:rPr lang="en-US" sz="3800" noProof="0" dirty="0"/>
              <a:t>Hackathon Plan, Software and Website</a:t>
            </a:r>
          </a:p>
        </p:txBody>
      </p:sp>
      <p:sp>
        <p:nvSpPr>
          <p:cNvPr id="1515" name="Google Shape;1515;p44"/>
          <p:cNvSpPr txBox="1">
            <a:spLocks noGrp="1"/>
          </p:cNvSpPr>
          <p:nvPr>
            <p:ph type="body" idx="1"/>
          </p:nvPr>
        </p:nvSpPr>
        <p:spPr>
          <a:xfrm>
            <a:off x="546099" y="914400"/>
            <a:ext cx="7928199" cy="208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16329" lvl="0" indent="0" algn="l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400"/>
              <a:buNone/>
            </a:pPr>
            <a:r>
              <a:rPr lang="en-US" sz="1400" b="1" noProof="0" dirty="0">
                <a:latin typeface="Calibri"/>
                <a:ea typeface="Calibri"/>
                <a:cs typeface="Calibri"/>
                <a:sym typeface="Calibri"/>
              </a:rPr>
              <a:t>Test Plan</a:t>
            </a:r>
            <a:endParaRPr lang="en-US" noProof="0" dirty="0"/>
          </a:p>
          <a:p>
            <a:pPr marL="16329" lv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400"/>
              <a:buNone/>
            </a:pPr>
            <a:r>
              <a:rPr lang="en-US" sz="1200" noProof="0" dirty="0"/>
              <a:t>Validate and verify</a:t>
            </a:r>
          </a:p>
          <a:p>
            <a:pPr marL="244929" indent="-228600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200" noProof="0" dirty="0"/>
              <a:t>5 YANG-Push Publishers</a:t>
            </a:r>
          </a:p>
          <a:p>
            <a:pPr marL="244929" indent="-228600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200" noProof="0" dirty="0"/>
              <a:t>2 YANG-Push Receivers</a:t>
            </a:r>
          </a:p>
          <a:p>
            <a:pPr marL="244929" indent="-228600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200" noProof="0" dirty="0"/>
              <a:t>2 YANG-Push Network Telemetry Message</a:t>
            </a:r>
          </a:p>
          <a:p>
            <a:pPr marL="244929" indent="-228600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200" noProof="0" dirty="0"/>
              <a:t>1 YANG Message Broker Producer and Schema Registry</a:t>
            </a:r>
          </a:p>
          <a:p>
            <a:pPr marL="244929" indent="-228600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200" noProof="0" dirty="0"/>
              <a:t>3 YANG Message Broker Consumers</a:t>
            </a:r>
          </a:p>
          <a:p>
            <a:pPr marL="16329" lvl="0" indent="0"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SzPts val="1400"/>
              <a:buNone/>
            </a:pPr>
            <a:r>
              <a:rPr lang="en-US" sz="1200" noProof="0" dirty="0"/>
              <a:t>implementation in YANG data integration automation. Subscribe to YANG</a:t>
            </a:r>
            <a:br>
              <a:rPr lang="en-US" sz="1200" noProof="0" dirty="0"/>
            </a:br>
            <a:r>
              <a:rPr lang="en-US" sz="1200" noProof="0" dirty="0"/>
              <a:t>data on YANG-Publisher, obtain and register all YANG modules necessary</a:t>
            </a:r>
            <a:br>
              <a:rPr lang="en-US" sz="1200" noProof="0" dirty="0"/>
            </a:br>
            <a:r>
              <a:rPr lang="en-US" sz="1200" noProof="0" dirty="0"/>
              <a:t>to build YANG schema tree, register YANG schemas to Schema  Registry</a:t>
            </a:r>
            <a:br>
              <a:rPr lang="en-US" sz="1200" noProof="0" dirty="0"/>
            </a:br>
            <a:r>
              <a:rPr lang="en-US" sz="1200" noProof="0" dirty="0"/>
              <a:t>and verify YANG notifications against scheme trees and produce and</a:t>
            </a:r>
            <a:br>
              <a:rPr lang="en-US" sz="1200" noProof="0" dirty="0"/>
            </a:br>
            <a:r>
              <a:rPr lang="en-US" sz="1200" noProof="0" dirty="0"/>
              <a:t>consume from Message Broker.</a:t>
            </a:r>
            <a:endParaRPr lang="en-US" sz="1200" noProof="0" dirty="0">
              <a:latin typeface="Calibri"/>
              <a:ea typeface="Calibri"/>
              <a:cs typeface="Calibri"/>
              <a:sym typeface="Calibri"/>
            </a:endParaRPr>
          </a:p>
          <a:p>
            <a:pPr marL="16329" lvl="0" indent="0" algn="l" rtl="0">
              <a:lnSpc>
                <a:spcPct val="90000"/>
              </a:lnSpc>
              <a:spcBef>
                <a:spcPts val="900"/>
              </a:spcBef>
              <a:spcAft>
                <a:spcPts val="600"/>
              </a:spcAft>
              <a:buClr>
                <a:srgbClr val="000000"/>
              </a:buClr>
              <a:buSzPts val="1400"/>
              <a:buNone/>
            </a:pPr>
            <a:r>
              <a:rPr lang="en-US" sz="1400" b="1" noProof="0" dirty="0">
                <a:latin typeface="Calibri"/>
                <a:ea typeface="Calibri"/>
                <a:cs typeface="Calibri"/>
                <a:sym typeface="Calibri"/>
              </a:rPr>
              <a:t>Software</a:t>
            </a:r>
            <a:endParaRPr lang="en-US" noProof="0" dirty="0"/>
          </a:p>
          <a:p>
            <a:pPr marL="244929" indent="-228600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200" dirty="0"/>
              <a:t>YANG-Push Publisher - Cisco IOS XR, 6WIND VSR, Huawei NE (Router) and MA (OLT) and </a:t>
            </a:r>
            <a:r>
              <a:rPr lang="en-US" sz="1200" dirty="0" err="1">
                <a:highlight>
                  <a:srgbClr val="FFFF00"/>
                </a:highlight>
              </a:rPr>
              <a:t>Arrcus</a:t>
            </a:r>
            <a:r>
              <a:rPr lang="en-US" sz="1200" dirty="0">
                <a:highlight>
                  <a:srgbClr val="FFFF00"/>
                </a:highlight>
              </a:rPr>
              <a:t> Arcos</a:t>
            </a:r>
          </a:p>
          <a:p>
            <a:pPr marL="244929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•"/>
            </a:pPr>
            <a:r>
              <a:rPr lang="en-US" sz="1200" noProof="0" dirty="0">
                <a:latin typeface="Calibri"/>
                <a:ea typeface="Calibri"/>
                <a:cs typeface="Calibri"/>
                <a:sym typeface="Calibri"/>
              </a:rPr>
              <a:t>YANG-Push Receiver – </a:t>
            </a:r>
            <a:r>
              <a:rPr lang="en-US" sz="1200" noProof="0" dirty="0" err="1">
                <a:latin typeface="Calibri"/>
                <a:ea typeface="Calibri"/>
                <a:cs typeface="Calibri"/>
                <a:sym typeface="Calibri"/>
                <a:hlinkClick r:id="rId3"/>
              </a:rPr>
              <a:t>Netgauze</a:t>
            </a:r>
            <a:r>
              <a:rPr lang="en-US" sz="1200" noProof="0" dirty="0"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200" noProof="0" dirty="0" err="1">
                <a:hlinkClick r:id="rId4"/>
              </a:rPr>
              <a:t>Pmacct</a:t>
            </a:r>
            <a:endParaRPr lang="en-US" sz="1200" noProof="0" dirty="0">
              <a:latin typeface="Calibri"/>
              <a:ea typeface="Calibri"/>
              <a:cs typeface="Calibri"/>
              <a:sym typeface="Calibri"/>
            </a:endParaRPr>
          </a:p>
          <a:p>
            <a:pPr marL="244929" lvl="0" indent="-228600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200" noProof="0" dirty="0"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YANG Message Broker Producer </a:t>
            </a:r>
            <a:r>
              <a:rPr lang="en-US" sz="1200" dirty="0">
                <a:highlight>
                  <a:srgbClr val="FFFF00"/>
                </a:highlight>
              </a:rPr>
              <a:t>– </a:t>
            </a:r>
            <a:r>
              <a:rPr lang="en-US" sz="1200" dirty="0" err="1">
                <a:highlight>
                  <a:srgbClr val="FFFF00"/>
                </a:highlight>
                <a:hlinkClick r:id="rId3"/>
              </a:rPr>
              <a:t>Netgauze</a:t>
            </a:r>
            <a:endParaRPr lang="en-US" sz="1200" dirty="0">
              <a:highlight>
                <a:srgbClr val="FFFF00"/>
              </a:highlight>
            </a:endParaRPr>
          </a:p>
          <a:p>
            <a:pPr marL="244929" indent="-228600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200" noProof="0" dirty="0"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YANG Message Broker Consumer – </a:t>
            </a:r>
            <a:r>
              <a:rPr lang="en-US" sz="1200" dirty="0" err="1">
                <a:highlight>
                  <a:srgbClr val="FFFF00"/>
                </a:highlight>
                <a:hlinkClick r:id="rId3"/>
              </a:rPr>
              <a:t>Netgauze</a:t>
            </a:r>
            <a:r>
              <a:rPr lang="en-US" sz="1200" dirty="0">
                <a:highlight>
                  <a:srgbClr val="FFFF00"/>
                </a:highlight>
              </a:rPr>
              <a:t>, Ciena </a:t>
            </a:r>
            <a:r>
              <a:rPr lang="en-US" sz="1200" dirty="0" err="1">
                <a:highlight>
                  <a:srgbClr val="FFFF00"/>
                </a:highlight>
              </a:rPr>
              <a:t>Blueplanet</a:t>
            </a:r>
            <a:r>
              <a:rPr lang="en-US" sz="1200" dirty="0">
                <a:highlight>
                  <a:srgbClr val="FFFF00"/>
                </a:highlight>
              </a:rPr>
              <a:t> UAA Workflow Engine, Cisco </a:t>
            </a:r>
            <a:r>
              <a:rPr lang="en-US" sz="1200" dirty="0" err="1">
                <a:highlight>
                  <a:srgbClr val="FFFF00"/>
                </a:highlight>
              </a:rPr>
              <a:t>Crosswork</a:t>
            </a:r>
            <a:r>
              <a:rPr lang="en-US" sz="1200" dirty="0">
                <a:highlight>
                  <a:srgbClr val="FFFF00"/>
                </a:highlight>
              </a:rPr>
              <a:t> Ingestion Service</a:t>
            </a:r>
            <a:endParaRPr lang="en-US" sz="1200" noProof="0" dirty="0">
              <a:latin typeface="Calibri"/>
              <a:ea typeface="Calibri"/>
              <a:cs typeface="Calibri"/>
              <a:sym typeface="Calibri"/>
            </a:endParaRPr>
          </a:p>
          <a:p>
            <a:pPr marL="244929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•"/>
            </a:pPr>
            <a:r>
              <a:rPr lang="en-US" sz="1200" noProof="0" dirty="0"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YANG Schema Registry – </a:t>
            </a:r>
            <a:r>
              <a:rPr lang="en-US" sz="1200" noProof="0" dirty="0"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  <a:hlinkClick r:id="rId5"/>
              </a:rPr>
              <a:t>Apache Kafka YANG Plugin</a:t>
            </a:r>
            <a:endParaRPr lang="en-US" sz="1200" noProof="0" dirty="0"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244929" lvl="0" indent="-228600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200" dirty="0">
                <a:highlight>
                  <a:srgbClr val="FFFF00"/>
                </a:highlight>
              </a:rPr>
              <a:t>Libyang - </a:t>
            </a:r>
            <a:r>
              <a:rPr lang="en-US" sz="1200" dirty="0">
                <a:highlight>
                  <a:srgbClr val="FFFF00"/>
                </a:highlight>
                <a:hlinkClick r:id="rId6"/>
              </a:rPr>
              <a:t>https://github.com/CESNET/libyang/compare/master...devel</a:t>
            </a:r>
            <a:endParaRPr lang="en-US" sz="1200" dirty="0">
              <a:highlight>
                <a:srgbClr val="FFFF00"/>
              </a:highlight>
            </a:endParaRPr>
          </a:p>
          <a:p>
            <a:pPr marL="244929" lvl="0" indent="-228600">
              <a:lnSpc>
                <a:spcPct val="90000"/>
              </a:lnSpc>
              <a:spcBef>
                <a:spcPts val="0"/>
              </a:spcBef>
              <a:buSzPts val="1200"/>
              <a:buFont typeface="Calibri"/>
              <a:buChar char="•"/>
            </a:pPr>
            <a:r>
              <a:rPr lang="en-US" sz="1200" dirty="0">
                <a:highlight>
                  <a:srgbClr val="FFFF00"/>
                </a:highlight>
              </a:rPr>
              <a:t>Yangkit - </a:t>
            </a:r>
            <a:r>
              <a:rPr lang="en-US" sz="1200" dirty="0">
                <a:highlight>
                  <a:srgbClr val="FFFF00"/>
                </a:highlight>
                <a:hlinkClick r:id="rId7"/>
              </a:rPr>
              <a:t>https://github.com/yang-central/yangkit/pull/41</a:t>
            </a:r>
            <a:endParaRPr lang="en-US" sz="1200" noProof="0" dirty="0"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244929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•"/>
            </a:pPr>
            <a:r>
              <a:rPr lang="en-US" sz="1200" noProof="0" dirty="0">
                <a:latin typeface="Calibri"/>
                <a:ea typeface="Calibri"/>
                <a:cs typeface="Calibri"/>
                <a:sym typeface="Calibri"/>
              </a:rPr>
              <a:t>Wireshark - </a:t>
            </a:r>
            <a:r>
              <a:rPr lang="en-US" sz="1200" noProof="0" dirty="0">
                <a:latin typeface="Calibri"/>
                <a:ea typeface="Calibri"/>
                <a:cs typeface="Calibri"/>
                <a:sym typeface="Calibri"/>
                <a:hlinkClick r:id="rId8"/>
              </a:rPr>
              <a:t>udp-notif dissector</a:t>
            </a:r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DC4F4D-B33D-1118-BAC0-63500FDC96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5412" y="1073516"/>
            <a:ext cx="2427455" cy="22621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639EC6-CFEC-5C52-B9C7-BC997E33CB5C}"/>
              </a:ext>
            </a:extLst>
          </p:cNvPr>
          <p:cNvSpPr txBox="1"/>
          <p:nvPr/>
        </p:nvSpPr>
        <p:spPr>
          <a:xfrm>
            <a:off x="4525982" y="3410978"/>
            <a:ext cx="40288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noProof="0" dirty="0">
                <a:hlinkClick r:id="rId10"/>
              </a:rPr>
              <a:t>https://www.network-analytics.org/yp/how-to-deploy.html</a:t>
            </a:r>
            <a:endParaRPr lang="en-US" sz="1200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48DDB2-AD4A-DEAE-D5A3-D3BC5389479D}"/>
              </a:ext>
            </a:extLst>
          </p:cNvPr>
          <p:cNvSpPr/>
          <p:nvPr/>
        </p:nvSpPr>
        <p:spPr>
          <a:xfrm>
            <a:off x="8587819" y="0"/>
            <a:ext cx="556181" cy="51435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1CC267-4141-8946-2B25-FD5BC687F09A}"/>
              </a:ext>
            </a:extLst>
          </p:cNvPr>
          <p:cNvSpPr txBox="1"/>
          <p:nvPr/>
        </p:nvSpPr>
        <p:spPr>
          <a:xfrm rot="5400000">
            <a:off x="6563429" y="213005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u="none" strike="noStrike" cap="none" noProof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en-US" sz="2800" noProof="0" dirty="0">
              <a:solidFill>
                <a:schemeClr val="bg1"/>
              </a:solidFill>
            </a:endParaRPr>
          </a:p>
        </p:txBody>
      </p:sp>
      <p:sp>
        <p:nvSpPr>
          <p:cNvPr id="6" name="Google Shape;1523;p45">
            <a:extLst>
              <a:ext uri="{FF2B5EF4-FFF2-40B4-BE49-F238E27FC236}">
                <a16:creationId xmlns:a16="http://schemas.microsoft.com/office/drawing/2014/main" id="{8BF5BFF0-D54E-9B49-7B24-4B838033AC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57398" y="4768594"/>
            <a:ext cx="184061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noProof="0" smtClean="0"/>
              <a:t>2</a:t>
            </a:fld>
            <a:endParaRPr lang="en-US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4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Calibri"/>
              <a:buNone/>
            </a:pPr>
            <a:r>
              <a:rPr lang="en" sz="3400" dirty="0"/>
              <a:t>Hackathon – Repositories</a:t>
            </a:r>
            <a:endParaRPr sz="3400" dirty="0"/>
          </a:p>
        </p:txBody>
      </p:sp>
      <p:sp>
        <p:nvSpPr>
          <p:cNvPr id="1522" name="Google Shape;1522;p45"/>
          <p:cNvSpPr txBox="1">
            <a:spLocks noGrp="1"/>
          </p:cNvSpPr>
          <p:nvPr>
            <p:ph type="body" idx="1"/>
          </p:nvPr>
        </p:nvSpPr>
        <p:spPr>
          <a:xfrm>
            <a:off x="552872" y="1273208"/>
            <a:ext cx="3503973" cy="164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16329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lang="de-CH" sz="1400" b="1" dirty="0">
                <a:latin typeface="Calibri"/>
                <a:ea typeface="Calibri"/>
                <a:cs typeface="Calibri"/>
                <a:sym typeface="Calibri"/>
              </a:rPr>
              <a:t>Test </a:t>
            </a:r>
            <a:r>
              <a:rPr lang="de-CH" sz="1400" b="1" dirty="0" err="1">
                <a:latin typeface="Calibri"/>
                <a:ea typeface="Calibri"/>
                <a:cs typeface="Calibri"/>
                <a:sym typeface="Calibri"/>
              </a:rPr>
              <a:t>Results</a:t>
            </a:r>
            <a:r>
              <a:rPr lang="de-CH" sz="1400" b="1" dirty="0">
                <a:latin typeface="Calibri"/>
                <a:ea typeface="Calibri"/>
                <a:cs typeface="Calibri"/>
                <a:sym typeface="Calibri"/>
              </a:rPr>
              <a:t> on End </a:t>
            </a:r>
            <a:r>
              <a:rPr lang="de-CH" sz="1400" b="1" dirty="0" err="1">
                <a:latin typeface="Calibri"/>
                <a:ea typeface="Calibri"/>
                <a:cs typeface="Calibri"/>
                <a:sym typeface="Calibri"/>
              </a:rPr>
              <a:t>to</a:t>
            </a:r>
            <a:r>
              <a:rPr lang="de-CH" sz="1400" b="1" dirty="0">
                <a:latin typeface="Calibri"/>
                <a:ea typeface="Calibri"/>
                <a:cs typeface="Calibri"/>
                <a:sym typeface="Calibri"/>
              </a:rPr>
              <a:t> End Tests</a:t>
            </a:r>
            <a:br>
              <a:rPr lang="de-CH" sz="1400" b="1" dirty="0">
                <a:latin typeface="Calibri"/>
                <a:ea typeface="Calibri"/>
                <a:cs typeface="Calibri"/>
                <a:sym typeface="Calibri"/>
              </a:rPr>
            </a:br>
            <a:endParaRPr lang="de-CH" sz="1200" u="sng" dirty="0">
              <a:solidFill>
                <a:schemeClr val="hlink"/>
              </a:solidFill>
            </a:endParaRPr>
          </a:p>
          <a:p>
            <a:pPr marL="326571" indent="-326571">
              <a:lnSpc>
                <a:spcPct val="90000"/>
              </a:lnSpc>
              <a:spcBef>
                <a:spcPts val="6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Netconf RPCs and YANG-Push JSON encoded notifications with wire captures from receiver</a:t>
            </a:r>
          </a:p>
          <a:p>
            <a:pPr marL="326571" indent="-326571">
              <a:lnSpc>
                <a:spcPct val="90000"/>
              </a:lnSpc>
              <a:spcBef>
                <a:spcPts val="6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YANG-Push Receiver cache content generation with YANG library context, YANG modules, metadata and notification schema validation logs</a:t>
            </a:r>
          </a:p>
          <a:p>
            <a:pPr marL="326571" indent="-326571">
              <a:lnSpc>
                <a:spcPct val="90000"/>
              </a:lnSpc>
              <a:spcBef>
                <a:spcPts val="6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200" dirty="0">
                <a:solidFill>
                  <a:schemeClr val="tx1"/>
                </a:solidFill>
              </a:rPr>
              <a:t>YANG Message Broker Producer serialization logs</a:t>
            </a:r>
          </a:p>
          <a:p>
            <a:pPr marL="326571" indent="-326571">
              <a:lnSpc>
                <a:spcPct val="90000"/>
              </a:lnSpc>
              <a:spcBef>
                <a:spcPts val="6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200" dirty="0">
                <a:solidFill>
                  <a:schemeClr val="tx1"/>
                </a:solidFill>
              </a:rPr>
              <a:t>YANG Schema Registry schema examples</a:t>
            </a:r>
          </a:p>
          <a:p>
            <a:pPr marL="326571" indent="-326571">
              <a:lnSpc>
                <a:spcPct val="90000"/>
              </a:lnSpc>
              <a:spcBef>
                <a:spcPts val="600"/>
              </a:spcBef>
              <a:buClr>
                <a:srgbClr val="FF0000"/>
              </a:buClr>
              <a:buSzPts val="1200"/>
              <a:buFont typeface="Noto Sans Symbols"/>
              <a:buChar char="⮚"/>
            </a:pPr>
            <a:r>
              <a:rPr lang="en" sz="1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YANG Message Broker Consumer, serialization logs, </a:t>
            </a:r>
            <a:r>
              <a:rPr lang="en" sz="1200" dirty="0">
                <a:solidFill>
                  <a:schemeClr val="tx1"/>
                </a:solidFill>
              </a:rPr>
              <a:t>YANG library context, YANG modules and message </a:t>
            </a:r>
            <a:r>
              <a:rPr lang="en" sz="1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schema validation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2B6FE5-731F-89A4-5001-7B70CD7E5E73}"/>
              </a:ext>
            </a:extLst>
          </p:cNvPr>
          <p:cNvSpPr/>
          <p:nvPr/>
        </p:nvSpPr>
        <p:spPr>
          <a:xfrm>
            <a:off x="8587819" y="0"/>
            <a:ext cx="556181" cy="51435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46720E-AF9B-BE1A-05C7-8B9B190C01D7}"/>
              </a:ext>
            </a:extLst>
          </p:cNvPr>
          <p:cNvSpPr txBox="1"/>
          <p:nvPr/>
        </p:nvSpPr>
        <p:spPr>
          <a:xfrm rot="5400000">
            <a:off x="6563429" y="213005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2800" dirty="0">
              <a:solidFill>
                <a:schemeClr val="bg1"/>
              </a:solidFill>
            </a:endParaRPr>
          </a:p>
        </p:txBody>
      </p:sp>
      <p:sp>
        <p:nvSpPr>
          <p:cNvPr id="8" name="Google Shape;1523;p45">
            <a:extLst>
              <a:ext uri="{FF2B5EF4-FFF2-40B4-BE49-F238E27FC236}">
                <a16:creationId xmlns:a16="http://schemas.microsoft.com/office/drawing/2014/main" id="{2D983028-030F-7FAC-361F-2F3CEBD4DF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57398" y="4768594"/>
            <a:ext cx="184061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3</a:t>
            </a:fld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CAB23C-A1EC-F134-18D7-F05315C91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274" y="1308408"/>
            <a:ext cx="4132437" cy="32062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FDEF4D-758D-BDC4-17FB-86FA77F8BD87}"/>
              </a:ext>
            </a:extLst>
          </p:cNvPr>
          <p:cNvSpPr txBox="1"/>
          <p:nvPr/>
        </p:nvSpPr>
        <p:spPr>
          <a:xfrm>
            <a:off x="552872" y="4620280"/>
            <a:ext cx="77848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CH" sz="1200" dirty="0">
                <a:solidFill>
                  <a:srgbClr val="00B0F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https://github.com/network-analytics/ietf-network-analytics-document-status/tree/main/125/Hackathon/</a:t>
            </a:r>
            <a:endParaRPr lang="de-CH" sz="12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2B6FE5-731F-89A4-5001-7B70CD7E5E73}"/>
              </a:ext>
            </a:extLst>
          </p:cNvPr>
          <p:cNvSpPr/>
          <p:nvPr/>
        </p:nvSpPr>
        <p:spPr>
          <a:xfrm>
            <a:off x="8587819" y="0"/>
            <a:ext cx="556181" cy="51435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46720E-AF9B-BE1A-05C7-8B9B190C01D7}"/>
              </a:ext>
            </a:extLst>
          </p:cNvPr>
          <p:cNvSpPr txBox="1"/>
          <p:nvPr/>
        </p:nvSpPr>
        <p:spPr>
          <a:xfrm rot="5400000">
            <a:off x="6563429" y="213005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2800" dirty="0">
              <a:solidFill>
                <a:schemeClr val="bg1"/>
              </a:solidFill>
            </a:endParaRPr>
          </a:p>
        </p:txBody>
      </p:sp>
      <p:sp>
        <p:nvSpPr>
          <p:cNvPr id="9" name="Google Shape;1529;p46">
            <a:extLst>
              <a:ext uri="{FF2B5EF4-FFF2-40B4-BE49-F238E27FC236}">
                <a16:creationId xmlns:a16="http://schemas.microsoft.com/office/drawing/2014/main" id="{A24BD4EE-319E-99D8-8524-268A6B1E71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8651" y="1401437"/>
            <a:ext cx="3943350" cy="2967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000" dirty="0"/>
              <a:t>Subscription to YANG Notifications</a:t>
            </a:r>
            <a:br>
              <a:rPr lang="en" sz="1000" dirty="0"/>
            </a:br>
            <a:r>
              <a:rPr lang="en" sz="1000" u="sng" dirty="0">
                <a:solidFill>
                  <a:schemeClr val="hlink"/>
                </a:solidFill>
                <a:hlinkClick r:id="rId3"/>
              </a:rPr>
              <a:t>RFC 8639</a:t>
            </a:r>
            <a:endParaRPr sz="1000" dirty="0"/>
          </a:p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000" dirty="0"/>
              <a:t>Subscription to YANG Notifications for Datastore Updates</a:t>
            </a:r>
            <a:br>
              <a:rPr lang="en" sz="1000" dirty="0"/>
            </a:br>
            <a:r>
              <a:rPr lang="en" sz="1000" u="sng" dirty="0">
                <a:solidFill>
                  <a:schemeClr val="hlink"/>
                </a:solidFill>
                <a:hlinkClick r:id="rId4"/>
              </a:rPr>
              <a:t>RFC 8641</a:t>
            </a:r>
            <a:endParaRPr sz="1000" dirty="0"/>
          </a:p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000" dirty="0"/>
              <a:t>UDP-based Transport for Configured Subscriptions</a:t>
            </a:r>
            <a:br>
              <a:rPr lang="en" sz="1000" dirty="0"/>
            </a:br>
            <a:r>
              <a:rPr lang="en" sz="1000" u="sng" dirty="0">
                <a:solidFill>
                  <a:schemeClr val="hlink"/>
                </a:solidFill>
                <a:hlinkClick r:id="rId5"/>
              </a:rPr>
              <a:t>draft-ietf-netconf-udp-notif</a:t>
            </a:r>
            <a:endParaRPr sz="1000" dirty="0"/>
          </a:p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000" dirty="0"/>
              <a:t>Subscription to Distributed Notifications</a:t>
            </a:r>
            <a:br>
              <a:rPr lang="en" sz="1000" dirty="0"/>
            </a:br>
            <a:r>
              <a:rPr lang="en" sz="1000" u="sng" dirty="0">
                <a:solidFill>
                  <a:schemeClr val="hlink"/>
                </a:solidFill>
                <a:hlinkClick r:id="rId6"/>
              </a:rPr>
              <a:t>draft-ietf-netconf-distributed-notif</a:t>
            </a:r>
            <a:endParaRPr sz="1000" dirty="0"/>
          </a:p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000" dirty="0"/>
              <a:t>Extensible YANG Model for YANG-Push Notifications</a:t>
            </a:r>
            <a:br>
              <a:rPr lang="en" sz="1000" dirty="0"/>
            </a:br>
            <a:r>
              <a:rPr lang="de-CH" sz="1000" u="sng" dirty="0">
                <a:solidFill>
                  <a:schemeClr val="hlink"/>
                </a:solidFill>
                <a:hlinkClick r:id="rId7"/>
              </a:rPr>
              <a:t>draft-</a:t>
            </a:r>
            <a:r>
              <a:rPr lang="de-CH" sz="1000" u="sng" dirty="0" err="1">
                <a:solidFill>
                  <a:schemeClr val="hlink"/>
                </a:solidFill>
                <a:hlinkClick r:id="rId7"/>
              </a:rPr>
              <a:t>ietf</a:t>
            </a:r>
            <a:r>
              <a:rPr lang="de-CH" sz="1000" u="sng" dirty="0">
                <a:solidFill>
                  <a:schemeClr val="hlink"/>
                </a:solidFill>
                <a:hlinkClick r:id="rId7"/>
              </a:rPr>
              <a:t>-netconf-</a:t>
            </a:r>
            <a:r>
              <a:rPr lang="de-CH" sz="1000" u="sng" dirty="0" err="1">
                <a:solidFill>
                  <a:schemeClr val="hlink"/>
                </a:solidFill>
                <a:hlinkClick r:id="rId7"/>
              </a:rPr>
              <a:t>notif</a:t>
            </a:r>
            <a:r>
              <a:rPr lang="de-CH" sz="1000" u="sng" dirty="0">
                <a:solidFill>
                  <a:schemeClr val="hlink"/>
                </a:solidFill>
                <a:hlinkClick r:id="rId7"/>
              </a:rPr>
              <a:t>-</a:t>
            </a:r>
            <a:r>
              <a:rPr lang="de-CH" sz="1000" u="sng" dirty="0" err="1">
                <a:solidFill>
                  <a:schemeClr val="hlink"/>
                </a:solidFill>
                <a:hlinkClick r:id="rId7"/>
              </a:rPr>
              <a:t>envelope</a:t>
            </a:r>
            <a:endParaRPr lang="de-CH" sz="1000" u="sng" dirty="0">
              <a:solidFill>
                <a:schemeClr val="hlink"/>
              </a:solidFill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000" dirty="0"/>
              <a:t>Support of Versioning in YANG Notifications Subscription</a:t>
            </a:r>
            <a:br>
              <a:rPr lang="en" sz="1000" dirty="0"/>
            </a:br>
            <a:r>
              <a:rPr lang="en" sz="1000" u="sng" dirty="0">
                <a:solidFill>
                  <a:schemeClr val="hlink"/>
                </a:solidFill>
                <a:hlinkClick r:id="rId8"/>
              </a:rPr>
              <a:t>draft-ietf-netconf-yang-notifications-versioning</a:t>
            </a:r>
            <a:endParaRPr lang="de-CH" sz="1000" dirty="0"/>
          </a:p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000" dirty="0"/>
              <a:t>YANG Modules Describing Capabilities for Systems and </a:t>
            </a:r>
            <a:br>
              <a:rPr lang="en-US" sz="1000" dirty="0"/>
            </a:br>
            <a:r>
              <a:rPr lang="en-US" sz="1000" dirty="0"/>
              <a:t>Datastore Update Notifications</a:t>
            </a:r>
            <a:br>
              <a:rPr lang="en-US" sz="1000" dirty="0"/>
            </a:br>
            <a:r>
              <a:rPr lang="en-US" sz="1000" dirty="0">
                <a:hlinkClick r:id="rId9"/>
              </a:rPr>
              <a:t>RFC 9196</a:t>
            </a:r>
            <a:endParaRPr lang="en-US" sz="1000" dirty="0"/>
          </a:p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000" dirty="0"/>
              <a:t>YANG Notification Transport Capabilities</a:t>
            </a:r>
            <a:br>
              <a:rPr lang="en-US" sz="1000" dirty="0"/>
            </a:br>
            <a:r>
              <a:rPr lang="en-US" sz="1000" dirty="0">
                <a:hlinkClick r:id="rId10"/>
              </a:rPr>
              <a:t>draft-</a:t>
            </a:r>
            <a:r>
              <a:rPr lang="en-US" sz="1000" dirty="0" err="1">
                <a:hlinkClick r:id="rId10"/>
              </a:rPr>
              <a:t>ietf</a:t>
            </a:r>
            <a:r>
              <a:rPr lang="en-US" sz="1000" dirty="0">
                <a:hlinkClick r:id="rId10"/>
              </a:rPr>
              <a:t>-netconf-</a:t>
            </a:r>
            <a:r>
              <a:rPr lang="en-US" sz="1000" dirty="0" err="1">
                <a:hlinkClick r:id="rId10"/>
              </a:rPr>
              <a:t>yp</a:t>
            </a:r>
            <a:r>
              <a:rPr lang="en-US" sz="1000" dirty="0">
                <a:hlinkClick r:id="rId10"/>
              </a:rPr>
              <a:t>-transport-capabilities</a:t>
            </a:r>
            <a:endParaRPr lang="en-US" sz="1000" dirty="0"/>
          </a:p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000" dirty="0"/>
              <a:t>YANG Library</a:t>
            </a:r>
            <a:br>
              <a:rPr lang="en" sz="1000" dirty="0"/>
            </a:br>
            <a:r>
              <a:rPr lang="en" sz="1000" u="sng" dirty="0">
                <a:solidFill>
                  <a:schemeClr val="hlink"/>
                </a:solidFill>
                <a:hlinkClick r:id="rId11"/>
              </a:rPr>
              <a:t>RFC 8525</a:t>
            </a:r>
            <a:endParaRPr sz="1000" dirty="0"/>
          </a:p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000" dirty="0"/>
              <a:t>Augmented-by Addition into the IETF-YANG-Library</a:t>
            </a:r>
            <a:br>
              <a:rPr lang="en" sz="1000" dirty="0"/>
            </a:br>
            <a:r>
              <a:rPr lang="en" sz="1000" u="sng" dirty="0">
                <a:solidFill>
                  <a:schemeClr val="hlink"/>
                </a:solidFill>
                <a:hlinkClick r:id="rId12"/>
              </a:rPr>
              <a:t>draft-ietf-netconf-yang-library-augmentation</a:t>
            </a:r>
            <a:endParaRPr lang="en" sz="1000" u="sng" dirty="0">
              <a:solidFill>
                <a:schemeClr val="hlink"/>
              </a:solidFill>
            </a:endParaRPr>
          </a:p>
          <a:p>
            <a:pPr marL="171450" indent="-171450">
              <a:spcBef>
                <a:spcPts val="0"/>
              </a:spcBef>
              <a:buSzPts val="1200"/>
            </a:pPr>
            <a:r>
              <a:rPr lang="en-US" sz="1000" dirty="0">
                <a:highlight>
                  <a:srgbClr val="FFFF00"/>
                </a:highlight>
              </a:rPr>
              <a:t>Validating </a:t>
            </a:r>
            <a:r>
              <a:rPr lang="en-US" sz="1000" dirty="0" err="1">
                <a:highlight>
                  <a:srgbClr val="FFFF00"/>
                </a:highlight>
              </a:rPr>
              <a:t>anydata</a:t>
            </a:r>
            <a:r>
              <a:rPr lang="en-US" sz="1000" dirty="0">
                <a:highlight>
                  <a:srgbClr val="FFFF00"/>
                </a:highlight>
              </a:rPr>
              <a:t> in YANG Library context</a:t>
            </a:r>
            <a:br>
              <a:rPr lang="en-US" sz="1000" dirty="0">
                <a:highlight>
                  <a:srgbClr val="FFFF00"/>
                </a:highlight>
              </a:rPr>
            </a:br>
            <a:r>
              <a:rPr lang="en-US" sz="1000" dirty="0">
                <a:highlight>
                  <a:srgbClr val="FFFF00"/>
                </a:highlight>
                <a:hlinkClick r:id="rId13"/>
              </a:rPr>
              <a:t>draft-</a:t>
            </a:r>
            <a:r>
              <a:rPr lang="en-US" sz="1000" dirty="0" err="1">
                <a:highlight>
                  <a:srgbClr val="FFFF00"/>
                </a:highlight>
                <a:hlinkClick r:id="rId13"/>
              </a:rPr>
              <a:t>ietf</a:t>
            </a:r>
            <a:r>
              <a:rPr lang="en-US" sz="1000" dirty="0">
                <a:highlight>
                  <a:srgbClr val="FFFF00"/>
                </a:highlight>
                <a:hlinkClick r:id="rId13"/>
              </a:rPr>
              <a:t>-</a:t>
            </a:r>
            <a:r>
              <a:rPr lang="en-US" sz="1000" dirty="0" err="1">
                <a:highlight>
                  <a:srgbClr val="FFFF00"/>
                </a:highlight>
                <a:hlinkClick r:id="rId13"/>
              </a:rPr>
              <a:t>netmod</a:t>
            </a:r>
            <a:r>
              <a:rPr lang="en-US" sz="1000" dirty="0">
                <a:highlight>
                  <a:srgbClr val="FFFF00"/>
                </a:highlight>
                <a:hlinkClick r:id="rId13"/>
              </a:rPr>
              <a:t>-yang-</a:t>
            </a:r>
            <a:r>
              <a:rPr lang="en-US" sz="1000" dirty="0" err="1">
                <a:highlight>
                  <a:srgbClr val="FFFF00"/>
                </a:highlight>
                <a:hlinkClick r:id="rId13"/>
              </a:rPr>
              <a:t>anydata</a:t>
            </a:r>
            <a:r>
              <a:rPr lang="en-US" sz="1000" dirty="0">
                <a:highlight>
                  <a:srgbClr val="FFFF00"/>
                </a:highlight>
                <a:hlinkClick r:id="rId13"/>
              </a:rPr>
              <a:t>-validation</a:t>
            </a:r>
            <a:endParaRPr lang="en-US" sz="1000" dirty="0">
              <a:highlight>
                <a:srgbClr val="FFFF00"/>
              </a:highlight>
            </a:endParaRPr>
          </a:p>
          <a:p>
            <a:pPr marL="171450" indent="-171450">
              <a:spcBef>
                <a:spcPts val="0"/>
              </a:spcBef>
              <a:buSzPts val="1200"/>
            </a:pPr>
            <a:r>
              <a:rPr lang="en-US" sz="1000" dirty="0"/>
              <a:t>Encoding of Data Modeled with YANG in the CBOR</a:t>
            </a:r>
            <a:br>
              <a:rPr lang="en" sz="1000" dirty="0"/>
            </a:br>
            <a:r>
              <a:rPr lang="en" sz="1000" u="sng" dirty="0">
                <a:solidFill>
                  <a:schemeClr val="hlink"/>
                </a:solidFill>
              </a:rPr>
              <a:t>RFC </a:t>
            </a:r>
            <a:r>
              <a:rPr lang="en" sz="1000" u="sng" dirty="0">
                <a:solidFill>
                  <a:schemeClr val="hlink"/>
                </a:solidFill>
                <a:hlinkClick r:id="rId14"/>
              </a:rPr>
              <a:t>9254</a:t>
            </a:r>
            <a:endParaRPr lang="en" sz="1000" u="sng" dirty="0">
              <a:solidFill>
                <a:schemeClr val="hlink"/>
              </a:solidFill>
            </a:endParaRPr>
          </a:p>
        </p:txBody>
      </p:sp>
      <p:sp>
        <p:nvSpPr>
          <p:cNvPr id="10" name="Google Shape;1531;p46">
            <a:extLst>
              <a:ext uri="{FF2B5EF4-FFF2-40B4-BE49-F238E27FC236}">
                <a16:creationId xmlns:a16="http://schemas.microsoft.com/office/drawing/2014/main" id="{64A11574-7DDA-89DF-5BD5-1D5AFE7CCC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273843"/>
            <a:ext cx="4593733" cy="1127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l">
              <a:lnSpc>
                <a:spcPct val="90000"/>
              </a:lnSpc>
              <a:buClr>
                <a:schemeClr val="dk1"/>
              </a:buClr>
              <a:buSzPts val="2100"/>
            </a:pPr>
            <a:r>
              <a:rPr lang="en" sz="2200" b="1" dirty="0"/>
              <a:t>An Architecture for YANG-Push </a:t>
            </a:r>
            <a:br>
              <a:rPr lang="en" sz="2200" b="1" dirty="0"/>
            </a:br>
            <a:r>
              <a:rPr lang="en" sz="2200" b="1" dirty="0"/>
              <a:t>to Message Broker Integration </a:t>
            </a:r>
            <a:br>
              <a:rPr lang="en" sz="2700" dirty="0"/>
            </a:br>
            <a:r>
              <a:rPr lang="de-CH" sz="1300" dirty="0">
                <a:solidFill>
                  <a:srgbClr val="AEABAB"/>
                </a:solidFill>
                <a:highlight>
                  <a:srgbClr val="FFFF00"/>
                </a:highlight>
              </a:rPr>
              <a:t>draft-</a:t>
            </a:r>
            <a:r>
              <a:rPr lang="de-CH" sz="1300" dirty="0" err="1">
                <a:solidFill>
                  <a:srgbClr val="AEABAB"/>
                </a:solidFill>
                <a:highlight>
                  <a:srgbClr val="FFFF00"/>
                </a:highlight>
              </a:rPr>
              <a:t>ietf</a:t>
            </a:r>
            <a:r>
              <a:rPr lang="de-CH" sz="1300" dirty="0">
                <a:solidFill>
                  <a:srgbClr val="AEABAB"/>
                </a:solidFill>
                <a:highlight>
                  <a:srgbClr val="FFFF00"/>
                </a:highlight>
              </a:rPr>
              <a:t>-</a:t>
            </a:r>
            <a:r>
              <a:rPr lang="de-CH" sz="1300" dirty="0" err="1">
                <a:solidFill>
                  <a:srgbClr val="AEABAB"/>
                </a:solidFill>
                <a:highlight>
                  <a:srgbClr val="FFFF00"/>
                </a:highlight>
              </a:rPr>
              <a:t>nmop</a:t>
            </a:r>
            <a:r>
              <a:rPr lang="de-CH" sz="1300" dirty="0">
                <a:solidFill>
                  <a:srgbClr val="AEABAB"/>
                </a:solidFill>
                <a:highlight>
                  <a:srgbClr val="FFFF00"/>
                </a:highlight>
              </a:rPr>
              <a:t>-</a:t>
            </a:r>
            <a:r>
              <a:rPr lang="de-CH" sz="1300" dirty="0" err="1">
                <a:solidFill>
                  <a:srgbClr val="AEABAB"/>
                </a:solidFill>
                <a:highlight>
                  <a:srgbClr val="FFFF00"/>
                </a:highlight>
              </a:rPr>
              <a:t>yang</a:t>
            </a:r>
            <a:r>
              <a:rPr lang="de-CH" sz="1300" dirty="0">
                <a:solidFill>
                  <a:srgbClr val="AEABAB"/>
                </a:solidFill>
                <a:highlight>
                  <a:srgbClr val="FFFF00"/>
                </a:highlight>
              </a:rPr>
              <a:t>-message-broker-integration</a:t>
            </a:r>
            <a:br>
              <a:rPr lang="de-CH" sz="1300" dirty="0">
                <a:solidFill>
                  <a:srgbClr val="AEABAB"/>
                </a:solidFill>
              </a:rPr>
            </a:br>
            <a:r>
              <a:rPr lang="de-CH" sz="1300" dirty="0">
                <a:solidFill>
                  <a:srgbClr val="AEABAB"/>
                </a:solidFill>
                <a:highlight>
                  <a:srgbClr val="FFFF00"/>
                </a:highlight>
              </a:rPr>
              <a:t>draft-</a:t>
            </a:r>
            <a:r>
              <a:rPr lang="de-CH" sz="1300" dirty="0" err="1">
                <a:solidFill>
                  <a:srgbClr val="AEABAB"/>
                </a:solidFill>
                <a:highlight>
                  <a:srgbClr val="FFFF00"/>
                </a:highlight>
              </a:rPr>
              <a:t>ietf</a:t>
            </a:r>
            <a:r>
              <a:rPr lang="de-CH" sz="1300" dirty="0">
                <a:solidFill>
                  <a:srgbClr val="AEABAB"/>
                </a:solidFill>
                <a:highlight>
                  <a:srgbClr val="FFFF00"/>
                </a:highlight>
              </a:rPr>
              <a:t>-</a:t>
            </a:r>
            <a:r>
              <a:rPr lang="de-CH" sz="1300" dirty="0" err="1">
                <a:solidFill>
                  <a:srgbClr val="AEABAB"/>
                </a:solidFill>
                <a:highlight>
                  <a:srgbClr val="FFFF00"/>
                </a:highlight>
              </a:rPr>
              <a:t>nmop</a:t>
            </a:r>
            <a:r>
              <a:rPr lang="de-CH" sz="1300" dirty="0">
                <a:solidFill>
                  <a:srgbClr val="AEABAB"/>
                </a:solidFill>
                <a:highlight>
                  <a:srgbClr val="FFFF00"/>
                </a:highlight>
              </a:rPr>
              <a:t>-message-broker-</a:t>
            </a:r>
            <a:r>
              <a:rPr lang="de-CH" sz="1300" dirty="0" err="1">
                <a:solidFill>
                  <a:srgbClr val="AEABAB"/>
                </a:solidFill>
                <a:highlight>
                  <a:srgbClr val="FFFF00"/>
                </a:highlight>
              </a:rPr>
              <a:t>telemetry</a:t>
            </a:r>
            <a:r>
              <a:rPr lang="de-CH" sz="1300" dirty="0">
                <a:solidFill>
                  <a:srgbClr val="AEABAB"/>
                </a:solidFill>
                <a:highlight>
                  <a:srgbClr val="FFFF00"/>
                </a:highlight>
              </a:rPr>
              <a:t>-message</a:t>
            </a:r>
            <a:br>
              <a:rPr lang="de-CH" sz="1300" dirty="0">
                <a:solidFill>
                  <a:srgbClr val="AEABAB"/>
                </a:solidFill>
              </a:rPr>
            </a:br>
            <a:r>
              <a:rPr lang="de-CH" sz="1300" dirty="0">
                <a:solidFill>
                  <a:srgbClr val="AEABAB"/>
                </a:solidFill>
              </a:rPr>
              <a:t>draft-</a:t>
            </a:r>
            <a:r>
              <a:rPr lang="de-CH" sz="1300" dirty="0" err="1">
                <a:solidFill>
                  <a:srgbClr val="AEABAB"/>
                </a:solidFill>
              </a:rPr>
              <a:t>ietf</a:t>
            </a:r>
            <a:r>
              <a:rPr lang="de-CH" sz="1300" dirty="0">
                <a:solidFill>
                  <a:srgbClr val="AEABAB"/>
                </a:solidFill>
              </a:rPr>
              <a:t>-</a:t>
            </a:r>
            <a:r>
              <a:rPr lang="de-CH" sz="1300" dirty="0" err="1">
                <a:solidFill>
                  <a:srgbClr val="AEABAB"/>
                </a:solidFill>
              </a:rPr>
              <a:t>nmop</a:t>
            </a:r>
            <a:r>
              <a:rPr lang="de-CH" sz="1300" dirty="0">
                <a:solidFill>
                  <a:srgbClr val="AEABAB"/>
                </a:solidFill>
              </a:rPr>
              <a:t>-</a:t>
            </a:r>
            <a:r>
              <a:rPr lang="de-CH" sz="1300" dirty="0" err="1">
                <a:solidFill>
                  <a:srgbClr val="AEABAB"/>
                </a:solidFill>
              </a:rPr>
              <a:t>yang</a:t>
            </a:r>
            <a:r>
              <a:rPr lang="de-CH" sz="1300" dirty="0">
                <a:solidFill>
                  <a:srgbClr val="AEABAB"/>
                </a:solidFill>
              </a:rPr>
              <a:t>-message-broker-message-</a:t>
            </a:r>
            <a:r>
              <a:rPr lang="de-CH" sz="1300" dirty="0" err="1">
                <a:solidFill>
                  <a:srgbClr val="AEABAB"/>
                </a:solidFill>
              </a:rPr>
              <a:t>key</a:t>
            </a:r>
            <a:br>
              <a:rPr lang="de-CH" sz="1300" dirty="0">
                <a:solidFill>
                  <a:srgbClr val="AEABAB"/>
                </a:solidFill>
              </a:rPr>
            </a:br>
            <a:r>
              <a:rPr lang="de-CH" sz="1300" dirty="0">
                <a:solidFill>
                  <a:srgbClr val="AEABAB"/>
                </a:solidFill>
              </a:rPr>
              <a:t>draft-</a:t>
            </a:r>
            <a:r>
              <a:rPr lang="de-CH" sz="1300" dirty="0" err="1">
                <a:solidFill>
                  <a:srgbClr val="AEABAB"/>
                </a:solidFill>
              </a:rPr>
              <a:t>netana</a:t>
            </a:r>
            <a:r>
              <a:rPr lang="de-CH" sz="1300" dirty="0">
                <a:solidFill>
                  <a:srgbClr val="AEABAB"/>
                </a:solidFill>
              </a:rPr>
              <a:t>-</a:t>
            </a:r>
            <a:r>
              <a:rPr lang="de-CH" sz="1300" dirty="0" err="1">
                <a:solidFill>
                  <a:srgbClr val="AEABAB"/>
                </a:solidFill>
              </a:rPr>
              <a:t>nmop</a:t>
            </a:r>
            <a:r>
              <a:rPr lang="de-CH" sz="1300" dirty="0">
                <a:solidFill>
                  <a:srgbClr val="AEABAB"/>
                </a:solidFill>
              </a:rPr>
              <a:t>-message-broker-</a:t>
            </a:r>
            <a:r>
              <a:rPr lang="de-CH" sz="1300" dirty="0" err="1">
                <a:solidFill>
                  <a:srgbClr val="AEABAB"/>
                </a:solidFill>
              </a:rPr>
              <a:t>bmp</a:t>
            </a:r>
            <a:r>
              <a:rPr lang="de-CH" sz="1300" dirty="0">
                <a:solidFill>
                  <a:srgbClr val="AEABAB"/>
                </a:solidFill>
              </a:rPr>
              <a:t>-</a:t>
            </a:r>
            <a:r>
              <a:rPr lang="de-CH" sz="1300" dirty="0" err="1">
                <a:solidFill>
                  <a:srgbClr val="AEABAB"/>
                </a:solidFill>
              </a:rPr>
              <a:t>telemetry</a:t>
            </a:r>
            <a:r>
              <a:rPr lang="de-CH" sz="1300" dirty="0">
                <a:solidFill>
                  <a:srgbClr val="AEABAB"/>
                </a:solidFill>
              </a:rPr>
              <a:t>-message</a:t>
            </a:r>
            <a:br>
              <a:rPr lang="de-CH" sz="1300" dirty="0">
                <a:solidFill>
                  <a:srgbClr val="AEABAB"/>
                </a:solidFill>
              </a:rPr>
            </a:br>
            <a:endParaRPr sz="1300" dirty="0"/>
          </a:p>
        </p:txBody>
      </p:sp>
      <p:sp>
        <p:nvSpPr>
          <p:cNvPr id="11" name="Google Shape;1532;p46">
            <a:extLst>
              <a:ext uri="{FF2B5EF4-FFF2-40B4-BE49-F238E27FC236}">
                <a16:creationId xmlns:a16="http://schemas.microsoft.com/office/drawing/2014/main" id="{575B41E3-AAFA-DCEA-6665-0E3C0B3CA4D6}"/>
              </a:ext>
            </a:extLst>
          </p:cNvPr>
          <p:cNvSpPr txBox="1"/>
          <p:nvPr/>
        </p:nvSpPr>
        <p:spPr>
          <a:xfrm>
            <a:off x="4466962" y="162200"/>
            <a:ext cx="4087895" cy="4819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+------------------------------------------------------------+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|                       Data Storage                        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+------------------------------------------------------------+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    ^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    | (12) </a:t>
            </a:r>
            <a:r>
              <a:rPr lang="de-CH" sz="700" dirty="0" err="1">
                <a:latin typeface="Courier New"/>
                <a:ea typeface="Courier New"/>
                <a:cs typeface="Courier New"/>
                <a:sym typeface="Courier New"/>
              </a:rPr>
              <a:t>Ingest</a:t>
            </a: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Data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    | </a:t>
            </a:r>
            <a:r>
              <a:rPr lang="de-CH" sz="700" dirty="0" err="1">
                <a:latin typeface="Courier New"/>
                <a:ea typeface="Courier New"/>
                <a:cs typeface="Courier New"/>
                <a:sym typeface="Courier New"/>
              </a:rPr>
              <a:t>According</a:t>
            </a: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-CH" sz="700" dirty="0" err="1"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Schema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+------------------------------------------------------------+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|                       Data Consumer                       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+------------------------------------------------------------+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      |  ^                                   ^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(10) </a:t>
            </a:r>
            <a:r>
              <a:rPr lang="de-CH" sz="700" dirty="0" err="1"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|  |                                   | (9) </a:t>
            </a:r>
            <a:r>
              <a:rPr lang="de-CH" sz="700" dirty="0" err="1">
                <a:latin typeface="Courier New"/>
                <a:ea typeface="Courier New"/>
                <a:cs typeface="Courier New"/>
                <a:sym typeface="Courier New"/>
              </a:rPr>
              <a:t>Validate</a:t>
            </a:r>
            <a:endParaRPr lang="de-CH" sz="700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Schema |  |                                   | </a:t>
            </a:r>
            <a:r>
              <a:rPr lang="de-CH" sz="700" dirty="0" err="1">
                <a:latin typeface="Courier New"/>
                <a:ea typeface="Courier New"/>
                <a:cs typeface="Courier New"/>
                <a:sym typeface="Courier New"/>
              </a:rPr>
              <a:t>Serialized</a:t>
            </a: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Message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     | Schema on Consumer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+--------------------+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|      Message      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|      Broker       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+--------------------+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     ^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      |  |                                   | (8) </a:t>
            </a:r>
            <a:r>
              <a:rPr lang="de-CH" sz="700" dirty="0" err="1">
                <a:latin typeface="Courier New"/>
                <a:ea typeface="Courier New"/>
                <a:cs typeface="Courier New"/>
                <a:sym typeface="Courier New"/>
              </a:rPr>
              <a:t>Serialize</a:t>
            </a:r>
            <a:endParaRPr lang="de-CH" sz="700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      |  | (11) </a:t>
            </a:r>
            <a:r>
              <a:rPr lang="de-CH" sz="700" dirty="0" err="1">
                <a:latin typeface="Courier New"/>
                <a:ea typeface="Courier New"/>
                <a:cs typeface="Courier New"/>
                <a:sym typeface="Courier New"/>
              </a:rPr>
              <a:t>Issue</a:t>
            </a: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                  | YANG-Push Message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      |  |      Schema                       | </a:t>
            </a:r>
            <a:r>
              <a:rPr lang="de-CH" sz="700" dirty="0" err="1">
                <a:latin typeface="Courier New"/>
                <a:ea typeface="Courier New"/>
                <a:cs typeface="Courier New"/>
                <a:sym typeface="Courier New"/>
              </a:rPr>
              <a:t>annotated</a:t>
            </a: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Schema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      v  |                  (6) Post         | ID on Producer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+--------------------+          Schema  +--------------------+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|       YANG         | &lt;--------------- |  Data Collection  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|  Schema Registry   | ---------------&gt; | YANG-Push Receiver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+--------------------+  (7) </a:t>
            </a:r>
            <a:r>
              <a:rPr lang="de-CH" sz="700" dirty="0" err="1">
                <a:latin typeface="Courier New"/>
                <a:ea typeface="Courier New"/>
                <a:cs typeface="Courier New"/>
                <a:sym typeface="Courier New"/>
              </a:rPr>
              <a:t>Issue</a:t>
            </a: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 +--------------------+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      |                     Schema ID        |  ^ (3) </a:t>
            </a:r>
            <a:r>
              <a:rPr lang="de-CH" sz="700" dirty="0" err="1">
                <a:latin typeface="Courier New"/>
                <a:ea typeface="Courier New"/>
                <a:cs typeface="Courier New"/>
                <a:sym typeface="Courier New"/>
              </a:rPr>
              <a:t>Receive</a:t>
            </a:r>
            <a:endParaRPr lang="de-CH" sz="700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      |                                      |  | YANG-Push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      v                         (4) Discover |  | </a:t>
            </a:r>
            <a:r>
              <a:rPr lang="de-CH" sz="700" dirty="0" err="1">
                <a:latin typeface="Courier New"/>
                <a:ea typeface="Courier New"/>
                <a:cs typeface="Courier New"/>
                <a:sym typeface="Courier New"/>
              </a:rPr>
              <a:t>Subscription</a:t>
            </a:r>
            <a:endParaRPr lang="de-CH" sz="700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+--------------------+                Schema |  | Start Message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|      Stream        |          </a:t>
            </a:r>
            <a:r>
              <a:rPr lang="de-CH" sz="700" dirty="0" err="1">
                <a:latin typeface="Courier New"/>
                <a:ea typeface="Courier New"/>
                <a:cs typeface="Courier New"/>
                <a:sym typeface="Courier New"/>
              </a:rPr>
              <a:t>Dependencies</a:t>
            </a: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|  |   ^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|      Catalog       |            and </a:t>
            </a:r>
            <a:r>
              <a:rPr lang="de-CH" sz="700" dirty="0" err="1">
                <a:latin typeface="Courier New"/>
                <a:ea typeface="Courier New"/>
                <a:cs typeface="Courier New"/>
                <a:sym typeface="Courier New"/>
              </a:rPr>
              <a:t>Obtain</a:t>
            </a: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|  |   | (5) Publish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+--------------------+               Schemas |  |   | YANG-Push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|  |   | Message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|  |   | </a:t>
            </a:r>
            <a:r>
              <a:rPr lang="de-CH" sz="700" dirty="0" err="1"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endParaRPr lang="de-CH" sz="700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                       (1) Discover          |  |   | Subscriber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                           </a:t>
            </a:r>
            <a:r>
              <a:rPr lang="de-CH" sz="700" dirty="0" err="1">
                <a:latin typeface="Courier New"/>
                <a:ea typeface="Courier New"/>
                <a:cs typeface="Courier New"/>
                <a:sym typeface="Courier New"/>
              </a:rPr>
              <a:t>Notification</a:t>
            </a: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v  |   | ID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+--------------------+     </a:t>
            </a:r>
            <a:r>
              <a:rPr lang="de-CH" sz="700" dirty="0" err="1">
                <a:latin typeface="Courier New"/>
                <a:ea typeface="Courier New"/>
                <a:cs typeface="Courier New"/>
                <a:sym typeface="Courier New"/>
              </a:rPr>
              <a:t>Capabilities</a:t>
            </a: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+--------------------+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|  Manage YANG-Push  | ---------------&gt; |   Network Node     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|    </a:t>
            </a:r>
            <a:r>
              <a:rPr lang="de-CH" sz="700" dirty="0" err="1">
                <a:latin typeface="Courier New"/>
                <a:ea typeface="Courier New"/>
                <a:cs typeface="Courier New"/>
                <a:sym typeface="Courier New"/>
              </a:rPr>
              <a:t>Subscription</a:t>
            </a: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| ---------------&gt; | YANG-Push Publisher|</a:t>
            </a:r>
          </a:p>
          <a:p>
            <a:pPr lvl="0">
              <a:lnSpc>
                <a:spcPct val="107000"/>
              </a:lnSpc>
              <a:buSzPts val="700"/>
            </a:pP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  +--------------------+ (2) </a:t>
            </a:r>
            <a:r>
              <a:rPr lang="de-CH" sz="700" dirty="0" err="1">
                <a:latin typeface="Courier New"/>
                <a:ea typeface="Courier New"/>
                <a:cs typeface="Courier New"/>
                <a:sym typeface="Courier New"/>
              </a:rPr>
              <a:t>Subscribe</a:t>
            </a:r>
            <a:r>
              <a:rPr lang="de-CH" sz="700" dirty="0">
                <a:latin typeface="Courier New"/>
                <a:ea typeface="Courier New"/>
                <a:cs typeface="Courier New"/>
                <a:sym typeface="Courier New"/>
              </a:rPr>
              <a:t>    +--------------------+</a:t>
            </a:r>
            <a:endParaRPr sz="700" b="0" i="0" u="none" strike="noStrike" cap="none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" name="Google Shape;1523;p45">
            <a:extLst>
              <a:ext uri="{FF2B5EF4-FFF2-40B4-BE49-F238E27FC236}">
                <a16:creationId xmlns:a16="http://schemas.microsoft.com/office/drawing/2014/main" id="{FBABCE45-8F6B-3984-B0EF-B4C86A7D51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57398" y="4768594"/>
            <a:ext cx="184061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6314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>
          <a:extLst>
            <a:ext uri="{FF2B5EF4-FFF2-40B4-BE49-F238E27FC236}">
              <a16:creationId xmlns:a16="http://schemas.microsoft.com/office/drawing/2014/main" id="{7A1754DF-BFD9-6CEE-E187-3DBD4CC7B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755E8-EC21-6A3B-4AEA-55AE3AF2094E}"/>
              </a:ext>
            </a:extLst>
          </p:cNvPr>
          <p:cNvSpPr/>
          <p:nvPr/>
        </p:nvSpPr>
        <p:spPr>
          <a:xfrm>
            <a:off x="8587819" y="0"/>
            <a:ext cx="556181" cy="51435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44C505-90AC-FBB6-6CD8-D72DCB65D929}"/>
              </a:ext>
            </a:extLst>
          </p:cNvPr>
          <p:cNvSpPr txBox="1"/>
          <p:nvPr/>
        </p:nvSpPr>
        <p:spPr>
          <a:xfrm rot="5400000">
            <a:off x="6563429" y="213005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2800" dirty="0">
              <a:solidFill>
                <a:schemeClr val="bg1"/>
              </a:solidFill>
            </a:endParaRPr>
          </a:p>
        </p:txBody>
      </p:sp>
      <p:sp>
        <p:nvSpPr>
          <p:cNvPr id="5" name="Google Shape;1523;p45">
            <a:extLst>
              <a:ext uri="{FF2B5EF4-FFF2-40B4-BE49-F238E27FC236}">
                <a16:creationId xmlns:a16="http://schemas.microsoft.com/office/drawing/2014/main" id="{E3507CCC-E28A-A9EF-7C54-FE287DD592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57398" y="4768594"/>
            <a:ext cx="184061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5</a:t>
            </a:fld>
            <a:endParaRPr dirty="0"/>
          </a:p>
        </p:txBody>
      </p:sp>
      <p:sp>
        <p:nvSpPr>
          <p:cNvPr id="16" name="Google Shape;1616;p55">
            <a:extLst>
              <a:ext uri="{FF2B5EF4-FFF2-40B4-BE49-F238E27FC236}">
                <a16:creationId xmlns:a16="http://schemas.microsoft.com/office/drawing/2014/main" id="{AFFFE766-17F6-D669-4B6B-5FC7ED4069D7}"/>
              </a:ext>
            </a:extLst>
          </p:cNvPr>
          <p:cNvSpPr txBox="1">
            <a:spLocks/>
          </p:cNvSpPr>
          <p:nvPr/>
        </p:nvSpPr>
        <p:spPr>
          <a:xfrm>
            <a:off x="518160" y="0"/>
            <a:ext cx="4922520" cy="862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Clr>
                <a:srgbClr val="000000"/>
              </a:buClr>
              <a:buSzPts val="2400"/>
              <a:defRPr/>
            </a:pPr>
            <a:r>
              <a:rPr kumimoji="0" lang="de-CH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YANG-Push</a:t>
            </a:r>
            <a:br>
              <a:rPr kumimoji="0" lang="de-CH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kumimoji="0" lang="de-CH" sz="2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IETF </a:t>
            </a:r>
            <a:r>
              <a:rPr lang="de-CH" sz="2000" dirty="0">
                <a:solidFill>
                  <a:srgbClr val="AEABAB"/>
                </a:solidFill>
              </a:rPr>
              <a:t>125 Publisher Implementation </a:t>
            </a:r>
            <a:r>
              <a:rPr lang="de-CH" sz="2000" kern="0" dirty="0">
                <a:solidFill>
                  <a:srgbClr val="AEABAB"/>
                </a:solidFill>
              </a:rPr>
              <a:t>Status</a:t>
            </a:r>
          </a:p>
        </p:txBody>
      </p:sp>
      <p:graphicFrame>
        <p:nvGraphicFramePr>
          <p:cNvPr id="17" name="Google Shape;1617;p55">
            <a:extLst>
              <a:ext uri="{FF2B5EF4-FFF2-40B4-BE49-F238E27FC236}">
                <a16:creationId xmlns:a16="http://schemas.microsoft.com/office/drawing/2014/main" id="{5ECCBFC6-73D0-E6BC-CB73-B40DF9A7AE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0004883"/>
              </p:ext>
            </p:extLst>
          </p:nvPr>
        </p:nvGraphicFramePr>
        <p:xfrm>
          <a:off x="611568" y="1027523"/>
          <a:ext cx="6496580" cy="345082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046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63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6347">
                  <a:extLst>
                    <a:ext uri="{9D8B030D-6E8A-4147-A177-3AD203B41FA5}">
                      <a16:colId xmlns:a16="http://schemas.microsoft.com/office/drawing/2014/main" val="3717512912"/>
                    </a:ext>
                  </a:extLst>
                </a:gridCol>
                <a:gridCol w="5492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5003">
                  <a:extLst>
                    <a:ext uri="{9D8B030D-6E8A-4147-A177-3AD203B41FA5}">
                      <a16:colId xmlns:a16="http://schemas.microsoft.com/office/drawing/2014/main" val="273656328"/>
                    </a:ext>
                  </a:extLst>
                </a:gridCol>
                <a:gridCol w="544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33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6WIND</a:t>
                      </a:r>
                      <a:br>
                        <a:rPr lang="en" sz="12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2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VSR</a:t>
                      </a:r>
                      <a:endParaRPr sz="12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Huawei</a:t>
                      </a:r>
                      <a:br>
                        <a:rPr lang="en" sz="12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2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</a:t>
                      </a:r>
                      <a:endParaRPr sz="12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2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Huawei</a:t>
                      </a:r>
                      <a:br>
                        <a:rPr lang="de-CH" sz="12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-CH" sz="12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</a:t>
                      </a:r>
                      <a:endParaRPr sz="12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Cisco</a:t>
                      </a:r>
                      <a:br>
                        <a:rPr lang="en" sz="12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2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IOS XR</a:t>
                      </a:r>
                      <a:endParaRPr sz="12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200" b="1" i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Arrcus</a:t>
                      </a:r>
                      <a:br>
                        <a:rPr lang="de-CH" sz="12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-CH" sz="12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Arcos</a:t>
                      </a:r>
                      <a:endParaRPr sz="12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Open-Source</a:t>
                      </a:r>
                      <a:endParaRPr sz="1200"/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RFC 8639 YANG-Push Subscription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RFC 8641 YANG-Push Notification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2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draft-ietf-netconf-udp-notif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</a:t>
                      </a:r>
                      <a:r>
                        <a:rPr lang="de-CH" sz="12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</a:t>
                      </a: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-netconf-</a:t>
                      </a:r>
                      <a:r>
                        <a:rPr lang="de-CH" sz="12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distributed</a:t>
                      </a: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2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notif</a:t>
                      </a:r>
                      <a:endParaRPr lang="de-CH" sz="12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2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</a:t>
                      </a:r>
                      <a:r>
                        <a:rPr lang="de-CH" sz="12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</a:t>
                      </a: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-netconf-</a:t>
                      </a:r>
                      <a:r>
                        <a:rPr lang="de-CH" sz="12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notif</a:t>
                      </a: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2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envelope</a:t>
                      </a:r>
                      <a:endParaRPr lang="de-CH" sz="12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2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</a:t>
                      </a:r>
                      <a:r>
                        <a:rPr lang="de-CH" sz="12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</a:t>
                      </a: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-netconf-</a:t>
                      </a:r>
                      <a:r>
                        <a:rPr lang="de-CH" sz="12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</a:t>
                      </a: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2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notifications-versioning</a:t>
                      </a:r>
                      <a:endParaRPr lang="de-CH" sz="12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2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2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RFC 8525 YANG Library</a:t>
                      </a:r>
                      <a:endParaRPr sz="1200" dirty="0"/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draft-ietf-netconf-yang-library-augmentation</a:t>
                      </a:r>
                      <a:endParaRPr sz="1200"/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RFC 9196 System and Notification Capabilities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2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r>
                        <a:rPr lang="de-CH" sz="12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lang="de-CH" sz="12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r>
                        <a:rPr lang="en" sz="12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draft-netana-netconf-yp-transport-capabilities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2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kern="1200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RFC 9254 CBOR Named Identifiers</a:t>
                      </a:r>
                      <a:endParaRPr lang="en-US" sz="1200" u="none" strike="noStrike" kern="1200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796846"/>
                  </a:ext>
                </a:extLst>
              </a:tr>
            </a:tbl>
          </a:graphicData>
        </a:graphic>
      </p:graphicFrame>
      <p:sp>
        <p:nvSpPr>
          <p:cNvPr id="18" name="Google Shape;1618;p55">
            <a:extLst>
              <a:ext uri="{FF2B5EF4-FFF2-40B4-BE49-F238E27FC236}">
                <a16:creationId xmlns:a16="http://schemas.microsoft.com/office/drawing/2014/main" id="{A350FCEA-6E80-6AEA-E88A-9B2A5E449AD1}"/>
              </a:ext>
            </a:extLst>
          </p:cNvPr>
          <p:cNvSpPr txBox="1"/>
          <p:nvPr/>
        </p:nvSpPr>
        <p:spPr>
          <a:xfrm>
            <a:off x="611568" y="4616361"/>
            <a:ext cx="6764867" cy="3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defTabSz="1219170">
              <a:buClr>
                <a:srgbClr val="92D050"/>
              </a:buClr>
              <a:buSzPts val="1200"/>
              <a:defRPr/>
            </a:pPr>
            <a:r>
              <a:rPr lang="en" sz="1200" kern="0" dirty="0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Green marked describes new capability at IETF 125. </a:t>
            </a:r>
            <a:r>
              <a:rPr lang="en" sz="12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"P" to partially implemented.</a:t>
            </a:r>
            <a:endParaRPr sz="12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19" name="Picture 2" descr="Flag of China - Wikipedia">
            <a:extLst>
              <a:ext uri="{FF2B5EF4-FFF2-40B4-BE49-F238E27FC236}">
                <a16:creationId xmlns:a16="http://schemas.microsoft.com/office/drawing/2014/main" id="{5A9D6B90-0053-C962-54DC-C5C0EDD4D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9411" y="102615"/>
            <a:ext cx="1293871" cy="862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3C8B320-ACCB-6CC0-EC45-3317ED62B11B}"/>
              </a:ext>
            </a:extLst>
          </p:cNvPr>
          <p:cNvSpPr txBox="1"/>
          <p:nvPr/>
        </p:nvSpPr>
        <p:spPr>
          <a:xfrm>
            <a:off x="7108148" y="3462682"/>
            <a:ext cx="16044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de-CH" sz="1200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4"/>
              </a:rPr>
              <a:t>NetGauze</a:t>
            </a:r>
            <a:endParaRPr lang="de-CH" sz="1200" kern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de-CH" sz="1200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5"/>
              </a:rPr>
              <a:t>Pmacct</a:t>
            </a:r>
            <a:endParaRPr lang="de-CH" sz="1200" kern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de-CH" sz="1200" kern="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6"/>
              </a:rPr>
              <a:t>udp</a:t>
            </a:r>
            <a:r>
              <a:rPr lang="de-CH" sz="1200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6"/>
              </a:rPr>
              <a:t>-</a:t>
            </a:r>
            <a:r>
              <a:rPr lang="de-CH" sz="1200" kern="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6"/>
              </a:rPr>
              <a:t>notif</a:t>
            </a:r>
            <a:r>
              <a:rPr lang="de-CH" sz="1200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6"/>
              </a:rPr>
              <a:t>-c-</a:t>
            </a:r>
            <a:r>
              <a:rPr lang="de-CH" sz="1200" kern="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6"/>
              </a:rPr>
              <a:t>collector</a:t>
            </a:r>
            <a:endParaRPr lang="de-CH" sz="1200" kern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de-CH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yang-library-augmentedby</a:t>
            </a:r>
            <a:r>
              <a:rPr lang="de-CH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 </a:t>
            </a:r>
            <a:endParaRPr lang="de-CH" sz="12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4283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>
          <a:extLst>
            <a:ext uri="{FF2B5EF4-FFF2-40B4-BE49-F238E27FC236}">
              <a16:creationId xmlns:a16="http://schemas.microsoft.com/office/drawing/2014/main" id="{529A6BF7-D5ED-B109-4A34-CA3A36374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14971D-785A-BB4F-8B14-17C1A5D4CE45}"/>
              </a:ext>
            </a:extLst>
          </p:cNvPr>
          <p:cNvSpPr/>
          <p:nvPr/>
        </p:nvSpPr>
        <p:spPr>
          <a:xfrm>
            <a:off x="8587819" y="0"/>
            <a:ext cx="556181" cy="51435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45CE53-3265-1DD9-3C79-EEBD0A194FC1}"/>
              </a:ext>
            </a:extLst>
          </p:cNvPr>
          <p:cNvSpPr txBox="1"/>
          <p:nvPr/>
        </p:nvSpPr>
        <p:spPr>
          <a:xfrm rot="5400000">
            <a:off x="6563429" y="213005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2800" dirty="0">
              <a:solidFill>
                <a:schemeClr val="bg1"/>
              </a:solidFill>
            </a:endParaRPr>
          </a:p>
        </p:txBody>
      </p:sp>
      <p:sp>
        <p:nvSpPr>
          <p:cNvPr id="5" name="Google Shape;1523;p45">
            <a:extLst>
              <a:ext uri="{FF2B5EF4-FFF2-40B4-BE49-F238E27FC236}">
                <a16:creationId xmlns:a16="http://schemas.microsoft.com/office/drawing/2014/main" id="{3B879DA6-564A-7051-69F5-49C48C8B45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57398" y="4768594"/>
            <a:ext cx="184061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6</a:t>
            </a:fld>
            <a:endParaRPr dirty="0"/>
          </a:p>
        </p:txBody>
      </p:sp>
      <p:sp>
        <p:nvSpPr>
          <p:cNvPr id="16" name="Google Shape;1616;p55">
            <a:extLst>
              <a:ext uri="{FF2B5EF4-FFF2-40B4-BE49-F238E27FC236}">
                <a16:creationId xmlns:a16="http://schemas.microsoft.com/office/drawing/2014/main" id="{AAB3B5A3-BA47-369D-3D2B-5283DC573BC2}"/>
              </a:ext>
            </a:extLst>
          </p:cNvPr>
          <p:cNvSpPr txBox="1">
            <a:spLocks/>
          </p:cNvSpPr>
          <p:nvPr/>
        </p:nvSpPr>
        <p:spPr>
          <a:xfrm>
            <a:off x="518160" y="0"/>
            <a:ext cx="4922520" cy="862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Clr>
                <a:srgbClr val="000000"/>
              </a:buClr>
              <a:buSzPts val="2400"/>
              <a:defRPr/>
            </a:pPr>
            <a:r>
              <a:rPr lang="de-CH" sz="2000" b="1" dirty="0">
                <a:solidFill>
                  <a:srgbClr val="000000"/>
                </a:solidFill>
              </a:rPr>
              <a:t>Operational IETF/IEEE YANG</a:t>
            </a:r>
            <a:br>
              <a:rPr kumimoji="0" lang="de-CH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lang="de-CH" sz="2000" dirty="0">
                <a:solidFill>
                  <a:srgbClr val="AEABAB"/>
                </a:solidFill>
              </a:rPr>
              <a:t>IETF 125 Module Implementation Status</a:t>
            </a:r>
            <a:endParaRPr lang="de-CH" sz="2000" kern="0" dirty="0">
              <a:solidFill>
                <a:srgbClr val="AEABAB"/>
              </a:solidFill>
            </a:endParaRPr>
          </a:p>
        </p:txBody>
      </p:sp>
      <p:sp>
        <p:nvSpPr>
          <p:cNvPr id="18" name="Google Shape;1618;p55">
            <a:extLst>
              <a:ext uri="{FF2B5EF4-FFF2-40B4-BE49-F238E27FC236}">
                <a16:creationId xmlns:a16="http://schemas.microsoft.com/office/drawing/2014/main" id="{9B870C59-13A4-06EE-06E8-D7BBE5C3B479}"/>
              </a:ext>
            </a:extLst>
          </p:cNvPr>
          <p:cNvSpPr txBox="1"/>
          <p:nvPr/>
        </p:nvSpPr>
        <p:spPr>
          <a:xfrm>
            <a:off x="611568" y="4616361"/>
            <a:ext cx="6764867" cy="3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defTabSz="1219170">
              <a:buClr>
                <a:srgbClr val="92D050"/>
              </a:buClr>
              <a:buSzPts val="1200"/>
              <a:defRPr/>
            </a:pPr>
            <a:r>
              <a:rPr lang="en" sz="1200" kern="0" dirty="0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Green marked describes new capability at IETF 125. </a:t>
            </a:r>
            <a:r>
              <a:rPr lang="en" sz="12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"P" to partially implemented.</a:t>
            </a:r>
            <a:endParaRPr sz="12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19" name="Picture 2" descr="Flag of China - Wikipedia">
            <a:extLst>
              <a:ext uri="{FF2B5EF4-FFF2-40B4-BE49-F238E27FC236}">
                <a16:creationId xmlns:a16="http://schemas.microsoft.com/office/drawing/2014/main" id="{D3895974-3045-C97E-ABDB-DB5597C97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9411" y="102615"/>
            <a:ext cx="1293871" cy="862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Google Shape;1617;p55">
            <a:extLst>
              <a:ext uri="{FF2B5EF4-FFF2-40B4-BE49-F238E27FC236}">
                <a16:creationId xmlns:a16="http://schemas.microsoft.com/office/drawing/2014/main" id="{A107FAE6-D7B4-1153-52E9-1B1F1A1D3A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2045806"/>
              </p:ext>
            </p:extLst>
          </p:nvPr>
        </p:nvGraphicFramePr>
        <p:xfrm>
          <a:off x="614037" y="1181531"/>
          <a:ext cx="6499654" cy="31158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99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71751291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73656328"/>
                    </a:ext>
                  </a:extLst>
                </a:gridCol>
              </a:tblGrid>
              <a:tr h="647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6WIND</a:t>
                      </a:r>
                      <a:br>
                        <a:rPr lang="en" sz="12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2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VSR</a:t>
                      </a:r>
                      <a:endParaRPr sz="12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Huawei</a:t>
                      </a:r>
                      <a:br>
                        <a:rPr lang="en" sz="12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2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</a:t>
                      </a:r>
                      <a:endParaRPr sz="12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2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Huawei</a:t>
                      </a:r>
                      <a:br>
                        <a:rPr lang="de-CH" sz="12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-CH" sz="12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</a:t>
                      </a:r>
                      <a:endParaRPr sz="12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Cisco</a:t>
                      </a:r>
                      <a:br>
                        <a:rPr lang="en" sz="12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2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IOS XR</a:t>
                      </a:r>
                      <a:endParaRPr sz="12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200" b="1" i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Arrcus</a:t>
                      </a:r>
                      <a:br>
                        <a:rPr lang="de-CH" sz="12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-CH" sz="12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Arcos</a:t>
                      </a:r>
                      <a:endParaRPr sz="12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ietf-interfaces.yang</a:t>
                      </a:r>
                      <a:r>
                        <a:rPr lang="en-US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(inventory, state and statistic)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ietf-hardware.yang</a:t>
                      </a:r>
                      <a:r>
                        <a:rPr lang="en-US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(inventory, state and statistic)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(✔)</a:t>
                      </a: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2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ietf-alarms.yang</a:t>
                      </a: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de-CH" sz="12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ieee802-dot1ab-lldp.yang (inventory and state)</a:t>
                      </a: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2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(✔)</a:t>
                      </a: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ieee802-dot1ax.yang (inventory, state and statistic)</a:t>
                      </a:r>
                      <a:endParaRPr lang="de-CH" sz="12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2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ietf-bfd-ip-sh.yang</a:t>
                      </a: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de-CH" sz="12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de-CH" sz="12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ietf-bfd-ip-mh.yang</a:t>
                      </a: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de-CH" sz="12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2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ietf-bfd-lag.yang</a:t>
                      </a: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de-CH" sz="12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200" dirty="0"/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2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ietf-isis.yang</a:t>
                      </a: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de-CH" sz="12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200" b="0" i="0" u="none" strike="noStrike" cap="none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de-CH" sz="12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  <a:tabLst/>
                        <a:defRPr/>
                      </a:pPr>
                      <a:endParaRPr lang="de-CH" sz="12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2681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0">
          <a:extLst>
            <a:ext uri="{FF2B5EF4-FFF2-40B4-BE49-F238E27FC236}">
              <a16:creationId xmlns:a16="http://schemas.microsoft.com/office/drawing/2014/main" id="{13786091-A017-6FC9-0F48-AAC285267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C01454-EB1E-A0B2-7D91-DF1EF096CBF5}"/>
              </a:ext>
            </a:extLst>
          </p:cNvPr>
          <p:cNvSpPr/>
          <p:nvPr/>
        </p:nvSpPr>
        <p:spPr>
          <a:xfrm>
            <a:off x="8587819" y="0"/>
            <a:ext cx="556181" cy="51435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087497-A9EA-7211-01D3-2DDA431A6915}"/>
              </a:ext>
            </a:extLst>
          </p:cNvPr>
          <p:cNvSpPr txBox="1"/>
          <p:nvPr/>
        </p:nvSpPr>
        <p:spPr>
          <a:xfrm rot="5400000">
            <a:off x="6563429" y="213005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de-CH" sz="2800" dirty="0">
              <a:solidFill>
                <a:schemeClr val="bg1"/>
              </a:solidFill>
            </a:endParaRPr>
          </a:p>
        </p:txBody>
      </p:sp>
      <p:sp>
        <p:nvSpPr>
          <p:cNvPr id="5" name="Google Shape;1523;p45">
            <a:extLst>
              <a:ext uri="{FF2B5EF4-FFF2-40B4-BE49-F238E27FC236}">
                <a16:creationId xmlns:a16="http://schemas.microsoft.com/office/drawing/2014/main" id="{035FA214-16B0-2899-B357-0D4BDF2D09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57398" y="4768594"/>
            <a:ext cx="184061" cy="269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7</a:t>
            </a:fld>
            <a:endParaRPr dirty="0"/>
          </a:p>
        </p:txBody>
      </p:sp>
      <p:sp>
        <p:nvSpPr>
          <p:cNvPr id="16" name="Google Shape;1616;p55">
            <a:extLst>
              <a:ext uri="{FF2B5EF4-FFF2-40B4-BE49-F238E27FC236}">
                <a16:creationId xmlns:a16="http://schemas.microsoft.com/office/drawing/2014/main" id="{501A433C-2098-C817-EE16-847A004F8D61}"/>
              </a:ext>
            </a:extLst>
          </p:cNvPr>
          <p:cNvSpPr txBox="1">
            <a:spLocks/>
          </p:cNvSpPr>
          <p:nvPr/>
        </p:nvSpPr>
        <p:spPr>
          <a:xfrm>
            <a:off x="518160" y="0"/>
            <a:ext cx="4922520" cy="862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Clr>
                <a:srgbClr val="000000"/>
              </a:buClr>
              <a:buSzPts val="2400"/>
              <a:defRPr/>
            </a:pPr>
            <a:r>
              <a:rPr lang="de-CH" sz="2000" b="1" dirty="0">
                <a:solidFill>
                  <a:srgbClr val="000000"/>
                </a:solidFill>
              </a:rPr>
              <a:t>YANG Message Broker</a:t>
            </a:r>
            <a:br>
              <a:rPr kumimoji="0" lang="de-CH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r>
              <a:rPr lang="de-CH" sz="2000" dirty="0">
                <a:solidFill>
                  <a:srgbClr val="AEABAB"/>
                </a:solidFill>
              </a:rPr>
              <a:t>IETF 125 Implementation Status</a:t>
            </a:r>
            <a:endParaRPr lang="de-CH" sz="2000" kern="0" dirty="0">
              <a:solidFill>
                <a:srgbClr val="AEABAB"/>
              </a:solidFill>
            </a:endParaRPr>
          </a:p>
        </p:txBody>
      </p:sp>
      <p:sp>
        <p:nvSpPr>
          <p:cNvPr id="18" name="Google Shape;1618;p55">
            <a:extLst>
              <a:ext uri="{FF2B5EF4-FFF2-40B4-BE49-F238E27FC236}">
                <a16:creationId xmlns:a16="http://schemas.microsoft.com/office/drawing/2014/main" id="{5A963854-3EC6-087D-C527-92986F221A3B}"/>
              </a:ext>
            </a:extLst>
          </p:cNvPr>
          <p:cNvSpPr txBox="1"/>
          <p:nvPr/>
        </p:nvSpPr>
        <p:spPr>
          <a:xfrm>
            <a:off x="611568" y="4595492"/>
            <a:ext cx="6764867" cy="3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defTabSz="1219170">
              <a:buClr>
                <a:srgbClr val="92D050"/>
              </a:buClr>
              <a:buSzPts val="1200"/>
              <a:defRPr/>
            </a:pPr>
            <a:r>
              <a:rPr lang="en" sz="1200" kern="0" dirty="0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Green marked describes new capability at IETF 125. </a:t>
            </a:r>
            <a:r>
              <a:rPr lang="en" sz="12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"P" to partially implemented.</a:t>
            </a:r>
            <a:endParaRPr sz="12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19" name="Picture 2" descr="Flag of China - Wikipedia">
            <a:extLst>
              <a:ext uri="{FF2B5EF4-FFF2-40B4-BE49-F238E27FC236}">
                <a16:creationId xmlns:a16="http://schemas.microsoft.com/office/drawing/2014/main" id="{E7699E31-B0AD-E40F-C5F9-5ABC071A8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9411" y="102615"/>
            <a:ext cx="1293871" cy="862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32D31C8-49EE-517B-5994-DB88257DDD8C}"/>
              </a:ext>
            </a:extLst>
          </p:cNvPr>
          <p:cNvSpPr txBox="1"/>
          <p:nvPr/>
        </p:nvSpPr>
        <p:spPr>
          <a:xfrm>
            <a:off x="7159411" y="3569315"/>
            <a:ext cx="16044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de-CH" sz="1200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4"/>
              </a:rPr>
              <a:t>NetGauze</a:t>
            </a:r>
            <a:endParaRPr lang="de-CH" sz="1200" kern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de-CH" sz="1200" kern="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5"/>
              </a:rPr>
              <a:t>Pmacct</a:t>
            </a:r>
            <a:endParaRPr lang="de-CH" sz="1200" kern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graphicFrame>
        <p:nvGraphicFramePr>
          <p:cNvPr id="3" name="Google Shape;1617;p55">
            <a:extLst>
              <a:ext uri="{FF2B5EF4-FFF2-40B4-BE49-F238E27FC236}">
                <a16:creationId xmlns:a16="http://schemas.microsoft.com/office/drawing/2014/main" id="{20D70089-A937-8B76-C6A7-4F44AECC93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085131"/>
              </p:ext>
            </p:extLst>
          </p:nvPr>
        </p:nvGraphicFramePr>
        <p:xfrm>
          <a:off x="611568" y="1150970"/>
          <a:ext cx="6557295" cy="28800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91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7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478">
                  <a:extLst>
                    <a:ext uri="{9D8B030D-6E8A-4147-A177-3AD203B41FA5}">
                      <a16:colId xmlns:a16="http://schemas.microsoft.com/office/drawing/2014/main" val="3717512912"/>
                    </a:ext>
                  </a:extLst>
                </a:gridCol>
                <a:gridCol w="741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5978">
                  <a:extLst>
                    <a:ext uri="{9D8B030D-6E8A-4147-A177-3AD203B41FA5}">
                      <a16:colId xmlns:a16="http://schemas.microsoft.com/office/drawing/2014/main" val="273656328"/>
                    </a:ext>
                  </a:extLst>
                </a:gridCol>
              </a:tblGrid>
              <a:tr h="4111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NetGauze</a:t>
                      </a:r>
                      <a:br>
                        <a:rPr lang="en" sz="12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2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Pmacct</a:t>
                      </a:r>
                      <a:br>
                        <a:rPr lang="en" sz="12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endParaRPr sz="12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2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Apache</a:t>
                      </a:r>
                      <a:br>
                        <a:rPr lang="de-CH" sz="12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-CH" sz="12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Kafka</a:t>
                      </a:r>
                      <a:endParaRPr sz="12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Ciena</a:t>
                      </a:r>
                      <a:br>
                        <a:rPr lang="en" sz="12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" sz="12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Blueplanet</a:t>
                      </a:r>
                      <a:endParaRPr sz="12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2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Cisco</a:t>
                      </a:r>
                      <a:br>
                        <a:rPr lang="de-CH" sz="1200" b="1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de-CH" sz="1200" b="1" i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Crosswork</a:t>
                      </a:r>
                      <a:endParaRPr sz="1200" b="1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</a:t>
                      </a:r>
                      <a:r>
                        <a:rPr lang="de-CH" sz="1200" b="0" i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</a:t>
                      </a:r>
                      <a:r>
                        <a:rPr lang="de-CH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200" b="0" i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nmop</a:t>
                      </a:r>
                      <a:r>
                        <a:rPr lang="de-CH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-message-broker-</a:t>
                      </a:r>
                      <a:r>
                        <a:rPr lang="de-CH" sz="1200" b="0" i="0" u="none" strike="noStrike" cap="none" dirty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telemetry</a:t>
                      </a:r>
                      <a:r>
                        <a:rPr lang="de-CH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-message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257491"/>
                  </a:ext>
                </a:extLst>
              </a:tr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YANG-Push Receiver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 Schema Retrieval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2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" sz="12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" sz="1200" b="0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356685"/>
                  </a:ext>
                </a:extLst>
              </a:tr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 Message Broker Producer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 Schema Registry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2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2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2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2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 Message Broker Consumer</a:t>
                      </a: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2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(✔)</a:t>
                      </a: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2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CH" sz="12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Validate</a:t>
                      </a: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Telemetry Message </a:t>
                      </a:r>
                      <a:r>
                        <a:rPr lang="de-CH" sz="12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against</a:t>
                      </a: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YANG Schema</a:t>
                      </a: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2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2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(✔)</a:t>
                      </a: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2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172739"/>
                  </a:ext>
                </a:extLst>
              </a:tr>
              <a:tr h="27432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draft-</a:t>
                      </a:r>
                      <a:r>
                        <a:rPr lang="de-CH" sz="12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</a:t>
                      </a: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2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netmod</a:t>
                      </a: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2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</a:t>
                      </a: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de-CH" sz="12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anydata</a:t>
                      </a: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-validation</a:t>
                      </a: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strike="noStrike" cap="none" dirty="0">
                          <a:solidFill>
                            <a:srgbClr val="92D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 b="0" i="0" u="none" strike="noStrike" cap="none" dirty="0">
                        <a:solidFill>
                          <a:srgbClr val="92D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CH" sz="120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YANG Schema </a:t>
                      </a:r>
                      <a:r>
                        <a:rPr lang="de-CH" sz="120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Comparison</a:t>
                      </a:r>
                      <a:endParaRPr lang="de-CH" sz="12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2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2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2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 lang="en" sz="1200" b="0" i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2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2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</a:p>
                  </a:txBody>
                  <a:tcPr marL="9533" marR="9533" marT="953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772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5069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68F82-5D2F-BC90-43F9-81651D860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7DDB-21B5-67D8-ADB5-503A3599E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SzPts val="3800"/>
            </a:pPr>
            <a:r>
              <a:rPr lang="en-US" sz="3400" dirty="0"/>
              <a:t>Next Steps from IETF 124 Hackathon…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FC2B84D-0952-8FD4-2C86-DD67CE4D80B5}"/>
              </a:ext>
            </a:extLst>
          </p:cNvPr>
          <p:cNvSpPr txBox="1">
            <a:spLocks/>
          </p:cNvSpPr>
          <p:nvPr/>
        </p:nvSpPr>
        <p:spPr>
          <a:xfrm>
            <a:off x="540000" y="1369219"/>
            <a:ext cx="7321110" cy="2474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700" dirty="0" err="1">
                <a:hlinkClick r:id="rId2"/>
              </a:rPr>
              <a:t>Yanglint</a:t>
            </a:r>
            <a:r>
              <a:rPr lang="en-US" sz="1700" dirty="0"/>
              <a:t>, misses </a:t>
            </a:r>
            <a:r>
              <a:rPr lang="en-US" sz="1700" dirty="0" err="1"/>
              <a:t>anydata</a:t>
            </a:r>
            <a:r>
              <a:rPr lang="en-US" sz="1700" dirty="0"/>
              <a:t> validation support within YANG structures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700" dirty="0" err="1">
                <a:hlinkClick r:id="rId3"/>
              </a:rPr>
              <a:t>Pmacct</a:t>
            </a:r>
            <a:r>
              <a:rPr lang="en-US" sz="1700" dirty="0"/>
              <a:t> corrects collection-timestamp to be typedef date-and-time compliant.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700" dirty="0" err="1">
                <a:hlinkClick r:id="rId3"/>
              </a:rPr>
              <a:t>Pmacct</a:t>
            </a:r>
            <a:r>
              <a:rPr lang="en-US" sz="1700" dirty="0"/>
              <a:t> corrects encoding value to include </a:t>
            </a:r>
            <a:r>
              <a:rPr lang="en-US" sz="1700" dirty="0" err="1"/>
              <a:t>ietf</a:t>
            </a:r>
            <a:r>
              <a:rPr lang="en-US" sz="1700" dirty="0"/>
              <a:t>-subscribed-notifications namespace in JSON encoding.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700" dirty="0" err="1">
                <a:hlinkClick r:id="rId3"/>
              </a:rPr>
              <a:t>Pmacct</a:t>
            </a:r>
            <a:r>
              <a:rPr lang="en-US" sz="1700" dirty="0"/>
              <a:t> corrects network-operator-metadata/labels/</a:t>
            </a:r>
            <a:r>
              <a:rPr lang="en-US" sz="1700" dirty="0" err="1"/>
              <a:t>anydata</a:t>
            </a:r>
            <a:r>
              <a:rPr lang="en-US" sz="1700" dirty="0"/>
              <a:t>-values </a:t>
            </a:r>
            <a:r>
              <a:rPr lang="en-US" sz="1700" dirty="0" err="1"/>
              <a:t>anydata</a:t>
            </a:r>
            <a:r>
              <a:rPr lang="en-US" sz="1700" dirty="0"/>
              <a:t> statement to be valid I-JSON.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hlinkClick r:id="rId4"/>
              </a:rPr>
              <a:t>YANG schema registry </a:t>
            </a:r>
            <a:r>
              <a:rPr lang="en-US" sz="1700" dirty="0"/>
              <a:t>supporting YANG features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700" dirty="0" err="1">
                <a:hlinkClick r:id="rId5"/>
              </a:rPr>
              <a:t>NetGauze</a:t>
            </a:r>
            <a:r>
              <a:rPr lang="en-US" sz="1700" dirty="0"/>
              <a:t> supporting 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700" dirty="0"/>
              <a:t>netconf &lt;get&gt; to obtain YANG library content,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700" dirty="0"/>
              <a:t>YANG validation for YANG-Push notifications,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700" dirty="0"/>
              <a:t>YANG schema registration.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E706BA-8C31-6027-6A59-19A61A4E92F4}"/>
              </a:ext>
            </a:extLst>
          </p:cNvPr>
          <p:cNvSpPr/>
          <p:nvPr/>
        </p:nvSpPr>
        <p:spPr>
          <a:xfrm>
            <a:off x="8587819" y="0"/>
            <a:ext cx="556181" cy="51435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1C530-AF29-FCB1-1AC4-4CF6DC96BEA2}"/>
              </a:ext>
            </a:extLst>
          </p:cNvPr>
          <p:cNvSpPr txBox="1"/>
          <p:nvPr/>
        </p:nvSpPr>
        <p:spPr>
          <a:xfrm rot="5400000">
            <a:off x="6563429" y="213005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Google Shape;1523;p45">
            <a:extLst>
              <a:ext uri="{FF2B5EF4-FFF2-40B4-BE49-F238E27FC236}">
                <a16:creationId xmlns:a16="http://schemas.microsoft.com/office/drawing/2014/main" id="{4278CCB4-5174-944F-86E2-7562992D42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86800" y="4764735"/>
            <a:ext cx="254659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mtClean="0"/>
              <a:t>8</a:t>
            </a:fld>
            <a:endParaRPr lang="en-US" dirty="0"/>
          </a:p>
        </p:txBody>
      </p:sp>
      <p:pic>
        <p:nvPicPr>
          <p:cNvPr id="3" name="Picture 2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14E3782D-487C-5895-C400-7CFF02FE9C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9779" y="1351533"/>
            <a:ext cx="411152" cy="411152"/>
          </a:xfrm>
          <a:prstGeom prst="rect">
            <a:avLst/>
          </a:prstGeom>
        </p:spPr>
      </p:pic>
      <p:pic>
        <p:nvPicPr>
          <p:cNvPr id="5" name="Picture 4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27627A04-5ACB-2493-F722-488169BA1A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1176" y="1730271"/>
            <a:ext cx="411152" cy="411152"/>
          </a:xfrm>
          <a:prstGeom prst="rect">
            <a:avLst/>
          </a:prstGeom>
        </p:spPr>
      </p:pic>
      <p:pic>
        <p:nvPicPr>
          <p:cNvPr id="8" name="Picture 7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B9EAFCCD-78F9-ED7E-C5F6-4CDC0A9111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1110" y="2107991"/>
            <a:ext cx="411152" cy="411152"/>
          </a:xfrm>
          <a:prstGeom prst="rect">
            <a:avLst/>
          </a:prstGeom>
        </p:spPr>
      </p:pic>
      <p:pic>
        <p:nvPicPr>
          <p:cNvPr id="10" name="Picture 9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244EEFF8-28EB-AABD-B98B-022445B5DE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1110" y="2511469"/>
            <a:ext cx="411152" cy="411152"/>
          </a:xfrm>
          <a:prstGeom prst="rect">
            <a:avLst/>
          </a:prstGeom>
        </p:spPr>
      </p:pic>
      <p:pic>
        <p:nvPicPr>
          <p:cNvPr id="11" name="Picture 10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28E9142F-731D-24E6-01FD-F7E525BD84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1110" y="2971797"/>
            <a:ext cx="411152" cy="411152"/>
          </a:xfrm>
          <a:prstGeom prst="rect">
            <a:avLst/>
          </a:prstGeom>
        </p:spPr>
      </p:pic>
      <p:pic>
        <p:nvPicPr>
          <p:cNvPr id="12" name="Picture 11" descr="A green check mark in a circle&#10;&#10;AI-generated content may be incorrect.">
            <a:extLst>
              <a:ext uri="{FF2B5EF4-FFF2-40B4-BE49-F238E27FC236}">
                <a16:creationId xmlns:a16="http://schemas.microsoft.com/office/drawing/2014/main" id="{78661CE5-AB28-C054-5975-391B82CC0D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1110" y="3326099"/>
            <a:ext cx="411152" cy="41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313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D01D8-A137-56E2-7F33-BDDF3DF71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69892-8D71-893A-C801-A1A881544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SzPts val="3800"/>
            </a:pPr>
            <a:r>
              <a:rPr lang="en-US" sz="3400" dirty="0"/>
              <a:t>Next Steps for IETF 126 and 127 Hackathon…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3414349-C8F0-A8B2-1397-DF24059FF38F}"/>
              </a:ext>
            </a:extLst>
          </p:cNvPr>
          <p:cNvSpPr txBox="1">
            <a:spLocks/>
          </p:cNvSpPr>
          <p:nvPr/>
        </p:nvSpPr>
        <p:spPr>
          <a:xfrm>
            <a:off x="540000" y="1369219"/>
            <a:ext cx="7321110" cy="2474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700" dirty="0"/>
              <a:t>Re-do YANG Message Broker Consumer tests on updated testbed with Ciena Blue Planet UAA Workflow Engine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700" dirty="0"/>
              <a:t>Complete IETF YANG module subscription tests with 6Wind VSR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700" dirty="0"/>
              <a:t>Compare YANG feature coverage between </a:t>
            </a:r>
            <a:r>
              <a:rPr lang="en-US" sz="1700" dirty="0">
                <a:hlinkClick r:id="rId2"/>
              </a:rPr>
              <a:t>libyang</a:t>
            </a:r>
            <a:r>
              <a:rPr lang="en-US" sz="1700" dirty="0"/>
              <a:t>, </a:t>
            </a:r>
            <a:r>
              <a:rPr lang="en-US" sz="1700" dirty="0">
                <a:hlinkClick r:id="rId3"/>
              </a:rPr>
              <a:t>yangkit</a:t>
            </a:r>
            <a:r>
              <a:rPr lang="en-US" sz="1700" dirty="0"/>
              <a:t> and </a:t>
            </a:r>
            <a:r>
              <a:rPr lang="en-US" sz="1700" dirty="0">
                <a:hlinkClick r:id="rId4"/>
              </a:rPr>
              <a:t>yangtools</a:t>
            </a:r>
            <a:endParaRPr lang="en-US" sz="1700" dirty="0"/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700" dirty="0"/>
              <a:t>Support </a:t>
            </a:r>
            <a:r>
              <a:rPr lang="de-CH" sz="1800" dirty="0">
                <a:solidFill>
                  <a:schemeClr val="dk1"/>
                </a:solidFill>
                <a:hlinkClick r:id="rId5"/>
              </a:rPr>
              <a:t>draft-</a:t>
            </a:r>
            <a:r>
              <a:rPr lang="de-CH" sz="1800" dirty="0" err="1">
                <a:solidFill>
                  <a:schemeClr val="dk1"/>
                </a:solidFill>
                <a:hlinkClick r:id="rId5"/>
              </a:rPr>
              <a:t>ietf</a:t>
            </a:r>
            <a:r>
              <a:rPr lang="de-CH" sz="1800" dirty="0">
                <a:solidFill>
                  <a:schemeClr val="dk1"/>
                </a:solidFill>
                <a:hlinkClick r:id="rId5"/>
              </a:rPr>
              <a:t>-</a:t>
            </a:r>
            <a:r>
              <a:rPr lang="de-CH" sz="1800" dirty="0" err="1">
                <a:solidFill>
                  <a:schemeClr val="dk1"/>
                </a:solidFill>
                <a:hlinkClick r:id="rId5"/>
              </a:rPr>
              <a:t>netmod</a:t>
            </a:r>
            <a:r>
              <a:rPr lang="de-CH" sz="1800" dirty="0">
                <a:solidFill>
                  <a:schemeClr val="dk1"/>
                </a:solidFill>
                <a:hlinkClick r:id="rId5"/>
              </a:rPr>
              <a:t>-</a:t>
            </a:r>
            <a:r>
              <a:rPr lang="de-CH" sz="1800" dirty="0" err="1">
                <a:solidFill>
                  <a:schemeClr val="dk1"/>
                </a:solidFill>
                <a:hlinkClick r:id="rId5"/>
              </a:rPr>
              <a:t>yang</a:t>
            </a:r>
            <a:r>
              <a:rPr lang="de-CH" sz="1800" dirty="0">
                <a:solidFill>
                  <a:schemeClr val="dk1"/>
                </a:solidFill>
                <a:hlinkClick r:id="rId5"/>
              </a:rPr>
              <a:t>-</a:t>
            </a:r>
            <a:r>
              <a:rPr lang="de-CH" sz="1800" dirty="0" err="1">
                <a:solidFill>
                  <a:schemeClr val="dk1"/>
                </a:solidFill>
                <a:hlinkClick r:id="rId5"/>
              </a:rPr>
              <a:t>anydata</a:t>
            </a:r>
            <a:r>
              <a:rPr lang="de-CH" sz="1800" dirty="0">
                <a:solidFill>
                  <a:schemeClr val="dk1"/>
                </a:solidFill>
                <a:hlinkClick r:id="rId5"/>
              </a:rPr>
              <a:t>-validation</a:t>
            </a:r>
            <a:r>
              <a:rPr lang="de-CH" sz="1800" dirty="0">
                <a:solidFill>
                  <a:schemeClr val="dk1"/>
                </a:solidFill>
              </a:rPr>
              <a:t> in </a:t>
            </a:r>
            <a:r>
              <a:rPr lang="de-CH" sz="1800" dirty="0" err="1">
                <a:solidFill>
                  <a:schemeClr val="dk1"/>
                </a:solidFill>
              </a:rPr>
              <a:t>yangkit</a:t>
            </a:r>
            <a:endParaRPr lang="en-US" sz="1700" dirty="0"/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700" dirty="0"/>
              <a:t>Revert </a:t>
            </a:r>
            <a:r>
              <a:rPr lang="en-US" sz="1700" dirty="0">
                <a:hlinkClick r:id="rId6"/>
              </a:rPr>
              <a:t>import only modules for augmented-by </a:t>
            </a:r>
            <a:r>
              <a:rPr lang="en-US" sz="1700" dirty="0"/>
              <a:t>workaround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hlinkClick r:id="rId7"/>
              </a:rPr>
              <a:t>Preserve cached YANG-Push subscription state across receiver reload</a:t>
            </a:r>
            <a:endParaRPr lang="en-US" sz="1700" dirty="0"/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hlinkClick r:id="rId8"/>
              </a:rPr>
              <a:t>Obtain YANG-Push subscription state from publisher if missing</a:t>
            </a:r>
            <a:endParaRPr lang="en-US" sz="1700" dirty="0"/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700" dirty="0"/>
              <a:t>Support Netconf session queuing for schema retrieval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700" dirty="0"/>
              <a:t>Support </a:t>
            </a:r>
            <a:r>
              <a:rPr lang="en-US" sz="1700" dirty="0">
                <a:hlinkClick r:id="rId9"/>
              </a:rPr>
              <a:t>YANG-Push Message Broker Topic Naming</a:t>
            </a:r>
            <a:r>
              <a:rPr lang="en-US" sz="1700" dirty="0"/>
              <a:t> with </a:t>
            </a:r>
            <a:r>
              <a:rPr lang="en-US" sz="1700" dirty="0">
                <a:hlinkClick r:id="rId10"/>
              </a:rPr>
              <a:t>dynamic Apache Kafka topic creation API</a:t>
            </a:r>
            <a:endParaRPr lang="en-US" sz="17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3CAD4D-8FC5-C49E-F033-C474E654B659}"/>
              </a:ext>
            </a:extLst>
          </p:cNvPr>
          <p:cNvSpPr/>
          <p:nvPr/>
        </p:nvSpPr>
        <p:spPr>
          <a:xfrm>
            <a:off x="8587819" y="0"/>
            <a:ext cx="556181" cy="51435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EDFAF-1252-2FB9-75AD-DB4EA57D699F}"/>
              </a:ext>
            </a:extLst>
          </p:cNvPr>
          <p:cNvSpPr txBox="1"/>
          <p:nvPr/>
        </p:nvSpPr>
        <p:spPr>
          <a:xfrm rot="5400000">
            <a:off x="6563429" y="213005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Google Shape;1523;p45">
            <a:extLst>
              <a:ext uri="{FF2B5EF4-FFF2-40B4-BE49-F238E27FC236}">
                <a16:creationId xmlns:a16="http://schemas.microsoft.com/office/drawing/2014/main" id="{8AE562E4-22AE-A59B-0126-FD13715431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86800" y="4764735"/>
            <a:ext cx="254659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mtClean="0"/>
              <a:t>9</a:t>
            </a:fld>
            <a:endParaRPr lang="en-US" dirty="0"/>
          </a:p>
        </p:txBody>
      </p:sp>
      <p:pic>
        <p:nvPicPr>
          <p:cNvPr id="17" name="Picture 16" descr="A red and white label&#10;&#10;AI-generated content may be incorrect.">
            <a:extLst>
              <a:ext uri="{FF2B5EF4-FFF2-40B4-BE49-F238E27FC236}">
                <a16:creationId xmlns:a16="http://schemas.microsoft.com/office/drawing/2014/main" id="{29BA4C7B-D7E4-6B2C-091B-503723F2D96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53843" y="2303216"/>
            <a:ext cx="268534" cy="268534"/>
          </a:xfrm>
          <a:prstGeom prst="rect">
            <a:avLst/>
          </a:prstGeom>
        </p:spPr>
      </p:pic>
      <p:pic>
        <p:nvPicPr>
          <p:cNvPr id="3" name="Picture 2" descr="A red and white label&#10;&#10;AI-generated content may be incorrect.">
            <a:extLst>
              <a:ext uri="{FF2B5EF4-FFF2-40B4-BE49-F238E27FC236}">
                <a16:creationId xmlns:a16="http://schemas.microsoft.com/office/drawing/2014/main" id="{1983A747-B840-E9CA-7C18-DCEC9909EED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49668" y="2619208"/>
            <a:ext cx="268534" cy="268534"/>
          </a:xfrm>
          <a:prstGeom prst="rect">
            <a:avLst/>
          </a:prstGeom>
        </p:spPr>
      </p:pic>
      <p:pic>
        <p:nvPicPr>
          <p:cNvPr id="5" name="Picture 4" descr="A red and white label&#10;&#10;AI-generated content may be incorrect.">
            <a:extLst>
              <a:ext uri="{FF2B5EF4-FFF2-40B4-BE49-F238E27FC236}">
                <a16:creationId xmlns:a16="http://schemas.microsoft.com/office/drawing/2014/main" id="{F1EB5948-AF15-F73D-B99D-F9E013D914A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49668" y="2933276"/>
            <a:ext cx="268534" cy="268534"/>
          </a:xfrm>
          <a:prstGeom prst="rect">
            <a:avLst/>
          </a:prstGeom>
        </p:spPr>
      </p:pic>
      <p:pic>
        <p:nvPicPr>
          <p:cNvPr id="8" name="Picture 7" descr="A red and white label&#10;&#10;AI-generated content may be incorrect.">
            <a:extLst>
              <a:ext uri="{FF2B5EF4-FFF2-40B4-BE49-F238E27FC236}">
                <a16:creationId xmlns:a16="http://schemas.microsoft.com/office/drawing/2014/main" id="{99F0D138-AEE8-CB17-EDA1-92BCB9E8CB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49668" y="3229627"/>
            <a:ext cx="268534" cy="268534"/>
          </a:xfrm>
          <a:prstGeom prst="rect">
            <a:avLst/>
          </a:prstGeom>
        </p:spPr>
      </p:pic>
      <p:pic>
        <p:nvPicPr>
          <p:cNvPr id="10" name="Picture 9" descr="A red and white label&#10;&#10;AI-generated content may be incorrect.">
            <a:extLst>
              <a:ext uri="{FF2B5EF4-FFF2-40B4-BE49-F238E27FC236}">
                <a16:creationId xmlns:a16="http://schemas.microsoft.com/office/drawing/2014/main" id="{6944193D-46D1-6535-16F9-F941811D457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49668" y="3525978"/>
            <a:ext cx="268534" cy="268534"/>
          </a:xfrm>
          <a:prstGeom prst="rect">
            <a:avLst/>
          </a:prstGeom>
        </p:spPr>
      </p:pic>
      <p:pic>
        <p:nvPicPr>
          <p:cNvPr id="11" name="Picture 10" descr="A red and white label&#10;&#10;AI-generated content may be incorrect.">
            <a:extLst>
              <a:ext uri="{FF2B5EF4-FFF2-40B4-BE49-F238E27FC236}">
                <a16:creationId xmlns:a16="http://schemas.microsoft.com/office/drawing/2014/main" id="{D300F229-8A7E-A488-E67C-9E5DBA5823C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49668" y="3810727"/>
            <a:ext cx="268534" cy="268534"/>
          </a:xfrm>
          <a:prstGeom prst="rect">
            <a:avLst/>
          </a:prstGeom>
        </p:spPr>
      </p:pic>
      <p:pic>
        <p:nvPicPr>
          <p:cNvPr id="12" name="Picture 11" descr="A red and white label&#10;&#10;AI-generated content may be incorrect.">
            <a:extLst>
              <a:ext uri="{FF2B5EF4-FFF2-40B4-BE49-F238E27FC236}">
                <a16:creationId xmlns:a16="http://schemas.microsoft.com/office/drawing/2014/main" id="{9FE52380-46B9-16E4-1BE1-A7FCC78C7C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44709" y="1438417"/>
            <a:ext cx="268534" cy="268534"/>
          </a:xfrm>
          <a:prstGeom prst="rect">
            <a:avLst/>
          </a:prstGeom>
        </p:spPr>
      </p:pic>
      <p:pic>
        <p:nvPicPr>
          <p:cNvPr id="13" name="Picture 12" descr="A red and white label&#10;&#10;AI-generated content may be incorrect.">
            <a:extLst>
              <a:ext uri="{FF2B5EF4-FFF2-40B4-BE49-F238E27FC236}">
                <a16:creationId xmlns:a16="http://schemas.microsoft.com/office/drawing/2014/main" id="{A3B993C9-B476-E507-AC15-A1BDF82A410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44709" y="1991940"/>
            <a:ext cx="268534" cy="268534"/>
          </a:xfrm>
          <a:prstGeom prst="rect">
            <a:avLst/>
          </a:prstGeom>
        </p:spPr>
      </p:pic>
      <p:pic>
        <p:nvPicPr>
          <p:cNvPr id="14" name="Picture 13" descr="A red and white label&#10;&#10;AI-generated content may be incorrect.">
            <a:extLst>
              <a:ext uri="{FF2B5EF4-FFF2-40B4-BE49-F238E27FC236}">
                <a16:creationId xmlns:a16="http://schemas.microsoft.com/office/drawing/2014/main" id="{5811DA5E-FCEA-CF0C-2230-8CADE738134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44709" y="4095476"/>
            <a:ext cx="268534" cy="26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795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5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 dirty="0"/>
              <a:t>Thanks to…</a:t>
            </a:r>
          </a:p>
        </p:txBody>
      </p:sp>
      <p:sp>
        <p:nvSpPr>
          <p:cNvPr id="1652" name="Google Shape;1652;p59"/>
          <p:cNvSpPr txBox="1">
            <a:spLocks noGrp="1"/>
          </p:cNvSpPr>
          <p:nvPr>
            <p:ph type="body" idx="1"/>
          </p:nvPr>
        </p:nvSpPr>
        <p:spPr>
          <a:xfrm>
            <a:off x="539575" y="1063229"/>
            <a:ext cx="3704765" cy="3975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1600" dirty="0"/>
              <a:t>Paolo Lucente – </a:t>
            </a:r>
            <a:r>
              <a:rPr lang="en-US" sz="1600" dirty="0" err="1"/>
              <a:t>Pmacct</a:t>
            </a:r>
            <a:endParaRPr lang="en-US" sz="1600" dirty="0"/>
          </a:p>
          <a:p>
            <a:pPr marL="228600" indent="-228600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1600" dirty="0"/>
              <a:t>Qin Wu – Huawei</a:t>
            </a:r>
          </a:p>
          <a:p>
            <a:pPr marL="228600" indent="-228600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1600" dirty="0"/>
              <a:t>Michael Mackey – Huawei</a:t>
            </a:r>
          </a:p>
          <a:p>
            <a:pPr marL="228600" indent="-228600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1600"/>
              <a:t>Scott Huang </a:t>
            </a:r>
            <a:r>
              <a:rPr lang="en-US" sz="1600" dirty="0"/>
              <a:t>- Cisco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•"/>
            </a:pPr>
            <a:r>
              <a:rPr lang="en-US" sz="1600" dirty="0"/>
              <a:t>Rob Wilton – Cisco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•"/>
            </a:pPr>
            <a:r>
              <a:rPr lang="en-US" sz="1600" dirty="0"/>
              <a:t>Dan Voyer – Cisco</a:t>
            </a:r>
          </a:p>
          <a:p>
            <a:pPr marL="228600" indent="-228600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1600" dirty="0"/>
              <a:t>Sivakumar Sundaravadivel – Ciena</a:t>
            </a:r>
          </a:p>
          <a:p>
            <a:pPr marL="228600" indent="-228600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de-CH" sz="1600" dirty="0"/>
              <a:t>IJsbrand Wijnands – </a:t>
            </a:r>
            <a:r>
              <a:rPr lang="de-CH" sz="1600" dirty="0" err="1"/>
              <a:t>Arrcus</a:t>
            </a:r>
            <a:endParaRPr lang="de-CH" sz="1600" dirty="0"/>
          </a:p>
          <a:p>
            <a:pPr marL="228600" indent="-228600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de-CH" sz="1600" dirty="0"/>
              <a:t>Irfan Mohammad – </a:t>
            </a:r>
            <a:r>
              <a:rPr lang="de-CH" sz="1600" dirty="0" err="1"/>
              <a:t>Arrcus</a:t>
            </a:r>
            <a:endParaRPr lang="de-CH" sz="1600" dirty="0"/>
          </a:p>
          <a:p>
            <a:pPr marL="228600" indent="-228600">
              <a:lnSpc>
                <a:spcPct val="90000"/>
              </a:lnSpc>
              <a:spcBef>
                <a:spcPts val="0"/>
              </a:spcBef>
              <a:buSzPts val="1300"/>
              <a:buFont typeface="Calibri"/>
              <a:buChar char="•"/>
            </a:pPr>
            <a:r>
              <a:rPr lang="en-US" sz="1600" dirty="0"/>
              <a:t>Benoit Claise - Everything OPS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•"/>
            </a:pPr>
            <a:r>
              <a:rPr lang="en-US" sz="1600" dirty="0"/>
              <a:t>Wanting Du – Swisscom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•"/>
            </a:pPr>
            <a:r>
              <a:rPr lang="en-US" sz="1600" dirty="0"/>
              <a:t>Rafael Julio – Swisscom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•"/>
            </a:pPr>
            <a:r>
              <a:rPr lang="en-US" sz="1600" dirty="0"/>
              <a:t>Leonardo Rodoni - Swisscom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•"/>
            </a:pPr>
            <a:r>
              <a:rPr lang="en-US" sz="1600" dirty="0"/>
              <a:t>Ahmed Elhassany – Swisscom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•"/>
            </a:pPr>
            <a:r>
              <a:rPr lang="en-US" sz="1600" dirty="0"/>
              <a:t>Thomas Graf – Swisscom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B85942-4EFE-2A7C-6BC7-685C09AA3452}"/>
              </a:ext>
            </a:extLst>
          </p:cNvPr>
          <p:cNvSpPr/>
          <p:nvPr/>
        </p:nvSpPr>
        <p:spPr>
          <a:xfrm>
            <a:off x="8587819" y="0"/>
            <a:ext cx="556181" cy="51435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Google Shape;1523;p45">
            <a:extLst>
              <a:ext uri="{FF2B5EF4-FFF2-40B4-BE49-F238E27FC236}">
                <a16:creationId xmlns:a16="http://schemas.microsoft.com/office/drawing/2014/main" id="{57606C87-9C1E-6457-318F-CEFD173CD5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86800" y="4764735"/>
            <a:ext cx="254659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2130D3-D5E4-140D-AC74-7554E8B5290B}"/>
              </a:ext>
            </a:extLst>
          </p:cNvPr>
          <p:cNvSpPr txBox="1"/>
          <p:nvPr/>
        </p:nvSpPr>
        <p:spPr>
          <a:xfrm rot="5400000">
            <a:off x="6563429" y="213005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NMOP &amp; NETCONF WG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Google Shape;1652;p59">
            <a:extLst>
              <a:ext uri="{FF2B5EF4-FFF2-40B4-BE49-F238E27FC236}">
                <a16:creationId xmlns:a16="http://schemas.microsoft.com/office/drawing/2014/main" id="{7AC0F6D0-09C7-5DA3-2396-EC6BDBBAFEDC}"/>
              </a:ext>
            </a:extLst>
          </p:cNvPr>
          <p:cNvSpPr txBox="1">
            <a:spLocks/>
          </p:cNvSpPr>
          <p:nvPr/>
        </p:nvSpPr>
        <p:spPr>
          <a:xfrm>
            <a:off x="3821446" y="3688080"/>
            <a:ext cx="434213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0"/>
              </a:spcBef>
              <a:buSzPts val="1300"/>
              <a:buNone/>
            </a:pPr>
            <a:r>
              <a:rPr lang="en-US" sz="2000" b="1" dirty="0">
                <a:solidFill>
                  <a:schemeClr val="tx1"/>
                </a:solidFill>
              </a:rPr>
              <a:t>Want </a:t>
            </a:r>
            <a:r>
              <a:rPr lang="en-US" sz="2000" b="1">
                <a:solidFill>
                  <a:schemeClr val="tx1"/>
                </a:solidFill>
              </a:rPr>
              <a:t>to know </a:t>
            </a:r>
            <a:r>
              <a:rPr lang="en-US" sz="2000" b="1" dirty="0">
                <a:solidFill>
                  <a:schemeClr val="tx1"/>
                </a:solidFill>
              </a:rPr>
              <a:t>more than join us at…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1300" dirty="0"/>
              <a:t> </a:t>
            </a:r>
          </a:p>
          <a:p>
            <a:pPr marL="285750" indent="-285750">
              <a:lnSpc>
                <a:spcPct val="90000"/>
              </a:lnSpc>
              <a:spcBef>
                <a:spcPts val="0"/>
              </a:spcBef>
              <a:buSzPts val="1300"/>
            </a:pPr>
            <a:r>
              <a:rPr lang="en-US" sz="1300" dirty="0"/>
              <a:t>NMOP on </a:t>
            </a:r>
            <a:r>
              <a:rPr lang="en-US" sz="1300" b="1" dirty="0"/>
              <a:t>Friday 09:00 – 11:00</a:t>
            </a:r>
            <a:r>
              <a:rPr lang="en-US" sz="1300" dirty="0"/>
              <a:t> at the Grand Ballroom 1 for Message Broker, Telemetry Message and Message Key document updates and hackathon related details.</a:t>
            </a:r>
          </a:p>
        </p:txBody>
      </p:sp>
      <p:pic>
        <p:nvPicPr>
          <p:cNvPr id="1026" name="3F91650C-2427-4F17-BB5E-2B8AA9BBCEED" descr="IMG_5241.JPG">
            <a:extLst>
              <a:ext uri="{FF2B5EF4-FFF2-40B4-BE49-F238E27FC236}">
                <a16:creationId xmlns:a16="http://schemas.microsoft.com/office/drawing/2014/main" id="{5F1ABF85-44F3-317B-5F08-2E3C4A619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6887" y="359729"/>
            <a:ext cx="1755352" cy="312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2e1fccfb-80ca-4fe1-a574-1516544edb53}" enabled="1" method="Standard" siteId="{364e5b87-c1c7-420d-9bee-c35d19b557a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1345</Words>
  <Application>Microsoft Office PowerPoint</Application>
  <PresentationFormat>On-screen Show (16:9)</PresentationFormat>
  <Paragraphs>276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Arial</vt:lpstr>
      <vt:lpstr>Noto Sans Symbols</vt:lpstr>
      <vt:lpstr>Times New Roman</vt:lpstr>
      <vt:lpstr>Courier New</vt:lpstr>
      <vt:lpstr>Simple Light</vt:lpstr>
      <vt:lpstr>Office Theme</vt:lpstr>
      <vt:lpstr>Validate YANG-Push to Message Broker End-To-End Data Processing Chain IETF 125 Hackathon, March 14-15th 2026</vt:lpstr>
      <vt:lpstr>Hackathon Plan, Software and Website</vt:lpstr>
      <vt:lpstr>Hackathon – Repositories</vt:lpstr>
      <vt:lpstr>An Architecture for YANG-Push  to Message Broker Integration  draft-ietf-nmop-yang-message-broker-integration draft-ietf-nmop-message-broker-telemetry-message draft-ietf-nmop-yang-message-broker-message-key draft-netana-nmop-message-broker-bmp-telemetry-message </vt:lpstr>
      <vt:lpstr>PowerPoint Presentation</vt:lpstr>
      <vt:lpstr>PowerPoint Presentation</vt:lpstr>
      <vt:lpstr>PowerPoint Presentation</vt:lpstr>
      <vt:lpstr>Next Steps from IETF 124 Hackathon…</vt:lpstr>
      <vt:lpstr>Next Steps for IETF 126 and 127 Hackathon…</vt:lpstr>
      <vt:lpstr>Thanks to…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Validate  Configured Subscription YANG-Push Publisher Implementations NETCONF &amp; NMOP WG</dc:title>
  <cp:lastModifiedBy>Graf Thomas, SCS-INI-NET-VNC-E2E</cp:lastModifiedBy>
  <cp:revision>24</cp:revision>
  <dcterms:modified xsi:type="dcterms:W3CDTF">2026-05-28T12:37:41Z</dcterms:modified>
</cp:coreProperties>
</file>