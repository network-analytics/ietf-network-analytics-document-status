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7" r:id="rId1"/>
    <p:sldMasterId id="2147483688" r:id="rId2"/>
  </p:sldMasterIdLst>
  <p:notesMasterIdLst>
    <p:notesMasterId r:id="rId13"/>
  </p:notesMasterIdLst>
  <p:sldIdLst>
    <p:sldId id="256" r:id="rId3"/>
    <p:sldId id="257" r:id="rId4"/>
    <p:sldId id="258" r:id="rId5"/>
    <p:sldId id="274" r:id="rId6"/>
    <p:sldId id="275" r:id="rId7"/>
    <p:sldId id="276" r:id="rId8"/>
    <p:sldId id="277" r:id="rId9"/>
    <p:sldId id="2145706268" r:id="rId10"/>
    <p:sldId id="2145706269" r:id="rId11"/>
    <p:sldId id="272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56A78A-DFD1-4D2D-BEB4-767D01DB6CFD}" v="136" dt="2026-03-15T04:34:46.563"/>
  </p1510:revLst>
</p1510:revInfo>
</file>

<file path=ppt/tableStyles.xml><?xml version="1.0" encoding="utf-8"?>
<a:tblStyleLst xmlns:a="http://schemas.openxmlformats.org/drawingml/2006/main" def="{D7D3C4E2-B833-4A92-BAF4-0750F623BB92}">
  <a:tblStyle styleId="{D7D3C4E2-B833-4A92-BAF4-0750F623BB9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17"/>
  </p:normalViewPr>
  <p:slideViewPr>
    <p:cSldViewPr snapToGrid="0">
      <p:cViewPr varScale="1">
        <p:scale>
          <a:sx n="119" d="100"/>
          <a:sy n="119" d="100"/>
        </p:scale>
        <p:origin x="538" y="9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microsoft.com/office/2015/10/relationships/revisionInfo" Target="revisionInfo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3B053312-6A65-437B-8054-1D4CEEF7F7DD}"/>
    <pc:docChg chg="modSld">
      <pc:chgData name="Graf Thomas, SCS-INI-NET-VNC-E2E" userId="487bc3e3-9ce7-4cdd-b7b4-8899ea88d289" providerId="ADAL" clId="{3B053312-6A65-437B-8054-1D4CEEF7F7DD}" dt="2025-08-12T05:57:19.892" v="0" actId="13926"/>
      <pc:docMkLst>
        <pc:docMk/>
      </pc:docMkLst>
      <pc:sldChg chg="modSp mod">
        <pc:chgData name="Graf Thomas, SCS-INI-NET-VNC-E2E" userId="487bc3e3-9ce7-4cdd-b7b4-8899ea88d289" providerId="ADAL" clId="{3B053312-6A65-437B-8054-1D4CEEF7F7DD}" dt="2025-08-12T05:57:19.892" v="0" actId="13926"/>
        <pc:sldMkLst>
          <pc:docMk/>
          <pc:sldMk cId="3616314567" sldId="274"/>
        </pc:sldMkLst>
      </pc:sldChg>
    </pc:docChg>
  </pc:docChgLst>
  <pc:docChgLst>
    <pc:chgData name="Graf Thomas, SCS-INI-NET-VNC-E2E" userId="487bc3e3-9ce7-4cdd-b7b4-8899ea88d289" providerId="ADAL" clId="{BFACD14B-1A44-4893-9355-11AADC92FB2D}"/>
    <pc:docChg chg="undo custSel addSld delSld modSld sldOrd delMainMaster">
      <pc:chgData name="Graf Thomas, SCS-INI-NET-VNC-E2E" userId="487bc3e3-9ce7-4cdd-b7b4-8899ea88d289" providerId="ADAL" clId="{BFACD14B-1A44-4893-9355-11AADC92FB2D}" dt="2025-07-23T15:02:12.632" v="2486" actId="13926"/>
      <pc:docMkLst>
        <pc:docMk/>
      </pc:docMkLst>
      <pc:sldChg chg="delSp del mod ord">
        <pc:chgData name="Graf Thomas, SCS-INI-NET-VNC-E2E" userId="487bc3e3-9ce7-4cdd-b7b4-8899ea88d289" providerId="ADAL" clId="{BFACD14B-1A44-4893-9355-11AADC92FB2D}" dt="2025-07-20T08:37:25.877" v="1177" actId="47"/>
        <pc:sldMkLst>
          <pc:docMk/>
          <pc:sldMk cId="0" sldId="260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8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69"/>
        </pc:sldMkLst>
      </pc:sldChg>
      <pc:sldChg chg="modSp add del mod">
        <pc:chgData name="Graf Thomas, SCS-INI-NET-VNC-E2E" userId="487bc3e3-9ce7-4cdd-b7b4-8899ea88d289" providerId="ADAL" clId="{BFACD14B-1A44-4893-9355-11AADC92FB2D}" dt="2025-07-20T06:12:21.184" v="33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41:32.709" v="2483" actId="1076"/>
        <pc:sldMkLst>
          <pc:docMk/>
          <pc:sldMk cId="0" sldId="272"/>
        </pc:sldMkLst>
      </pc:sldChg>
      <pc:sldChg chg="modSp mod">
        <pc:chgData name="Graf Thomas, SCS-INI-NET-VNC-E2E" userId="487bc3e3-9ce7-4cdd-b7b4-8899ea88d289" providerId="ADAL" clId="{BFACD14B-1A44-4893-9355-11AADC92FB2D}" dt="2025-07-23T15:02:12.632" v="2486" actId="13926"/>
        <pc:sldMkLst>
          <pc:docMk/>
          <pc:sldMk cId="3616314567" sldId="274"/>
        </pc:sldMkLst>
      </pc:sldChg>
      <pc:sldChg chg="del">
        <pc:chgData name="Graf Thomas, SCS-INI-NET-VNC-E2E" userId="487bc3e3-9ce7-4cdd-b7b4-8899ea88d289" providerId="ADAL" clId="{BFACD14B-1A44-4893-9355-11AADC92FB2D}" dt="2025-07-20T08:39:04.726" v="1193" actId="47"/>
        <pc:sldMkLst>
          <pc:docMk/>
          <pc:sldMk cId="2342902973" sldId="275"/>
        </pc:sldMkLst>
      </pc:sldChg>
      <pc:sldChg chg="del">
        <pc:chgData name="Graf Thomas, SCS-INI-NET-VNC-E2E" userId="487bc3e3-9ce7-4cdd-b7b4-8899ea88d289" providerId="ADAL" clId="{BFACD14B-1A44-4893-9355-11AADC92FB2D}" dt="2025-07-20T08:38:12.481" v="1178" actId="47"/>
        <pc:sldMkLst>
          <pc:docMk/>
          <pc:sldMk cId="4289221130" sldId="2145706251"/>
        </pc:sldMkLst>
      </pc:sldChg>
      <pc:sldChg chg="modSp mod">
        <pc:chgData name="Graf Thomas, SCS-INI-NET-VNC-E2E" userId="487bc3e3-9ce7-4cdd-b7b4-8899ea88d289" providerId="ADAL" clId="{BFACD14B-1A44-4893-9355-11AADC92FB2D}" dt="2025-07-20T10:24:09.924" v="2012" actId="14100"/>
        <pc:sldMkLst>
          <pc:docMk/>
          <pc:sldMk cId="931357574" sldId="2145706252"/>
        </pc:sldMkLst>
      </pc:sldChg>
      <pc:sldChg chg="modSp mod">
        <pc:chgData name="Graf Thomas, SCS-INI-NET-VNC-E2E" userId="487bc3e3-9ce7-4cdd-b7b4-8899ea88d289" providerId="ADAL" clId="{BFACD14B-1A44-4893-9355-11AADC92FB2D}" dt="2025-07-20T10:24:05.250" v="2010" actId="14100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BFACD14B-1A44-4893-9355-11AADC92FB2D}" dt="2025-07-20T08:55:21.424" v="1534" actId="207"/>
        <pc:sldMkLst>
          <pc:docMk/>
          <pc:sldMk cId="3946747757" sldId="2145706256"/>
        </pc:sldMkLst>
      </pc:sldChg>
      <pc:sldChg chg="modSp mod">
        <pc:chgData name="Graf Thomas, SCS-INI-NET-VNC-E2E" userId="487bc3e3-9ce7-4cdd-b7b4-8899ea88d289" providerId="ADAL" clId="{BFACD14B-1A44-4893-9355-11AADC92FB2D}" dt="2025-07-20T10:24:19.675" v="2015" actId="14100"/>
        <pc:sldMkLst>
          <pc:docMk/>
          <pc:sldMk cId="2699740971" sldId="2145706257"/>
        </pc:sldMkLst>
      </pc:sldChg>
      <pc:sldChg chg="modSp mod">
        <pc:chgData name="Graf Thomas, SCS-INI-NET-VNC-E2E" userId="487bc3e3-9ce7-4cdd-b7b4-8899ea88d289" providerId="ADAL" clId="{BFACD14B-1A44-4893-9355-11AADC92FB2D}" dt="2025-07-20T10:24:15.763" v="2014" actId="14100"/>
        <pc:sldMkLst>
          <pc:docMk/>
          <pc:sldMk cId="993903472" sldId="2145706258"/>
        </pc:sldMkLst>
      </pc:sldChg>
      <pc:sldChg chg="addSp delSp modSp mod">
        <pc:chgData name="Graf Thomas, SCS-INI-NET-VNC-E2E" userId="487bc3e3-9ce7-4cdd-b7b4-8899ea88d289" providerId="ADAL" clId="{BFACD14B-1A44-4893-9355-11AADC92FB2D}" dt="2025-07-20T10:14:54.367" v="1990" actId="14100"/>
        <pc:sldMkLst>
          <pc:docMk/>
          <pc:sldMk cId="0" sldId="2145706259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6.560" v="55"/>
        <pc:sldMkLst>
          <pc:docMk/>
          <pc:sldMk cId="0" sldId="2145706260"/>
        </pc:sldMkLst>
      </pc:sldChg>
      <pc:sldChg chg="addSp delSp modSp mod">
        <pc:chgData name="Graf Thomas, SCS-INI-NET-VNC-E2E" userId="487bc3e3-9ce7-4cdd-b7b4-8899ea88d289" providerId="ADAL" clId="{BFACD14B-1A44-4893-9355-11AADC92FB2D}" dt="2025-07-20T06:15:59.792" v="57"/>
        <pc:sldMkLst>
          <pc:docMk/>
          <pc:sldMk cId="0" sldId="2145706261"/>
        </pc:sldMkLst>
      </pc:sldChg>
      <pc:sldChg chg="modSp add mod">
        <pc:chgData name="Graf Thomas, SCS-INI-NET-VNC-E2E" userId="487bc3e3-9ce7-4cdd-b7b4-8899ea88d289" providerId="ADAL" clId="{BFACD14B-1A44-4893-9355-11AADC92FB2D}" dt="2025-07-20T10:24:24.743" v="2016" actId="14100"/>
        <pc:sldMkLst>
          <pc:docMk/>
          <pc:sldMk cId="219516002" sldId="2145706262"/>
        </pc:sldMkLst>
      </pc:sldChg>
      <pc:sldChg chg="addSp delSp modSp add mod">
        <pc:chgData name="Graf Thomas, SCS-INI-NET-VNC-E2E" userId="487bc3e3-9ce7-4cdd-b7b4-8899ea88d289" providerId="ADAL" clId="{BFACD14B-1A44-4893-9355-11AADC92FB2D}" dt="2025-07-20T08:55:46.342" v="1535" actId="948"/>
        <pc:sldMkLst>
          <pc:docMk/>
          <pc:sldMk cId="913270623" sldId="2145706263"/>
        </pc:sldMkLst>
      </pc:sldChg>
      <pc:sldChg chg="addSp delSp modSp add mod ord">
        <pc:chgData name="Graf Thomas, SCS-INI-NET-VNC-E2E" userId="487bc3e3-9ce7-4cdd-b7b4-8899ea88d289" providerId="ADAL" clId="{BFACD14B-1A44-4893-9355-11AADC92FB2D}" dt="2025-07-20T10:24:29.575" v="2017" actId="14100"/>
        <pc:sldMkLst>
          <pc:docMk/>
          <pc:sldMk cId="2454559456" sldId="2145706264"/>
        </pc:sldMkLst>
      </pc:sldChg>
      <pc:sldChg chg="delSp modSp add mod ord">
        <pc:chgData name="Graf Thomas, SCS-INI-NET-VNC-E2E" userId="487bc3e3-9ce7-4cdd-b7b4-8899ea88d289" providerId="ADAL" clId="{BFACD14B-1A44-4893-9355-11AADC92FB2D}" dt="2025-07-20T10:33:04.384" v="2383" actId="5793"/>
        <pc:sldMkLst>
          <pc:docMk/>
          <pc:sldMk cId="1666044975" sldId="2145706265"/>
        </pc:sldMkLst>
      </pc:sldChg>
      <pc:sldMasterChg chg="delSldLayout">
        <pc:chgData name="Graf Thomas, SCS-INI-NET-VNC-E2E" userId="487bc3e3-9ce7-4cdd-b7b4-8899ea88d289" providerId="ADAL" clId="{BFACD14B-1A44-4893-9355-11AADC92FB2D}" dt="2025-07-20T06:12:21.184" v="33" actId="47"/>
        <pc:sldMasterMkLst>
          <pc:docMk/>
          <pc:sldMasterMk cId="0" sldId="2147483688"/>
        </pc:sldMasterMkLst>
        <pc:sldLayoutChg chg="del">
          <pc:chgData name="Graf Thomas, SCS-INI-NET-VNC-E2E" userId="487bc3e3-9ce7-4cdd-b7b4-8899ea88d289" providerId="ADAL" clId="{BFACD14B-1A44-4893-9355-11AADC92FB2D}" dt="2025-07-20T06:12:21.184" v="33" actId="47"/>
          <pc:sldLayoutMkLst>
            <pc:docMk/>
            <pc:sldMasterMk cId="0" sldId="2147483688"/>
            <pc:sldLayoutMk cId="1880062055" sldId="2147483702"/>
          </pc:sldLayoutMkLst>
        </pc:sldLayoutChg>
      </pc:sldMasterChg>
      <pc:sldMasterChg chg="del delSldLayout">
        <pc:chgData name="Graf Thomas, SCS-INI-NET-VNC-E2E" userId="487bc3e3-9ce7-4cdd-b7b4-8899ea88d289" providerId="ADAL" clId="{BFACD14B-1A44-4893-9355-11AADC92FB2D}" dt="2025-07-20T08:38:12.481" v="1178" actId="47"/>
        <pc:sldMasterMkLst>
          <pc:docMk/>
          <pc:sldMasterMk cId="629154941" sldId="2147483689"/>
        </pc:sldMasterMkLst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275298539" sldId="214748369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502490425" sldId="2147483691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792744150" sldId="2147483692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990205177" sldId="2147483693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115350679" sldId="2147483694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456573814" sldId="2147483695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343663566" sldId="2147483696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3520405421" sldId="2147483697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327051130" sldId="2147483698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2451716593" sldId="2147483699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729017408" sldId="2147483700"/>
          </pc:sldLayoutMkLst>
        </pc:sldLayoutChg>
        <pc:sldLayoutChg chg="del">
          <pc:chgData name="Graf Thomas, SCS-INI-NET-VNC-E2E" userId="487bc3e3-9ce7-4cdd-b7b4-8899ea88d289" providerId="ADAL" clId="{BFACD14B-1A44-4893-9355-11AADC92FB2D}" dt="2025-07-20T08:38:12.481" v="1178" actId="47"/>
          <pc:sldLayoutMkLst>
            <pc:docMk/>
            <pc:sldMasterMk cId="629154941" sldId="2147483689"/>
            <pc:sldLayoutMk cId="1678460780" sldId="2147483701"/>
          </pc:sldLayoutMkLst>
        </pc:sldLayoutChg>
      </pc:sldMasterChg>
    </pc:docChg>
  </pc:docChgLst>
  <pc:docChgLst>
    <pc:chgData name="Graf Thomas, SCS-INI-NET-VNC-E2E" userId="487bc3e3-9ce7-4cdd-b7b4-8899ea88d289" providerId="ADAL" clId="{998C6E9F-08F7-4E62-AC9C-ABA31B1909A3}"/>
    <pc:docChg chg="undo custSel addSld delSld modSld delMainMaster">
      <pc:chgData name="Graf Thomas, SCS-INI-NET-VNC-E2E" userId="487bc3e3-9ce7-4cdd-b7b4-8899ea88d289" providerId="ADAL" clId="{998C6E9F-08F7-4E62-AC9C-ABA31B1909A3}" dt="2025-07-16T15:34:01.384" v="915" actId="20577"/>
      <pc:docMkLst>
        <pc:docMk/>
      </pc:docMkLst>
      <pc:sldChg chg="addSp delSp modSp mod">
        <pc:chgData name="Graf Thomas, SCS-INI-NET-VNC-E2E" userId="487bc3e3-9ce7-4cdd-b7b4-8899ea88d289" providerId="ADAL" clId="{998C6E9F-08F7-4E62-AC9C-ABA31B1909A3}" dt="2025-07-16T07:11:08.712" v="614"/>
        <pc:sldMkLst>
          <pc:docMk/>
          <pc:sldMk cId="0" sldId="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1:04.769" v="613"/>
        <pc:sldMkLst>
          <pc:docMk/>
          <pc:sldMk cId="0" sldId="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2:26.898" v="769" actId="1076"/>
        <pc:sldMkLst>
          <pc:docMk/>
          <pc:sldMk cId="0" sldId="258"/>
        </pc:sldMkLst>
      </pc:sldChg>
      <pc:sldChg chg="addSp modSp del mod">
        <pc:chgData name="Graf Thomas, SCS-INI-NET-VNC-E2E" userId="487bc3e3-9ce7-4cdd-b7b4-8899ea88d289" providerId="ADAL" clId="{998C6E9F-08F7-4E62-AC9C-ABA31B1909A3}" dt="2025-07-16T06:31:12.783" v="118" actId="47"/>
        <pc:sldMkLst>
          <pc:docMk/>
          <pc:sldMk cId="0" sldId="259"/>
        </pc:sldMkLst>
      </pc:sldChg>
      <pc:sldChg chg="addSp delSp modSp mod">
        <pc:chgData name="Graf Thomas, SCS-INI-NET-VNC-E2E" userId="487bc3e3-9ce7-4cdd-b7b4-8899ea88d289" providerId="ADAL" clId="{998C6E9F-08F7-4E62-AC9C-ABA31B1909A3}" dt="2025-07-16T07:10:51.389" v="607"/>
        <pc:sldMkLst>
          <pc:docMk/>
          <pc:sldMk cId="0" sldId="260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1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3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4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5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6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7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8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69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0" sldId="270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4:01.384" v="915" actId="20577"/>
        <pc:sldMkLst>
          <pc:docMk/>
          <pc:sldMk cId="0" sldId="272"/>
        </pc:sldMkLst>
      </pc:sldChg>
      <pc:sldChg chg="del">
        <pc:chgData name="Graf Thomas, SCS-INI-NET-VNC-E2E" userId="487bc3e3-9ce7-4cdd-b7b4-8899ea88d289" providerId="ADAL" clId="{998C6E9F-08F7-4E62-AC9C-ABA31B1909A3}" dt="2025-07-16T06:31:18.122" v="119" actId="47"/>
        <pc:sldMkLst>
          <pc:docMk/>
          <pc:sldMk cId="2321303361" sldId="273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55.930" v="609"/>
        <pc:sldMkLst>
          <pc:docMk/>
          <pc:sldMk cId="3616314567" sldId="274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46.759" v="605"/>
        <pc:sldMkLst>
          <pc:docMk/>
          <pc:sldMk cId="2342902973" sldId="275"/>
        </pc:sldMkLst>
      </pc:sldChg>
      <pc:sldChg chg="addSp delSp modSp add del mod setBg delDesignElem">
        <pc:chgData name="Graf Thomas, SCS-INI-NET-VNC-E2E" userId="487bc3e3-9ce7-4cdd-b7b4-8899ea88d289" providerId="ADAL" clId="{998C6E9F-08F7-4E62-AC9C-ABA31B1909A3}" dt="2025-07-16T07:11:42.899" v="617" actId="478"/>
        <pc:sldMkLst>
          <pc:docMk/>
          <pc:sldMk cId="4289221130" sldId="2145706251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36.834" v="603"/>
        <pc:sldMkLst>
          <pc:docMk/>
          <pc:sldMk cId="931357574" sldId="2145706252"/>
        </pc:sldMkLst>
      </pc:sldChg>
      <pc:sldChg chg="addSp delSp modSp add mod">
        <pc:chgData name="Graf Thomas, SCS-INI-NET-VNC-E2E" userId="487bc3e3-9ce7-4cdd-b7b4-8899ea88d289" providerId="ADAL" clId="{998C6E9F-08F7-4E62-AC9C-ABA31B1909A3}" dt="2025-07-16T07:10:28.164" v="601" actId="1076"/>
        <pc:sldMkLst>
          <pc:docMk/>
          <pc:sldMk cId="3287642256" sldId="2145706253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39.621" v="879" actId="20577"/>
        <pc:sldMkLst>
          <pc:docMk/>
          <pc:sldMk cId="3946747757" sldId="2145706256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29:48.533" v="884" actId="20577"/>
        <pc:sldMkLst>
          <pc:docMk/>
          <pc:sldMk cId="2699740971" sldId="2145706257"/>
        </pc:sldMkLst>
      </pc:sldChg>
      <pc:sldChg chg="addSp delSp modSp mod">
        <pc:chgData name="Graf Thomas, SCS-INI-NET-VNC-E2E" userId="487bc3e3-9ce7-4cdd-b7b4-8899ea88d289" providerId="ADAL" clId="{998C6E9F-08F7-4E62-AC9C-ABA31B1909A3}" dt="2025-07-16T15:31:30.485" v="888" actId="20577"/>
        <pc:sldMkLst>
          <pc:docMk/>
          <pc:sldMk cId="993903472" sldId="2145706258"/>
        </pc:sldMkLst>
      </pc:sldChg>
      <pc:sldMasterChg chg="del delSldLayout">
        <pc:chgData name="Graf Thomas, SCS-INI-NET-VNC-E2E" userId="487bc3e3-9ce7-4cdd-b7b4-8899ea88d289" providerId="ADAL" clId="{998C6E9F-08F7-4E62-AC9C-ABA31B1909A3}" dt="2025-07-16T06:31:18.122" v="119" actId="47"/>
        <pc:sldMasterMkLst>
          <pc:docMk/>
          <pc:sldMasterMk cId="0" sldId="2147483689"/>
        </pc:sldMasterMkLst>
        <pc:sldLayoutChg chg="del">
          <pc:chgData name="Graf Thomas, SCS-INI-NET-VNC-E2E" userId="487bc3e3-9ce7-4cdd-b7b4-8899ea88d289" providerId="ADAL" clId="{998C6E9F-08F7-4E62-AC9C-ABA31B1909A3}" dt="2025-07-16T06:31:12.783" v="118" actId="47"/>
          <pc:sldLayoutMkLst>
            <pc:docMk/>
            <pc:sldMasterMk cId="0" sldId="2147483689"/>
            <pc:sldLayoutMk cId="0" sldId="214748367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6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7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8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79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0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1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2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3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4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5"/>
          </pc:sldLayoutMkLst>
        </pc:sldLayoutChg>
        <pc:sldLayoutChg chg="del">
          <pc:chgData name="Graf Thomas, SCS-INI-NET-VNC-E2E" userId="487bc3e3-9ce7-4cdd-b7b4-8899ea88d289" providerId="ADAL" clId="{998C6E9F-08F7-4E62-AC9C-ABA31B1909A3}" dt="2025-07-16T06:31:18.122" v="119" actId="47"/>
          <pc:sldLayoutMkLst>
            <pc:docMk/>
            <pc:sldMasterMk cId="0" sldId="2147483689"/>
            <pc:sldLayoutMk cId="0" sldId="2147483686"/>
          </pc:sldLayoutMkLst>
        </pc:sldLayoutChg>
      </pc:sldMasterChg>
    </pc:docChg>
  </pc:docChgLst>
  <pc:docChgLst>
    <pc:chgData name="Graf Thomas, INI-NET-VNC-HCS" userId="487bc3e3-9ce7-4cdd-b7b4-8899ea88d289" providerId="ADAL" clId="{F0FB0BAD-5044-4D74-9E31-5958833C9892}"/>
    <pc:docChg chg="custSel delSld modSld">
      <pc:chgData name="Graf Thomas, INI-NET-VNC-HCS" userId="487bc3e3-9ce7-4cdd-b7b4-8899ea88d289" providerId="ADAL" clId="{F0FB0BAD-5044-4D74-9E31-5958833C9892}" dt="2024-11-12T07:54:25.100" v="2" actId="47"/>
      <pc:docMkLst>
        <pc:docMk/>
      </pc:docMkLst>
      <pc:sldChg chg="addSp delSp modSp mod">
        <pc:chgData name="Graf Thomas, INI-NET-VNC-HCS" userId="487bc3e3-9ce7-4cdd-b7b4-8899ea88d289" providerId="ADAL" clId="{F0FB0BAD-5044-4D74-9E31-5958833C9892}" dt="2024-11-12T07:52:01.404" v="1"/>
        <pc:sldMkLst>
          <pc:docMk/>
          <pc:sldMk cId="0" sldId="256"/>
        </pc:sldMkLst>
      </pc:sldChg>
      <pc:sldChg chg="del">
        <pc:chgData name="Graf Thomas, INI-NET-VNC-HCS" userId="487bc3e3-9ce7-4cdd-b7b4-8899ea88d289" providerId="ADAL" clId="{F0FB0BAD-5044-4D74-9E31-5958833C9892}" dt="2024-11-12T07:54:25.100" v="2" actId="47"/>
        <pc:sldMkLst>
          <pc:docMk/>
          <pc:sldMk cId="0" sldId="271"/>
        </pc:sldMkLst>
      </pc:sldChg>
    </pc:docChg>
  </pc:docChgLst>
  <pc:docChgLst>
    <pc:chgData name="Graf Thomas, INI-NET-VNC-E2E" userId="487bc3e3-9ce7-4cdd-b7b4-8899ea88d289" providerId="ADAL" clId="{448C719D-A8BA-46BD-99DA-A2E92B6D90AE}"/>
    <pc:docChg chg="undo custSel addSld delSld modSld sldOrd">
      <pc:chgData name="Graf Thomas, INI-NET-VNC-E2E" userId="487bc3e3-9ce7-4cdd-b7b4-8899ea88d289" providerId="ADAL" clId="{448C719D-A8BA-46BD-99DA-A2E92B6D90AE}" dt="2025-03-16T05:14:08.696" v="509" actId="1076"/>
      <pc:docMkLst>
        <pc:docMk/>
      </pc:docMkLst>
      <pc:sldChg chg="addSp modSp mod">
        <pc:chgData name="Graf Thomas, INI-NET-VNC-E2E" userId="487bc3e3-9ce7-4cdd-b7b4-8899ea88d289" providerId="ADAL" clId="{448C719D-A8BA-46BD-99DA-A2E92B6D90AE}" dt="2025-03-16T01:15:52.826" v="487" actId="13926"/>
        <pc:sldMkLst>
          <pc:docMk/>
          <pc:sldMk cId="0" sldId="257"/>
        </pc:sldMkLst>
      </pc:sldChg>
      <pc:sldChg chg="addSp delSp modSp mod">
        <pc:chgData name="Graf Thomas, INI-NET-VNC-E2E" userId="487bc3e3-9ce7-4cdd-b7b4-8899ea88d289" providerId="ADAL" clId="{448C719D-A8BA-46BD-99DA-A2E92B6D90AE}" dt="2025-03-16T01:45:55.418" v="493" actId="1076"/>
        <pc:sldMkLst>
          <pc:docMk/>
          <pc:sldMk cId="0" sldId="258"/>
        </pc:sldMkLst>
      </pc:sldChg>
      <pc:sldChg chg="delSp modSp mod">
        <pc:chgData name="Graf Thomas, INI-NET-VNC-E2E" userId="487bc3e3-9ce7-4cdd-b7b4-8899ea88d289" providerId="ADAL" clId="{448C719D-A8BA-46BD-99DA-A2E92B6D90AE}" dt="2025-03-15T09:50:09.473" v="27" actId="20577"/>
        <pc:sldMkLst>
          <pc:docMk/>
          <pc:sldMk cId="0" sldId="261"/>
        </pc:sldMkLst>
      </pc:sldChg>
      <pc:sldChg chg="modSp del mod">
        <pc:chgData name="Graf Thomas, INI-NET-VNC-E2E" userId="487bc3e3-9ce7-4cdd-b7b4-8899ea88d289" providerId="ADAL" clId="{448C719D-A8BA-46BD-99DA-A2E92B6D90AE}" dt="2025-03-15T09:47:12.736" v="17" actId="47"/>
        <pc:sldMkLst>
          <pc:docMk/>
          <pc:sldMk cId="0" sldId="262"/>
        </pc:sldMkLst>
      </pc:sldChg>
      <pc:sldChg chg="modSp mod">
        <pc:chgData name="Graf Thomas, INI-NET-VNC-E2E" userId="487bc3e3-9ce7-4cdd-b7b4-8899ea88d289" providerId="ADAL" clId="{448C719D-A8BA-46BD-99DA-A2E92B6D90AE}" dt="2025-03-16T01:05:44.440" v="432" actId="14100"/>
        <pc:sldMkLst>
          <pc:docMk/>
          <pc:sldMk cId="0" sldId="263"/>
        </pc:sldMkLst>
      </pc:sldChg>
      <pc:sldChg chg="addSp delSp modSp mod">
        <pc:chgData name="Graf Thomas, INI-NET-VNC-E2E" userId="487bc3e3-9ce7-4cdd-b7b4-8899ea88d289" providerId="ADAL" clId="{448C719D-A8BA-46BD-99DA-A2E92B6D90AE}" dt="2025-03-16T01:07:08.969" v="446" actId="14100"/>
        <pc:sldMkLst>
          <pc:docMk/>
          <pc:sldMk cId="0" sldId="264"/>
        </pc:sldMkLst>
      </pc:sldChg>
      <pc:sldChg chg="delSp modSp mod">
        <pc:chgData name="Graf Thomas, INI-NET-VNC-E2E" userId="487bc3e3-9ce7-4cdd-b7b4-8899ea88d289" providerId="ADAL" clId="{448C719D-A8BA-46BD-99DA-A2E92B6D90AE}" dt="2025-03-15T10:39:44.954" v="182" actId="13926"/>
        <pc:sldMkLst>
          <pc:docMk/>
          <pc:sldMk cId="0" sldId="265"/>
        </pc:sldMkLst>
      </pc:sldChg>
      <pc:sldChg chg="addSp delSp modSp mod">
        <pc:chgData name="Graf Thomas, INI-NET-VNC-E2E" userId="487bc3e3-9ce7-4cdd-b7b4-8899ea88d289" providerId="ADAL" clId="{448C719D-A8BA-46BD-99DA-A2E92B6D90AE}" dt="2025-03-15T10:46:27.615" v="198" actId="13926"/>
        <pc:sldMkLst>
          <pc:docMk/>
          <pc:sldMk cId="0" sldId="266"/>
        </pc:sldMkLst>
      </pc:sldChg>
      <pc:sldChg chg="addSp delSp modSp mod">
        <pc:chgData name="Graf Thomas, INI-NET-VNC-E2E" userId="487bc3e3-9ce7-4cdd-b7b4-8899ea88d289" providerId="ADAL" clId="{448C719D-A8BA-46BD-99DA-A2E92B6D90AE}" dt="2025-03-15T10:59:37.913" v="260" actId="1076"/>
        <pc:sldMkLst>
          <pc:docMk/>
          <pc:sldMk cId="0" sldId="267"/>
        </pc:sldMkLst>
      </pc:sldChg>
      <pc:sldChg chg="modSp mod">
        <pc:chgData name="Graf Thomas, INI-NET-VNC-E2E" userId="487bc3e3-9ce7-4cdd-b7b4-8899ea88d289" providerId="ADAL" clId="{448C719D-A8BA-46BD-99DA-A2E92B6D90AE}" dt="2025-03-16T04:02:01.036" v="501" actId="108"/>
        <pc:sldMkLst>
          <pc:docMk/>
          <pc:sldMk cId="0" sldId="268"/>
        </pc:sldMkLst>
      </pc:sldChg>
      <pc:sldChg chg="modSp mod">
        <pc:chgData name="Graf Thomas, INI-NET-VNC-E2E" userId="487bc3e3-9ce7-4cdd-b7b4-8899ea88d289" providerId="ADAL" clId="{448C719D-A8BA-46BD-99DA-A2E92B6D90AE}" dt="2025-03-15T11:01:29.111" v="272" actId="20577"/>
        <pc:sldMkLst>
          <pc:docMk/>
          <pc:sldMk cId="0" sldId="270"/>
        </pc:sldMkLst>
      </pc:sldChg>
      <pc:sldChg chg="addSp delSp modSp mod">
        <pc:chgData name="Graf Thomas, INI-NET-VNC-E2E" userId="487bc3e3-9ce7-4cdd-b7b4-8899ea88d289" providerId="ADAL" clId="{448C719D-A8BA-46BD-99DA-A2E92B6D90AE}" dt="2025-03-16T05:14:08.696" v="509" actId="1076"/>
        <pc:sldMkLst>
          <pc:docMk/>
          <pc:sldMk cId="0" sldId="272"/>
        </pc:sldMkLst>
      </pc:sldChg>
      <pc:sldChg chg="delSp modSp add mod ord">
        <pc:chgData name="Graf Thomas, INI-NET-VNC-E2E" userId="487bc3e3-9ce7-4cdd-b7b4-8899ea88d289" providerId="ADAL" clId="{448C719D-A8BA-46BD-99DA-A2E92B6D90AE}" dt="2025-03-16T01:05:16.155" v="430" actId="13926"/>
        <pc:sldMkLst>
          <pc:docMk/>
          <pc:sldMk cId="2321303361" sldId="273"/>
        </pc:sldMkLst>
      </pc:sldChg>
    </pc:docChg>
  </pc:docChgLst>
  <pc:docChgLst>
    <pc:chgData name="Graf Thomas, SCS-INI-NET-VNC-E2E" userId="487bc3e3-9ce7-4cdd-b7b4-8899ea88d289" providerId="ADAL" clId="{ADEEF08A-D719-4B50-A383-4105EDA2C206}"/>
    <pc:docChg chg="undo custSel addSld delSld modSld sldOrd">
      <pc:chgData name="Graf Thomas, SCS-INI-NET-VNC-E2E" userId="487bc3e3-9ce7-4cdd-b7b4-8899ea88d289" providerId="ADAL" clId="{ADEEF08A-D719-4B50-A383-4105EDA2C206}" dt="2026-03-17T04:06:56.868" v="2782" actId="20577"/>
      <pc:docMkLst>
        <pc:docMk/>
      </pc:docMkLst>
      <pc:sldChg chg="addSp delSp modSp mod">
        <pc:chgData name="Graf Thomas, SCS-INI-NET-VNC-E2E" userId="487bc3e3-9ce7-4cdd-b7b4-8899ea88d289" providerId="ADAL" clId="{ADEEF08A-D719-4B50-A383-4105EDA2C206}" dt="2026-03-07T16:29:08.223" v="30" actId="1076"/>
        <pc:sldMkLst>
          <pc:docMk/>
          <pc:sldMk cId="0" sldId="256"/>
        </pc:sldMkLst>
        <pc:spChg chg="mod">
          <ac:chgData name="Graf Thomas, SCS-INI-NET-VNC-E2E" userId="487bc3e3-9ce7-4cdd-b7b4-8899ea88d289" providerId="ADAL" clId="{ADEEF08A-D719-4B50-A383-4105EDA2C206}" dt="2026-03-07T16:28:30.964" v="24" actId="20577"/>
          <ac:spMkLst>
            <pc:docMk/>
            <pc:sldMk cId="0" sldId="256"/>
            <ac:spMk id="1506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7T16:28:26.418" v="22" actId="1076"/>
          <ac:picMkLst>
            <pc:docMk/>
            <pc:sldMk cId="0" sldId="256"/>
            <ac:picMk id="5" creationId="{2054A158-30A9-C387-5FFD-6AEF58492FC5}"/>
          </ac:picMkLst>
        </pc:picChg>
        <pc:picChg chg="add mod">
          <ac:chgData name="Graf Thomas, SCS-INI-NET-VNC-E2E" userId="487bc3e3-9ce7-4cdd-b7b4-8899ea88d289" providerId="ADAL" clId="{ADEEF08A-D719-4B50-A383-4105EDA2C206}" dt="2026-03-07T16:29:08.223" v="30" actId="1076"/>
          <ac:picMkLst>
            <pc:docMk/>
            <pc:sldMk cId="0" sldId="256"/>
            <ac:picMk id="1026" creationId="{7A7D732B-7C97-BB77-12AC-297C6F620DB3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8T08:21:51.790" v="1738" actId="1076"/>
        <pc:sldMkLst>
          <pc:docMk/>
          <pc:sldMk cId="0" sldId="257"/>
        </pc:sldMkLst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2" creationId="{2748DDB2-AD4A-DEAE-D5A3-D3BC5389479D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4" creationId="{E81CC267-4141-8946-2B25-FD5BC687F09A}"/>
          </ac:spMkLst>
        </pc:spChg>
        <pc:spChg chg="mod">
          <ac:chgData name="Graf Thomas, SCS-INI-NET-VNC-E2E" userId="487bc3e3-9ce7-4cdd-b7b4-8899ea88d289" providerId="ADAL" clId="{ADEEF08A-D719-4B50-A383-4105EDA2C206}" dt="2026-03-07T16:34:23.346" v="117" actId="1076"/>
          <ac:spMkLst>
            <pc:docMk/>
            <pc:sldMk cId="0" sldId="257"/>
            <ac:spMk id="5" creationId="{3B639EC6-CFEC-5C52-B9C7-BC997E33CB5C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6" creationId="{8BF5BFF0-D54E-9B49-7B24-4B838033AC73}"/>
          </ac:spMkLst>
        </pc:spChg>
        <pc:spChg chg="mod">
          <ac:chgData name="Graf Thomas, SCS-INI-NET-VNC-E2E" userId="487bc3e3-9ce7-4cdd-b7b4-8899ea88d289" providerId="ADAL" clId="{ADEEF08A-D719-4B50-A383-4105EDA2C206}" dt="2026-03-07T16:31:43.897" v="75" actId="790"/>
          <ac:spMkLst>
            <pc:docMk/>
            <pc:sldMk cId="0" sldId="257"/>
            <ac:spMk id="1514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08T08:21:48.247" v="1736" actId="14100"/>
          <ac:spMkLst>
            <pc:docMk/>
            <pc:sldMk cId="0" sldId="257"/>
            <ac:spMk id="1515" creationId="{00000000-0000-0000-0000-000000000000}"/>
          </ac:spMkLst>
        </pc:spChg>
        <pc:picChg chg="mod">
          <ac:chgData name="Graf Thomas, SCS-INI-NET-VNC-E2E" userId="487bc3e3-9ce7-4cdd-b7b4-8899ea88d289" providerId="ADAL" clId="{ADEEF08A-D719-4B50-A383-4105EDA2C206}" dt="2026-03-08T08:21:51.790" v="1738" actId="1076"/>
          <ac:picMkLst>
            <pc:docMk/>
            <pc:sldMk cId="0" sldId="257"/>
            <ac:picMk id="3" creationId="{9FDC4F4D-B33D-1118-BAC0-63500FDC9630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08T06:59:57.641" v="1191" actId="207"/>
        <pc:sldMkLst>
          <pc:docMk/>
          <pc:sldMk cId="0" sldId="258"/>
        </pc:sldMkLst>
        <pc:spChg chg="add mod">
          <ac:chgData name="Graf Thomas, SCS-INI-NET-VNC-E2E" userId="487bc3e3-9ce7-4cdd-b7b4-8899ea88d289" providerId="ADAL" clId="{ADEEF08A-D719-4B50-A383-4105EDA2C206}" dt="2026-03-08T06:59:57.641" v="1191" actId="207"/>
          <ac:spMkLst>
            <pc:docMk/>
            <pc:sldMk cId="0" sldId="258"/>
            <ac:spMk id="10" creationId="{ECFDEF4D-758D-BDC4-17FB-86FA77F8BD87}"/>
          </ac:spMkLst>
        </pc:spChg>
        <pc:spChg chg="mod">
          <ac:chgData name="Graf Thomas, SCS-INI-NET-VNC-E2E" userId="487bc3e3-9ce7-4cdd-b7b4-8899ea88d289" providerId="ADAL" clId="{ADEEF08A-D719-4B50-A383-4105EDA2C206}" dt="2026-03-08T06:59:49.474" v="1190" actId="207"/>
          <ac:spMkLst>
            <pc:docMk/>
            <pc:sldMk cId="0" sldId="258"/>
            <ac:spMk id="152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07T16:52:57.030" v="1144" actId="1076"/>
          <ac:picMkLst>
            <pc:docMk/>
            <pc:sldMk cId="0" sldId="258"/>
            <ac:picMk id="7" creationId="{78CAB23C-A1EC-F134-18D7-F05315C911F8}"/>
          </ac:picMkLst>
        </pc:picChg>
      </pc:sldChg>
      <pc:sldChg chg="addSp delSp modSp mod">
        <pc:chgData name="Graf Thomas, SCS-INI-NET-VNC-E2E" userId="487bc3e3-9ce7-4cdd-b7b4-8899ea88d289" providerId="ADAL" clId="{ADEEF08A-D719-4B50-A383-4105EDA2C206}" dt="2026-03-17T04:06:56.868" v="2782" actId="20577"/>
        <pc:sldMkLst>
          <pc:docMk/>
          <pc:sldMk cId="0" sldId="272"/>
        </pc:sldMkLst>
        <pc:spChg chg="mod">
          <ac:chgData name="Graf Thomas, SCS-INI-NET-VNC-E2E" userId="487bc3e3-9ce7-4cdd-b7b4-8899ea88d289" providerId="ADAL" clId="{ADEEF08A-D719-4B50-A383-4105EDA2C206}" dt="2026-03-15T07:29:48.596" v="2781" actId="20577"/>
          <ac:spMkLst>
            <pc:docMk/>
            <pc:sldMk cId="0" sldId="272"/>
            <ac:spMk id="5" creationId="{7AC0F6D0-09C7-5DA3-2396-EC6BDBBAFEDC}"/>
          </ac:spMkLst>
        </pc:spChg>
        <pc:spChg chg="mod">
          <ac:chgData name="Graf Thomas, SCS-INI-NET-VNC-E2E" userId="487bc3e3-9ce7-4cdd-b7b4-8899ea88d289" providerId="ADAL" clId="{ADEEF08A-D719-4B50-A383-4105EDA2C206}" dt="2026-03-17T04:06:56.868" v="2782" actId="20577"/>
          <ac:spMkLst>
            <pc:docMk/>
            <pc:sldMk cId="0" sldId="272"/>
            <ac:spMk id="1652" creationId="{00000000-0000-0000-0000-000000000000}"/>
          </ac:spMkLst>
        </pc:spChg>
        <pc:picChg chg="add mod">
          <ac:chgData name="Graf Thomas, SCS-INI-NET-VNC-E2E" userId="487bc3e3-9ce7-4cdd-b7b4-8899ea88d289" providerId="ADAL" clId="{ADEEF08A-D719-4B50-A383-4105EDA2C206}" dt="2026-03-15T04:34:01.535" v="2706" actId="14100"/>
          <ac:picMkLst>
            <pc:docMk/>
            <pc:sldMk cId="0" sldId="272"/>
            <ac:picMk id="1026" creationId="{5F1ABF85-44F3-317B-5F08-2E3C4A61905C}"/>
          </ac:picMkLst>
        </pc:picChg>
      </pc:sldChg>
      <pc:sldChg chg="modSp mod">
        <pc:chgData name="Graf Thomas, SCS-INI-NET-VNC-E2E" userId="487bc3e3-9ce7-4cdd-b7b4-8899ea88d289" providerId="ADAL" clId="{ADEEF08A-D719-4B50-A383-4105EDA2C206}" dt="2026-03-07T16:56:11.723" v="1189" actId="255"/>
        <pc:sldMkLst>
          <pc:docMk/>
          <pc:sldMk cId="3616314567" sldId="274"/>
        </pc:sldMkLst>
        <pc:spChg chg="mod">
          <ac:chgData name="Graf Thomas, SCS-INI-NET-VNC-E2E" userId="487bc3e3-9ce7-4cdd-b7b4-8899ea88d289" providerId="ADAL" clId="{ADEEF08A-D719-4B50-A383-4105EDA2C206}" dt="2026-03-07T16:55:42.300" v="1187" actId="20577"/>
          <ac:spMkLst>
            <pc:docMk/>
            <pc:sldMk cId="3616314567" sldId="274"/>
            <ac:spMk id="9" creationId="{A24BD4EE-319E-99D8-8524-268A6B1E7127}"/>
          </ac:spMkLst>
        </pc:spChg>
        <pc:spChg chg="mod">
          <ac:chgData name="Graf Thomas, SCS-INI-NET-VNC-E2E" userId="487bc3e3-9ce7-4cdd-b7b4-8899ea88d289" providerId="ADAL" clId="{ADEEF08A-D719-4B50-A383-4105EDA2C206}" dt="2026-03-07T16:56:11.723" v="1189" actId="255"/>
          <ac:spMkLst>
            <pc:docMk/>
            <pc:sldMk cId="3616314567" sldId="274"/>
            <ac:spMk id="10" creationId="{64A11574-7DDA-89DF-5BD5-1D5AFE7CCC3B}"/>
          </ac:spMkLst>
        </pc:spChg>
      </pc:sldChg>
      <pc:sldChg chg="addSp delSp modSp add mod">
        <pc:chgData name="Graf Thomas, SCS-INI-NET-VNC-E2E" userId="487bc3e3-9ce7-4cdd-b7b4-8899ea88d289" providerId="ADAL" clId="{ADEEF08A-D719-4B50-A383-4105EDA2C206}" dt="2026-03-15T04:31:45.678" v="2684" actId="20577"/>
        <pc:sldMkLst>
          <pc:docMk/>
          <pc:sldMk cId="984283064" sldId="275"/>
        </pc:sldMkLst>
        <pc:spChg chg="add mod">
          <ac:chgData name="Graf Thomas, SCS-INI-NET-VNC-E2E" userId="487bc3e3-9ce7-4cdd-b7b4-8899ea88d289" providerId="ADAL" clId="{ADEEF08A-D719-4B50-A383-4105EDA2C206}" dt="2026-03-08T07:19:59.621" v="1314" actId="108"/>
          <ac:spMkLst>
            <pc:docMk/>
            <pc:sldMk cId="984283064" sldId="275"/>
            <ac:spMk id="16" creationId="{AFFFE766-17F6-D669-4B6B-5FC7ED4069D7}"/>
          </ac:spMkLst>
        </pc:spChg>
        <pc:spChg chg="add mod">
          <ac:chgData name="Graf Thomas, SCS-INI-NET-VNC-E2E" userId="487bc3e3-9ce7-4cdd-b7b4-8899ea88d289" providerId="ADAL" clId="{ADEEF08A-D719-4B50-A383-4105EDA2C206}" dt="2026-03-08T07:16:15.707" v="1267" actId="1076"/>
          <ac:spMkLst>
            <pc:docMk/>
            <pc:sldMk cId="984283064" sldId="275"/>
            <ac:spMk id="18" creationId="{A350FCEA-6E80-6AEA-E88A-9B2A5E449AD1}"/>
          </ac:spMkLst>
        </pc:spChg>
        <pc:spChg chg="add mod">
          <ac:chgData name="Graf Thomas, SCS-INI-NET-VNC-E2E" userId="487bc3e3-9ce7-4cdd-b7b4-8899ea88d289" providerId="ADAL" clId="{ADEEF08A-D719-4B50-A383-4105EDA2C206}" dt="2026-03-08T07:16:20.217" v="1268" actId="1076"/>
          <ac:spMkLst>
            <pc:docMk/>
            <pc:sldMk cId="984283064" sldId="275"/>
            <ac:spMk id="24" creationId="{13C8B320-ACCB-6CC0-EC45-3317ED62B11B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1:45.678" v="2684" actId="20577"/>
          <ac:graphicFrameMkLst>
            <pc:docMk/>
            <pc:sldMk cId="984283064" sldId="275"/>
            <ac:graphicFrameMk id="17" creationId="{5ECCBFC6-73D0-E6BC-CB73-B40DF9A7AED2}"/>
          </ac:graphicFrameMkLst>
        </pc:graphicFrameChg>
        <pc:picChg chg="add mod">
          <ac:chgData name="Graf Thomas, SCS-INI-NET-VNC-E2E" userId="487bc3e3-9ce7-4cdd-b7b4-8899ea88d289" providerId="ADAL" clId="{ADEEF08A-D719-4B50-A383-4105EDA2C206}" dt="2026-03-08T07:16:04.497" v="1265" actId="1076"/>
          <ac:picMkLst>
            <pc:docMk/>
            <pc:sldMk cId="984283064" sldId="275"/>
            <ac:picMk id="19" creationId="{5A9D6B90-0053-C962-54DC-C5C0EDD4D9D4}"/>
          </ac:picMkLst>
        </pc:picChg>
      </pc:sldChg>
      <pc:sldChg chg="addSp delSp modSp add mod">
        <pc:chgData name="Graf Thomas, SCS-INI-NET-VNC-E2E" userId="487bc3e3-9ce7-4cdd-b7b4-8899ea88d289" providerId="ADAL" clId="{ADEEF08A-D719-4B50-A383-4105EDA2C206}" dt="2026-03-15T01:23:09.913" v="2674" actId="20577"/>
        <pc:sldMkLst>
          <pc:docMk/>
          <pc:sldMk cId="3462681431" sldId="276"/>
        </pc:sldMkLst>
        <pc:spChg chg="mod">
          <ac:chgData name="Graf Thomas, SCS-INI-NET-VNC-E2E" userId="487bc3e3-9ce7-4cdd-b7b4-8899ea88d289" providerId="ADAL" clId="{ADEEF08A-D719-4B50-A383-4105EDA2C206}" dt="2026-03-08T07:16:46.750" v="1271"/>
          <ac:spMkLst>
            <pc:docMk/>
            <pc:sldMk cId="3462681431" sldId="276"/>
            <ac:spMk id="16" creationId="{AAB3B5A3-BA47-369D-3D2B-5283DC573BC2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1:23:09.913" v="2674" actId="20577"/>
          <ac:graphicFrameMkLst>
            <pc:docMk/>
            <pc:sldMk cId="3462681431" sldId="276"/>
            <ac:graphicFrameMk id="3" creationId="{A107FAE6-D7B4-1153-52E9-1B1F1A1D3AD2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08T07:19:22.189" v="1306" actId="47"/>
        <pc:sldMkLst>
          <pc:docMk/>
          <pc:sldMk cId="2049176497" sldId="277"/>
        </pc:sldMkLst>
      </pc:sldChg>
      <pc:sldChg chg="addSp delSp modSp add mod ord">
        <pc:chgData name="Graf Thomas, SCS-INI-NET-VNC-E2E" userId="487bc3e3-9ce7-4cdd-b7b4-8899ea88d289" providerId="ADAL" clId="{ADEEF08A-D719-4B50-A383-4105EDA2C206}" dt="2026-03-15T04:32:43.129" v="2698" actId="20577"/>
        <pc:sldMkLst>
          <pc:docMk/>
          <pc:sldMk cId="2655069398" sldId="277"/>
        </pc:sldMkLst>
        <pc:spChg chg="mod">
          <ac:chgData name="Graf Thomas, SCS-INI-NET-VNC-E2E" userId="487bc3e3-9ce7-4cdd-b7b4-8899ea88d289" providerId="ADAL" clId="{ADEEF08A-D719-4B50-A383-4105EDA2C206}" dt="2026-03-08T07:19:43.393" v="1311"/>
          <ac:spMkLst>
            <pc:docMk/>
            <pc:sldMk cId="2655069398" sldId="277"/>
            <ac:spMk id="16" creationId="{501A433C-2098-C817-EE16-847A004F8D61}"/>
          </ac:spMkLst>
        </pc:spChg>
        <pc:spChg chg="mod">
          <ac:chgData name="Graf Thomas, SCS-INI-NET-VNC-E2E" userId="487bc3e3-9ce7-4cdd-b7b4-8899ea88d289" providerId="ADAL" clId="{ADEEF08A-D719-4B50-A383-4105EDA2C206}" dt="2026-03-09T12:00:30.346" v="1749" actId="1076"/>
          <ac:spMkLst>
            <pc:docMk/>
            <pc:sldMk cId="2655069398" sldId="277"/>
            <ac:spMk id="18" creationId="{5A963854-3EC6-087D-C527-92986F221A3B}"/>
          </ac:spMkLst>
        </pc:spChg>
        <pc:spChg chg="mod">
          <ac:chgData name="Graf Thomas, SCS-INI-NET-VNC-E2E" userId="487bc3e3-9ce7-4cdd-b7b4-8899ea88d289" providerId="ADAL" clId="{ADEEF08A-D719-4B50-A383-4105EDA2C206}" dt="2026-03-09T12:00:29.814" v="1748" actId="1076"/>
          <ac:spMkLst>
            <pc:docMk/>
            <pc:sldMk cId="2655069398" sldId="277"/>
            <ac:spMk id="24" creationId="{632D31C8-49EE-517B-5994-DB88257DDD8C}"/>
          </ac:spMkLst>
        </pc:spChg>
        <pc:graphicFrameChg chg="add mod modGraphic">
          <ac:chgData name="Graf Thomas, SCS-INI-NET-VNC-E2E" userId="487bc3e3-9ce7-4cdd-b7b4-8899ea88d289" providerId="ADAL" clId="{ADEEF08A-D719-4B50-A383-4105EDA2C206}" dt="2026-03-15T04:32:43.129" v="2698" actId="20577"/>
          <ac:graphicFrameMkLst>
            <pc:docMk/>
            <pc:sldMk cId="2655069398" sldId="277"/>
            <ac:graphicFrameMk id="3" creationId="{20D70089-A937-8B76-C6A7-4F44AECC93BB}"/>
          </ac:graphicFrameMkLst>
        </pc:graphicFrameChg>
      </pc:sldChg>
      <pc:sldChg chg="add del">
        <pc:chgData name="Graf Thomas, SCS-INI-NET-VNC-E2E" userId="487bc3e3-9ce7-4cdd-b7b4-8899ea88d289" providerId="ADAL" clId="{ADEEF08A-D719-4B50-A383-4105EDA2C206}" dt="2026-03-15T00:37:54.539" v="1803" actId="47"/>
        <pc:sldMkLst>
          <pc:docMk/>
          <pc:sldMk cId="1666044975" sldId="2145706265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540987064" sldId="2145706266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4253815995" sldId="2145706267"/>
        </pc:sldMkLst>
      </pc:sldChg>
      <pc:sldChg chg="addSp delSp modSp add del mod ord">
        <pc:chgData name="Graf Thomas, SCS-INI-NET-VNC-E2E" userId="487bc3e3-9ce7-4cdd-b7b4-8899ea88d289" providerId="ADAL" clId="{ADEEF08A-D719-4B50-A383-4105EDA2C206}" dt="2026-03-15T00:37:42.188" v="1802" actId="1076"/>
        <pc:sldMkLst>
          <pc:docMk/>
          <pc:sldMk cId="1952313376" sldId="2145706268"/>
        </pc:sldMkLst>
        <pc:spChg chg="mod">
          <ac:chgData name="Graf Thomas, SCS-INI-NET-VNC-E2E" userId="487bc3e3-9ce7-4cdd-b7b4-8899ea88d289" providerId="ADAL" clId="{ADEEF08A-D719-4B50-A383-4105EDA2C206}" dt="2026-03-15T00:36:47.461" v="1786" actId="20577"/>
          <ac:spMkLst>
            <pc:docMk/>
            <pc:sldMk cId="1952313376" sldId="2145706268"/>
            <ac:spMk id="2" creationId="{27A87DDB-21B5-67D8-ADB5-503A3599E15E}"/>
          </ac:spMkLst>
        </pc:spChg>
        <pc:picChg chg="add mod">
          <ac:chgData name="Graf Thomas, SCS-INI-NET-VNC-E2E" userId="487bc3e3-9ce7-4cdd-b7b4-8899ea88d289" providerId="ADAL" clId="{ADEEF08A-D719-4B50-A383-4105EDA2C206}" dt="2026-03-15T00:37:01.991" v="1789" actId="1076"/>
          <ac:picMkLst>
            <pc:docMk/>
            <pc:sldMk cId="1952313376" sldId="2145706268"/>
            <ac:picMk id="3" creationId="{14E3782D-487C-5895-C400-7CFF02FE9C0E}"/>
          </ac:picMkLst>
        </pc:picChg>
        <pc:picChg chg="add mod">
          <ac:chgData name="Graf Thomas, SCS-INI-NET-VNC-E2E" userId="487bc3e3-9ce7-4cdd-b7b4-8899ea88d289" providerId="ADAL" clId="{ADEEF08A-D719-4B50-A383-4105EDA2C206}" dt="2026-03-15T00:37:08.921" v="1792" actId="1076"/>
          <ac:picMkLst>
            <pc:docMk/>
            <pc:sldMk cId="1952313376" sldId="2145706268"/>
            <ac:picMk id="5" creationId="{27627A04-5ACB-2493-F722-488169BA1AA6}"/>
          </ac:picMkLst>
        </pc:picChg>
        <pc:picChg chg="add mod">
          <ac:chgData name="Graf Thomas, SCS-INI-NET-VNC-E2E" userId="487bc3e3-9ce7-4cdd-b7b4-8899ea88d289" providerId="ADAL" clId="{ADEEF08A-D719-4B50-A383-4105EDA2C206}" dt="2026-03-15T00:37:17.651" v="1795" actId="1076"/>
          <ac:picMkLst>
            <pc:docMk/>
            <pc:sldMk cId="1952313376" sldId="2145706268"/>
            <ac:picMk id="8" creationId="{B9EAFCCD-78F9-ED7E-C5F6-4CDC0A91112C}"/>
          </ac:picMkLst>
        </pc:picChg>
        <pc:picChg chg="add mod">
          <ac:chgData name="Graf Thomas, SCS-INI-NET-VNC-E2E" userId="487bc3e3-9ce7-4cdd-b7b4-8899ea88d289" providerId="ADAL" clId="{ADEEF08A-D719-4B50-A383-4105EDA2C206}" dt="2026-03-15T00:37:24.085" v="1798" actId="1076"/>
          <ac:picMkLst>
            <pc:docMk/>
            <pc:sldMk cId="1952313376" sldId="2145706268"/>
            <ac:picMk id="10" creationId="{244EEFF8-28EB-AABD-B98B-022445B5DEE3}"/>
          </ac:picMkLst>
        </pc:picChg>
        <pc:picChg chg="add mod">
          <ac:chgData name="Graf Thomas, SCS-INI-NET-VNC-E2E" userId="487bc3e3-9ce7-4cdd-b7b4-8899ea88d289" providerId="ADAL" clId="{ADEEF08A-D719-4B50-A383-4105EDA2C206}" dt="2026-03-15T00:37:31.824" v="1800" actId="1076"/>
          <ac:picMkLst>
            <pc:docMk/>
            <pc:sldMk cId="1952313376" sldId="2145706268"/>
            <ac:picMk id="11" creationId="{28E9142F-731D-24E6-01FD-F7E525BD8425}"/>
          </ac:picMkLst>
        </pc:picChg>
        <pc:picChg chg="add mod">
          <ac:chgData name="Graf Thomas, SCS-INI-NET-VNC-E2E" userId="487bc3e3-9ce7-4cdd-b7b4-8899ea88d289" providerId="ADAL" clId="{ADEEF08A-D719-4B50-A383-4105EDA2C206}" dt="2026-03-15T00:37:42.188" v="1802" actId="1076"/>
          <ac:picMkLst>
            <pc:docMk/>
            <pc:sldMk cId="1952313376" sldId="2145706268"/>
            <ac:picMk id="12" creationId="{78661CE5-AB28-C054-5975-391B82CC0D79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2648605167" sldId="2145706269"/>
        </pc:sldMkLst>
      </pc:sldChg>
      <pc:sldChg chg="addSp delSp modSp add mod">
        <pc:chgData name="Graf Thomas, SCS-INI-NET-VNC-E2E" userId="487bc3e3-9ce7-4cdd-b7b4-8899ea88d289" providerId="ADAL" clId="{ADEEF08A-D719-4B50-A383-4105EDA2C206}" dt="2026-03-15T01:01:58.871" v="2668" actId="20577"/>
        <pc:sldMkLst>
          <pc:docMk/>
          <pc:sldMk cId="2993795036" sldId="2145706269"/>
        </pc:sldMkLst>
        <pc:spChg chg="mod">
          <ac:chgData name="Graf Thomas, SCS-INI-NET-VNC-E2E" userId="487bc3e3-9ce7-4cdd-b7b4-8899ea88d289" providerId="ADAL" clId="{ADEEF08A-D719-4B50-A383-4105EDA2C206}" dt="2026-03-15T01:01:43.559" v="2662" actId="20577"/>
          <ac:spMkLst>
            <pc:docMk/>
            <pc:sldMk cId="2993795036" sldId="2145706269"/>
            <ac:spMk id="2" creationId="{0A869892-8D71-893A-C801-A1A881544976}"/>
          </ac:spMkLst>
        </pc:spChg>
        <pc:spChg chg="mod">
          <ac:chgData name="Graf Thomas, SCS-INI-NET-VNC-E2E" userId="487bc3e3-9ce7-4cdd-b7b4-8899ea88d289" providerId="ADAL" clId="{ADEEF08A-D719-4B50-A383-4105EDA2C206}" dt="2026-03-15T01:01:58.871" v="2668" actId="20577"/>
          <ac:spMkLst>
            <pc:docMk/>
            <pc:sldMk cId="2993795036" sldId="2145706269"/>
            <ac:spMk id="4" creationId="{53414349-C8F0-A8B2-1397-DF24059FF38F}"/>
          </ac:spMkLst>
        </pc:sp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3" creationId="{1983A747-B840-E9CA-7C18-DCEC9909EED6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5" creationId="{F1EB5948-AF15-F73D-B99D-F9E013D914A7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8" creationId="{99F0D138-AEE8-CB17-EDA1-92BCB9E8CB72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0" creationId="{6944193D-46D1-6535-16F9-F941811D4571}"/>
          </ac:picMkLst>
        </pc:picChg>
        <pc:picChg chg="add 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1" creationId="{D300F229-8A7E-A488-E67C-9E5DBA5823CE}"/>
          </ac:picMkLst>
        </pc:picChg>
        <pc:picChg chg="add mod">
          <ac:chgData name="Graf Thomas, SCS-INI-NET-VNC-E2E" userId="487bc3e3-9ce7-4cdd-b7b4-8899ea88d289" providerId="ADAL" clId="{ADEEF08A-D719-4B50-A383-4105EDA2C206}" dt="2026-03-15T00:58:08.788" v="2585" actId="1076"/>
          <ac:picMkLst>
            <pc:docMk/>
            <pc:sldMk cId="2993795036" sldId="2145706269"/>
            <ac:picMk id="12" creationId="{9FE52380-46B9-16E4-1BE1-A7FCC78C7C43}"/>
          </ac:picMkLst>
        </pc:picChg>
        <pc:picChg chg="add mod">
          <ac:chgData name="Graf Thomas, SCS-INI-NET-VNC-E2E" userId="487bc3e3-9ce7-4cdd-b7b4-8899ea88d289" providerId="ADAL" clId="{ADEEF08A-D719-4B50-A383-4105EDA2C206}" dt="2026-03-15T00:58:14.990" v="2587" actId="1076"/>
          <ac:picMkLst>
            <pc:docMk/>
            <pc:sldMk cId="2993795036" sldId="2145706269"/>
            <ac:picMk id="13" creationId="{A3B993C9-B476-E507-AC15-A1BDF82A4106}"/>
          </ac:picMkLst>
        </pc:picChg>
        <pc:picChg chg="add mod">
          <ac:chgData name="Graf Thomas, SCS-INI-NET-VNC-E2E" userId="487bc3e3-9ce7-4cdd-b7b4-8899ea88d289" providerId="ADAL" clId="{ADEEF08A-D719-4B50-A383-4105EDA2C206}" dt="2026-03-15T01:01:50.869" v="2664" actId="1076"/>
          <ac:picMkLst>
            <pc:docMk/>
            <pc:sldMk cId="2993795036" sldId="2145706269"/>
            <ac:picMk id="14" creationId="{5811DA5E-FCEA-CF0C-2230-8CADE7381341}"/>
          </ac:picMkLst>
        </pc:picChg>
        <pc:picChg chg="mod">
          <ac:chgData name="Graf Thomas, SCS-INI-NET-VNC-E2E" userId="487bc3e3-9ce7-4cdd-b7b4-8899ea88d289" providerId="ADAL" clId="{ADEEF08A-D719-4B50-A383-4105EDA2C206}" dt="2026-03-15T00:58:03.356" v="2583" actId="1076"/>
          <ac:picMkLst>
            <pc:docMk/>
            <pc:sldMk cId="2993795036" sldId="2145706269"/>
            <ac:picMk id="17" creationId="{29BA4C7B-D7E4-6B2C-091B-503723F2D961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600721268" sldId="2145706270"/>
        </pc:sldMkLst>
      </pc:sldChg>
      <pc:sldChg chg="del">
        <pc:chgData name="Graf Thomas, SCS-INI-NET-VNC-E2E" userId="487bc3e3-9ce7-4cdd-b7b4-8899ea88d289" providerId="ADAL" clId="{ADEEF08A-D719-4B50-A383-4105EDA2C206}" dt="2026-03-08T07:00:29.581" v="1192" actId="47"/>
        <pc:sldMkLst>
          <pc:docMk/>
          <pc:sldMk cId="121876988" sldId="21457062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Slide" type="title">
  <p:cSld name="TITLE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685800" y="1597820"/>
            <a:ext cx="7772400" cy="1102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914400" lvl="1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1828800" lvl="3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2286000" lvl="4" indent="-228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TITLE_AND_BOD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wo Content">
  <p:cSld name="1_Two Conten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6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4038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marL="914400" lvl="1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marL="1371600" lvl="2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marL="1828800" lvl="3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marL="2286000" lvl="4" indent="-406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Comparison">
  <p:cSld name="1_Comparison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7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188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4pPr>
            <a:lvl5pPr marL="2286000" lvl="4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sz="2400" b="1"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2"/>
          </p:nvPr>
        </p:nvSpPr>
        <p:spPr>
          <a:xfrm>
            <a:off x="4645030" y="1151334"/>
            <a:ext cx="4041776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oogle Shape;73;p1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74" name="Google Shape;74;p1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75" name="Google Shape;75;p1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76" name="Google Shape;76;p1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77" name="Google Shape;77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" name="Google Shape;78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" name="Google Shape;79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0" name="Google Shape;80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" name="Google Shape;81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" name="Google Shape;82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" name="Google Shape;83;p1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" name="Google Shape;84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" name="Google Shape;85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" name="Google Shape;86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" name="Google Shape;87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" name="Google Shape;88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" name="Google Shape;89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" name="Google Shape;90;p1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1" name="Google Shape;91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" name="Google Shape;92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" name="Google Shape;93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" name="Google Shape;94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" name="Google Shape;95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" name="Google Shape;96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" name="Google Shape;97;p1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8" name="Google Shape;98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" name="Google Shape;99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" name="Google Shape;100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" name="Google Shape;101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" name="Google Shape;102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" name="Google Shape;103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4" name="Google Shape;104;p1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" name="Google Shape;105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" name="Google Shape;106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" name="Google Shape;107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" name="Google Shape;108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" name="Google Shape;109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" name="Google Shape;110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" name="Google Shape;111;p1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2" name="Google Shape;112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" name="Google Shape;113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" name="Google Shape;114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" name="Google Shape;115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" name="Google Shape;116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" name="Google Shape;117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" name="Google Shape;118;p1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" name="Google Shape;119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" name="Google Shape;120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" name="Google Shape;121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" name="Google Shape;122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" name="Google Shape;123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" name="Google Shape;124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" name="Google Shape;125;p1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6" name="Google Shape;126;p1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" name="Google Shape;127;p1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" name="Google Shape;128;p1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" name="Google Shape;129;p1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" name="Google Shape;130;p1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" name="Google Shape;131;p1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2" name="Google Shape;132;p1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3" name="Google Shape;133;p1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4" name="Google Shape;134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" name="Google Shape;135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" name="Google Shape;136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" name="Google Shape;137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" name="Google Shape;138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" name="Google Shape;139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" name="Google Shape;140;p1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1" name="Google Shape;141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2" name="Google Shape;142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3" name="Google Shape;143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4" name="Google Shape;144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5" name="Google Shape;145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6" name="Google Shape;146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7" name="Google Shape;147;p1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8" name="Google Shape;148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9" name="Google Shape;149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0" name="Google Shape;150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1" name="Google Shape;151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2" name="Google Shape;152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3" name="Google Shape;153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54" name="Google Shape;154;p1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55" name="Google Shape;155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6" name="Google Shape;156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7" name="Google Shape;157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8" name="Google Shape;158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59" name="Google Shape;159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0" name="Google Shape;160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1" name="Google Shape;161;p1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2" name="Google Shape;162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3" name="Google Shape;163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4" name="Google Shape;164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5" name="Google Shape;165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6" name="Google Shape;166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67" name="Google Shape;167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68" name="Google Shape;168;p1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69" name="Google Shape;169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0" name="Google Shape;170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1" name="Google Shape;171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2" name="Google Shape;172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3" name="Google Shape;173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4" name="Google Shape;174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75" name="Google Shape;175;p1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76" name="Google Shape;176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7" name="Google Shape;177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8" name="Google Shape;178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79" name="Google Shape;179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0" name="Google Shape;180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1" name="Google Shape;181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82" name="Google Shape;182;p1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83" name="Google Shape;183;p1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4" name="Google Shape;184;p1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5" name="Google Shape;185;p1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6" name="Google Shape;186;p1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7" name="Google Shape;187;p1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88" name="Google Shape;188;p1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89" name="Google Shape;189;p1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90" name="Google Shape;190;p1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18"/>
          <p:cNvSpPr txBox="1">
            <a:spLocks noGrp="1"/>
          </p:cNvSpPr>
          <p:nvPr>
            <p:ph type="title"/>
          </p:nvPr>
        </p:nvSpPr>
        <p:spPr>
          <a:xfrm>
            <a:off x="685800" y="1597819"/>
            <a:ext cx="7772400" cy="1102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8"/>
          <p:cNvSpPr txBox="1">
            <a:spLocks noGrp="1"/>
          </p:cNvSpPr>
          <p:nvPr>
            <p:ph type="body" idx="1"/>
          </p:nvPr>
        </p:nvSpPr>
        <p:spPr>
          <a:xfrm>
            <a:off x="1371600" y="2914650"/>
            <a:ext cx="6400800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3" name="Google Shape;193;p1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Content">
  <p:cSld name="Title and Content"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5" name="Google Shape;195;p19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96" name="Google Shape;196;p19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97" name="Google Shape;197;p19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98" name="Google Shape;198;p19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99" name="Google Shape;199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0" name="Google Shape;200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1" name="Google Shape;201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2" name="Google Shape;202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3" name="Google Shape;203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4" name="Google Shape;204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05" name="Google Shape;205;p19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06" name="Google Shape;206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7" name="Google Shape;207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8" name="Google Shape;208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09" name="Google Shape;209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0" name="Google Shape;210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1" name="Google Shape;211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2" name="Google Shape;212;p19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13" name="Google Shape;213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4" name="Google Shape;214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5" name="Google Shape;215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6" name="Google Shape;216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7" name="Google Shape;217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18" name="Google Shape;218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19" name="Google Shape;219;p19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0" name="Google Shape;220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1" name="Google Shape;221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2" name="Google Shape;222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3" name="Google Shape;223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4" name="Google Shape;224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5" name="Google Shape;225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26" name="Google Shape;226;p19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27" name="Google Shape;227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8" name="Google Shape;228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29" name="Google Shape;229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0" name="Google Shape;230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1" name="Google Shape;231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2" name="Google Shape;232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33" name="Google Shape;233;p19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34" name="Google Shape;234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5" name="Google Shape;235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6" name="Google Shape;236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7" name="Google Shape;237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8" name="Google Shape;238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39" name="Google Shape;239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0" name="Google Shape;240;p19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1" name="Google Shape;241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2" name="Google Shape;242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3" name="Google Shape;243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4" name="Google Shape;244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5" name="Google Shape;245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6" name="Google Shape;246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47" name="Google Shape;247;p19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248" name="Google Shape;248;p19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49" name="Google Shape;249;p19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0" name="Google Shape;250;p19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1" name="Google Shape;251;p19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2" name="Google Shape;252;p19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3" name="Google Shape;253;p19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254" name="Google Shape;254;p19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255" name="Google Shape;255;p19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256" name="Google Shape;256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7" name="Google Shape;257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8" name="Google Shape;258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59" name="Google Shape;259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0" name="Google Shape;260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1" name="Google Shape;261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2" name="Google Shape;262;p19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63" name="Google Shape;263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4" name="Google Shape;264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5" name="Google Shape;265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6" name="Google Shape;266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7" name="Google Shape;267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68" name="Google Shape;268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69" name="Google Shape;269;p19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0" name="Google Shape;270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1" name="Google Shape;271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2" name="Google Shape;272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3" name="Google Shape;273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4" name="Google Shape;274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5" name="Google Shape;275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76" name="Google Shape;276;p19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77" name="Google Shape;277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8" name="Google Shape;278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79" name="Google Shape;279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0" name="Google Shape;280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1" name="Google Shape;281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2" name="Google Shape;282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83" name="Google Shape;283;p19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84" name="Google Shape;284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5" name="Google Shape;285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6" name="Google Shape;286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7" name="Google Shape;287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8" name="Google Shape;288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89" name="Google Shape;289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0" name="Google Shape;290;p19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1" name="Google Shape;291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2" name="Google Shape;292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3" name="Google Shape;293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4" name="Google Shape;294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5" name="Google Shape;295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6" name="Google Shape;296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297" name="Google Shape;297;p19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298" name="Google Shape;298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299" name="Google Shape;299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0" name="Google Shape;300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1" name="Google Shape;301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2" name="Google Shape;302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3" name="Google Shape;303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04" name="Google Shape;304;p19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05" name="Google Shape;305;p19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6" name="Google Shape;306;p19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7" name="Google Shape;307;p19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8" name="Google Shape;308;p19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09" name="Google Shape;309;p19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10" name="Google Shape;310;p19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311" name="Google Shape;311;p19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12" name="Google Shape;312;p19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19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 Header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20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318" name="Google Shape;318;p20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319" name="Google Shape;319;p20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320" name="Google Shape;320;p20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321" name="Google Shape;321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2" name="Google Shape;322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3" name="Google Shape;323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4" name="Google Shape;324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5" name="Google Shape;325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6" name="Google Shape;326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27" name="Google Shape;327;p20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28" name="Google Shape;328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29" name="Google Shape;329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0" name="Google Shape;330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1" name="Google Shape;331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2" name="Google Shape;332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3" name="Google Shape;333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34" name="Google Shape;334;p20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35" name="Google Shape;335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6" name="Google Shape;336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7" name="Google Shape;337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8" name="Google Shape;338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39" name="Google Shape;339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0" name="Google Shape;340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1" name="Google Shape;341;p20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2" name="Google Shape;342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3" name="Google Shape;343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4" name="Google Shape;344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5" name="Google Shape;345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6" name="Google Shape;346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47" name="Google Shape;347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48" name="Google Shape;348;p20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49" name="Google Shape;349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0" name="Google Shape;350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1" name="Google Shape;351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2" name="Google Shape;352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3" name="Google Shape;353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4" name="Google Shape;354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55" name="Google Shape;355;p20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56" name="Google Shape;356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7" name="Google Shape;357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8" name="Google Shape;358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59" name="Google Shape;359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0" name="Google Shape;360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1" name="Google Shape;361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2" name="Google Shape;362;p20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63" name="Google Shape;363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4" name="Google Shape;364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5" name="Google Shape;365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6" name="Google Shape;366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7" name="Google Shape;367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68" name="Google Shape;368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69" name="Google Shape;369;p20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370" name="Google Shape;370;p20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1" name="Google Shape;371;p20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2" name="Google Shape;372;p20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3" name="Google Shape;373;p20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4" name="Google Shape;374;p20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5" name="Google Shape;375;p20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376" name="Google Shape;376;p20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377" name="Google Shape;377;p20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378" name="Google Shape;378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79" name="Google Shape;379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0" name="Google Shape;380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1" name="Google Shape;381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2" name="Google Shape;382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3" name="Google Shape;383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84" name="Google Shape;384;p20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85" name="Google Shape;385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6" name="Google Shape;386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7" name="Google Shape;387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8" name="Google Shape;388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89" name="Google Shape;389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0" name="Google Shape;390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1" name="Google Shape;391;p20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2" name="Google Shape;392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3" name="Google Shape;393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4" name="Google Shape;394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5" name="Google Shape;395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6" name="Google Shape;396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397" name="Google Shape;397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398" name="Google Shape;398;p20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399" name="Google Shape;399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0" name="Google Shape;400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1" name="Google Shape;401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2" name="Google Shape;402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3" name="Google Shape;403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4" name="Google Shape;404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05" name="Google Shape;405;p20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06" name="Google Shape;406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7" name="Google Shape;407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8" name="Google Shape;408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09" name="Google Shape;409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0" name="Google Shape;410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1" name="Google Shape;411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2" name="Google Shape;412;p20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13" name="Google Shape;413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4" name="Google Shape;414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5" name="Google Shape;415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6" name="Google Shape;416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7" name="Google Shape;417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18" name="Google Shape;418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19" name="Google Shape;419;p20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0" name="Google Shape;420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1" name="Google Shape;421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2" name="Google Shape;422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3" name="Google Shape;423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4" name="Google Shape;424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5" name="Google Shape;425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26" name="Google Shape;426;p20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427" name="Google Shape;427;p20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8" name="Google Shape;428;p20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29" name="Google Shape;429;p20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0" name="Google Shape;430;p20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1" name="Google Shape;431;p20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32" name="Google Shape;432;p20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433" name="Google Shape;433;p20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34" name="Google Shape;434;p20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20"/>
          <p:cNvSpPr txBox="1">
            <a:spLocks noGrp="1"/>
          </p:cNvSpPr>
          <p:nvPr>
            <p:ph type="title"/>
          </p:nvPr>
        </p:nvSpPr>
        <p:spPr>
          <a:xfrm>
            <a:off x="722435" y="3305176"/>
            <a:ext cx="7772401" cy="1021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Times New Roman"/>
              <a:buNone/>
              <a:defRPr sz="3000" b="1" cap="none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20"/>
          <p:cNvSpPr txBox="1">
            <a:spLocks noGrp="1"/>
          </p:cNvSpPr>
          <p:nvPr>
            <p:ph type="body" idx="1"/>
          </p:nvPr>
        </p:nvSpPr>
        <p:spPr>
          <a:xfrm>
            <a:off x="722435" y="2180034"/>
            <a:ext cx="7772401" cy="1125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 sz="15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7" name="Google Shape;437;p20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Content">
  <p:cSld name="Two Content"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9" name="Google Shape;439;p21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440" name="Google Shape;440;p21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441" name="Google Shape;441;p21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442" name="Google Shape;442;p21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443" name="Google Shape;443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4" name="Google Shape;444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5" name="Google Shape;445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6" name="Google Shape;446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7" name="Google Shape;447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48" name="Google Shape;448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49" name="Google Shape;449;p21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0" name="Google Shape;450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1" name="Google Shape;451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2" name="Google Shape;452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3" name="Google Shape;453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4" name="Google Shape;454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5" name="Google Shape;455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56" name="Google Shape;456;p21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57" name="Google Shape;457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8" name="Google Shape;458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59" name="Google Shape;459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0" name="Google Shape;460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1" name="Google Shape;461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2" name="Google Shape;462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63" name="Google Shape;463;p21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64" name="Google Shape;464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5" name="Google Shape;465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6" name="Google Shape;466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7" name="Google Shape;467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8" name="Google Shape;468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69" name="Google Shape;469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0" name="Google Shape;470;p21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1" name="Google Shape;471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2" name="Google Shape;472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3" name="Google Shape;473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4" name="Google Shape;474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5" name="Google Shape;475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6" name="Google Shape;476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77" name="Google Shape;477;p21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78" name="Google Shape;478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79" name="Google Shape;479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0" name="Google Shape;480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1" name="Google Shape;481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2" name="Google Shape;482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3" name="Google Shape;483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84" name="Google Shape;484;p21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85" name="Google Shape;485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6" name="Google Shape;486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7" name="Google Shape;487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8" name="Google Shape;488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89" name="Google Shape;489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0" name="Google Shape;490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491" name="Google Shape;491;p21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492" name="Google Shape;492;p21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3" name="Google Shape;493;p21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4" name="Google Shape;494;p21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5" name="Google Shape;495;p21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6" name="Google Shape;496;p21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497" name="Google Shape;497;p21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498" name="Google Shape;498;p21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499" name="Google Shape;499;p21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500" name="Google Shape;500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1" name="Google Shape;501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2" name="Google Shape;502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3" name="Google Shape;503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4" name="Google Shape;504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5" name="Google Shape;505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06" name="Google Shape;506;p21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07" name="Google Shape;507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8" name="Google Shape;508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09" name="Google Shape;509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0" name="Google Shape;510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1" name="Google Shape;511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2" name="Google Shape;512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13" name="Google Shape;513;p21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14" name="Google Shape;514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5" name="Google Shape;515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6" name="Google Shape;516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7" name="Google Shape;517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8" name="Google Shape;518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19" name="Google Shape;519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0" name="Google Shape;520;p21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1" name="Google Shape;521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2" name="Google Shape;522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3" name="Google Shape;523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4" name="Google Shape;524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5" name="Google Shape;525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6" name="Google Shape;526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27" name="Google Shape;527;p21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28" name="Google Shape;528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29" name="Google Shape;529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0" name="Google Shape;530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1" name="Google Shape;531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2" name="Google Shape;532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3" name="Google Shape;533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34" name="Google Shape;534;p21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35" name="Google Shape;535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6" name="Google Shape;536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7" name="Google Shape;537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8" name="Google Shape;538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39" name="Google Shape;539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0" name="Google Shape;540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1" name="Google Shape;541;p21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2" name="Google Shape;542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3" name="Google Shape;543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4" name="Google Shape;544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5" name="Google Shape;545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6" name="Google Shape;546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47" name="Google Shape;547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48" name="Google Shape;548;p21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549" name="Google Shape;549;p21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0" name="Google Shape;550;p21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1" name="Google Shape;551;p21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2" name="Google Shape;552;p21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3" name="Google Shape;553;p21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54" name="Google Shape;554;p21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555" name="Google Shape;555;p21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56" name="Google Shape;556;p21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21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58" name="Google Shape;558;p21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3511063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defRPr sz="21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9" name="Google Shape;559;p21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mparison">
  <p:cSld name="Comparison"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1" name="Google Shape;561;p22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562" name="Google Shape;562;p22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563" name="Google Shape;563;p22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564" name="Google Shape;564;p22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565" name="Google Shape;565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6" name="Google Shape;566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7" name="Google Shape;567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8" name="Google Shape;568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69" name="Google Shape;569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0" name="Google Shape;570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1" name="Google Shape;571;p22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2" name="Google Shape;572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3" name="Google Shape;573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4" name="Google Shape;574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5" name="Google Shape;575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6" name="Google Shape;576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77" name="Google Shape;577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78" name="Google Shape;578;p22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79" name="Google Shape;579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0" name="Google Shape;580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1" name="Google Shape;581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2" name="Google Shape;582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3" name="Google Shape;583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4" name="Google Shape;584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85" name="Google Shape;585;p22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86" name="Google Shape;586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7" name="Google Shape;587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8" name="Google Shape;588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89" name="Google Shape;589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0" name="Google Shape;590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1" name="Google Shape;591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2" name="Google Shape;592;p22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593" name="Google Shape;593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4" name="Google Shape;594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5" name="Google Shape;595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6" name="Google Shape;596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7" name="Google Shape;597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598" name="Google Shape;598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599" name="Google Shape;599;p22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0" name="Google Shape;600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1" name="Google Shape;601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2" name="Google Shape;602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3" name="Google Shape;603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4" name="Google Shape;604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5" name="Google Shape;605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06" name="Google Shape;606;p22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07" name="Google Shape;607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8" name="Google Shape;608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09" name="Google Shape;609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0" name="Google Shape;610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1" name="Google Shape;611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2" name="Google Shape;612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13" name="Google Shape;613;p22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14" name="Google Shape;614;p22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5" name="Google Shape;615;p22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6" name="Google Shape;616;p22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7" name="Google Shape;617;p22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8" name="Google Shape;618;p22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19" name="Google Shape;619;p22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620" name="Google Shape;620;p22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621" name="Google Shape;621;p22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622" name="Google Shape;622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3" name="Google Shape;623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4" name="Google Shape;624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5" name="Google Shape;625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6" name="Google Shape;626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27" name="Google Shape;627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28" name="Google Shape;628;p22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29" name="Google Shape;629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0" name="Google Shape;630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1" name="Google Shape;631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2" name="Google Shape;632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3" name="Google Shape;633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4" name="Google Shape;634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35" name="Google Shape;635;p22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36" name="Google Shape;636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7" name="Google Shape;637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8" name="Google Shape;638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39" name="Google Shape;639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0" name="Google Shape;640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1" name="Google Shape;641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2" name="Google Shape;642;p22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43" name="Google Shape;643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4" name="Google Shape;644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5" name="Google Shape;645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6" name="Google Shape;646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7" name="Google Shape;647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48" name="Google Shape;648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49" name="Google Shape;649;p22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0" name="Google Shape;650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1" name="Google Shape;651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2" name="Google Shape;652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3" name="Google Shape;653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4" name="Google Shape;654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5" name="Google Shape;655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56" name="Google Shape;656;p22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57" name="Google Shape;657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8" name="Google Shape;658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59" name="Google Shape;659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0" name="Google Shape;660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1" name="Google Shape;661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2" name="Google Shape;662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63" name="Google Shape;663;p22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64" name="Google Shape;664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5" name="Google Shape;665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6" name="Google Shape;666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7" name="Google Shape;667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8" name="Google Shape;668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69" name="Google Shape;669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70" name="Google Shape;670;p22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671" name="Google Shape;671;p22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2" name="Google Shape;672;p22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3" name="Google Shape;673;p22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4" name="Google Shape;674;p22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5" name="Google Shape;675;p22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76" name="Google Shape;676;p22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677" name="Google Shape;677;p22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678" name="Google Shape;678;p22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22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80" name="Google Shape;680;p22"/>
          <p:cNvSpPr txBox="1">
            <a:spLocks noGrp="1"/>
          </p:cNvSpPr>
          <p:nvPr>
            <p:ph type="body" idx="1"/>
          </p:nvPr>
        </p:nvSpPr>
        <p:spPr>
          <a:xfrm>
            <a:off x="457200" y="1151334"/>
            <a:ext cx="4040067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1" name="Google Shape;681;p22"/>
          <p:cNvSpPr txBox="1">
            <a:spLocks noGrp="1"/>
          </p:cNvSpPr>
          <p:nvPr>
            <p:ph type="body" idx="2"/>
          </p:nvPr>
        </p:nvSpPr>
        <p:spPr>
          <a:xfrm>
            <a:off x="4645269" y="1151334"/>
            <a:ext cx="4041531" cy="4798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2" name="Google Shape;682;p22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 Only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23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685" name="Google Shape;685;p23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686" name="Google Shape;686;p23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687" name="Google Shape;687;p23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688" name="Google Shape;688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89" name="Google Shape;689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0" name="Google Shape;690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1" name="Google Shape;691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2" name="Google Shape;692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3" name="Google Shape;693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694" name="Google Shape;694;p23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695" name="Google Shape;695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6" name="Google Shape;696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7" name="Google Shape;697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8" name="Google Shape;698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699" name="Google Shape;699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0" name="Google Shape;700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1" name="Google Shape;701;p23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2" name="Google Shape;702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3" name="Google Shape;703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4" name="Google Shape;704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5" name="Google Shape;705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6" name="Google Shape;706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07" name="Google Shape;707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08" name="Google Shape;708;p23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09" name="Google Shape;709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0" name="Google Shape;710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1" name="Google Shape;711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2" name="Google Shape;712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3" name="Google Shape;713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4" name="Google Shape;714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15" name="Google Shape;715;p23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16" name="Google Shape;716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7" name="Google Shape;717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8" name="Google Shape;718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19" name="Google Shape;719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0" name="Google Shape;720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1" name="Google Shape;721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2" name="Google Shape;722;p23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23" name="Google Shape;723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4" name="Google Shape;724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5" name="Google Shape;725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6" name="Google Shape;726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7" name="Google Shape;727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28" name="Google Shape;728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29" name="Google Shape;729;p23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0" name="Google Shape;730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1" name="Google Shape;731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2" name="Google Shape;732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3" name="Google Shape;733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4" name="Google Shape;734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5" name="Google Shape;735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36" name="Google Shape;736;p23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737" name="Google Shape;737;p23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8" name="Google Shape;738;p23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39" name="Google Shape;739;p23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0" name="Google Shape;740;p23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1" name="Google Shape;741;p23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2" name="Google Shape;742;p23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743" name="Google Shape;743;p23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744" name="Google Shape;744;p23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745" name="Google Shape;745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6" name="Google Shape;746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7" name="Google Shape;747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8" name="Google Shape;748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49" name="Google Shape;749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0" name="Google Shape;750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1" name="Google Shape;751;p23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2" name="Google Shape;752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3" name="Google Shape;753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4" name="Google Shape;754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5" name="Google Shape;755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6" name="Google Shape;756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57" name="Google Shape;757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58" name="Google Shape;758;p23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59" name="Google Shape;759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0" name="Google Shape;760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1" name="Google Shape;761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2" name="Google Shape;762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3" name="Google Shape;763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4" name="Google Shape;764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65" name="Google Shape;765;p23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66" name="Google Shape;766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7" name="Google Shape;767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8" name="Google Shape;768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69" name="Google Shape;769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0" name="Google Shape;770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1" name="Google Shape;771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2" name="Google Shape;772;p23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73" name="Google Shape;773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4" name="Google Shape;774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5" name="Google Shape;775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6" name="Google Shape;776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7" name="Google Shape;777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78" name="Google Shape;778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79" name="Google Shape;779;p23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0" name="Google Shape;780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1" name="Google Shape;781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2" name="Google Shape;782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3" name="Google Shape;783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4" name="Google Shape;784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5" name="Google Shape;785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86" name="Google Shape;786;p23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87" name="Google Shape;787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8" name="Google Shape;788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89" name="Google Shape;789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0" name="Google Shape;790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1" name="Google Shape;791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2" name="Google Shape;792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793" name="Google Shape;793;p23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794" name="Google Shape;794;p23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5" name="Google Shape;795;p23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6" name="Google Shape;796;p23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7" name="Google Shape;797;p23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8" name="Google Shape;798;p23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799" name="Google Shape;799;p23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800" name="Google Shape;800;p23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801" name="Google Shape;801;p23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802" name="Google Shape;802;p23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803" name="Google Shape;803;p23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>
  <p:cSld name="Blank"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5" name="Google Shape;805;p24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806" name="Google Shape;806;p24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807" name="Google Shape;807;p24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808" name="Google Shape;808;p24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809" name="Google Shape;809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0" name="Google Shape;810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1" name="Google Shape;811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2" name="Google Shape;812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3" name="Google Shape;813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4" name="Google Shape;814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15" name="Google Shape;815;p24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16" name="Google Shape;816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7" name="Google Shape;817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8" name="Google Shape;818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19" name="Google Shape;819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0" name="Google Shape;820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1" name="Google Shape;821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2" name="Google Shape;822;p24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23" name="Google Shape;823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4" name="Google Shape;824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5" name="Google Shape;825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6" name="Google Shape;826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7" name="Google Shape;827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28" name="Google Shape;828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29" name="Google Shape;829;p24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0" name="Google Shape;830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1" name="Google Shape;831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2" name="Google Shape;832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3" name="Google Shape;833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4" name="Google Shape;834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5" name="Google Shape;835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36" name="Google Shape;836;p24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37" name="Google Shape;837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8" name="Google Shape;838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39" name="Google Shape;839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0" name="Google Shape;840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1" name="Google Shape;841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2" name="Google Shape;842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43" name="Google Shape;843;p24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44" name="Google Shape;844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5" name="Google Shape;845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6" name="Google Shape;846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7" name="Google Shape;847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8" name="Google Shape;848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49" name="Google Shape;849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0" name="Google Shape;850;p24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1" name="Google Shape;851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2" name="Google Shape;852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3" name="Google Shape;853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4" name="Google Shape;854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5" name="Google Shape;855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6" name="Google Shape;856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57" name="Google Shape;857;p24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858" name="Google Shape;858;p24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59" name="Google Shape;859;p24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0" name="Google Shape;860;p24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1" name="Google Shape;861;p24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2" name="Google Shape;862;p24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3" name="Google Shape;863;p24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864" name="Google Shape;864;p24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865" name="Google Shape;865;p24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866" name="Google Shape;866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7" name="Google Shape;867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8" name="Google Shape;868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69" name="Google Shape;869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0" name="Google Shape;870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1" name="Google Shape;871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2" name="Google Shape;872;p24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73" name="Google Shape;873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4" name="Google Shape;874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5" name="Google Shape;875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6" name="Google Shape;876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7" name="Google Shape;877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78" name="Google Shape;878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79" name="Google Shape;879;p24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0" name="Google Shape;880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1" name="Google Shape;881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2" name="Google Shape;882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3" name="Google Shape;883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4" name="Google Shape;884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5" name="Google Shape;885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86" name="Google Shape;886;p24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87" name="Google Shape;887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8" name="Google Shape;888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89" name="Google Shape;889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0" name="Google Shape;890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1" name="Google Shape;891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2" name="Google Shape;892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893" name="Google Shape;893;p24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894" name="Google Shape;894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5" name="Google Shape;895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6" name="Google Shape;896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7" name="Google Shape;897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8" name="Google Shape;898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899" name="Google Shape;899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0" name="Google Shape;900;p24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1" name="Google Shape;901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2" name="Google Shape;902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3" name="Google Shape;903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4" name="Google Shape;904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5" name="Google Shape;905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6" name="Google Shape;906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07" name="Google Shape;907;p24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08" name="Google Shape;908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09" name="Google Shape;909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0" name="Google Shape;910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1" name="Google Shape;911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2" name="Google Shape;912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3" name="Google Shape;913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14" name="Google Shape;914;p24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15" name="Google Shape;915;p24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6" name="Google Shape;916;p24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7" name="Google Shape;917;p24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8" name="Google Shape;918;p24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19" name="Google Shape;919;p24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20" name="Google Shape;920;p24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921" name="Google Shape;921;p24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922" name="Google Shape;922;p24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923" name="Google Shape;923;p24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>
  <p:cSld name="Content with Caption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5" name="Google Shape;925;p25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926" name="Google Shape;926;p25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927" name="Google Shape;927;p25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928" name="Google Shape;928;p25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929" name="Google Shape;929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0" name="Google Shape;930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1" name="Google Shape;931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2" name="Google Shape;932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3" name="Google Shape;933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4" name="Google Shape;934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35" name="Google Shape;935;p25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36" name="Google Shape;936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7" name="Google Shape;937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8" name="Google Shape;938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39" name="Google Shape;939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0" name="Google Shape;940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1" name="Google Shape;941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2" name="Google Shape;942;p25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43" name="Google Shape;943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4" name="Google Shape;944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5" name="Google Shape;945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6" name="Google Shape;946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7" name="Google Shape;947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48" name="Google Shape;948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49" name="Google Shape;949;p25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0" name="Google Shape;950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1" name="Google Shape;951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2" name="Google Shape;952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3" name="Google Shape;953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4" name="Google Shape;954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5" name="Google Shape;955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56" name="Google Shape;956;p25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57" name="Google Shape;957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8" name="Google Shape;958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59" name="Google Shape;959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0" name="Google Shape;960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1" name="Google Shape;961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2" name="Google Shape;962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63" name="Google Shape;963;p25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64" name="Google Shape;964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5" name="Google Shape;965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6" name="Google Shape;966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7" name="Google Shape;967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8" name="Google Shape;968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69" name="Google Shape;969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0" name="Google Shape;970;p25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1" name="Google Shape;971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2" name="Google Shape;972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3" name="Google Shape;973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4" name="Google Shape;974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5" name="Google Shape;975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6" name="Google Shape;976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77" name="Google Shape;977;p25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978" name="Google Shape;978;p25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79" name="Google Shape;979;p25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0" name="Google Shape;980;p25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1" name="Google Shape;981;p25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2" name="Google Shape;982;p25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3" name="Google Shape;983;p25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984" name="Google Shape;984;p25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985" name="Google Shape;985;p25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986" name="Google Shape;986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7" name="Google Shape;987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8" name="Google Shape;988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89" name="Google Shape;989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0" name="Google Shape;990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1" name="Google Shape;991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2" name="Google Shape;992;p25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993" name="Google Shape;993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4" name="Google Shape;994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5" name="Google Shape;995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6" name="Google Shape;996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7" name="Google Shape;997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998" name="Google Shape;998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999" name="Google Shape;999;p25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0" name="Google Shape;1000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1" name="Google Shape;1001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2" name="Google Shape;1002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3" name="Google Shape;1003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4" name="Google Shape;1004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5" name="Google Shape;1005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06" name="Google Shape;1006;p25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07" name="Google Shape;1007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8" name="Google Shape;1008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09" name="Google Shape;1009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0" name="Google Shape;1010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1" name="Google Shape;1011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2" name="Google Shape;1012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13" name="Google Shape;1013;p25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14" name="Google Shape;1014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5" name="Google Shape;1015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6" name="Google Shape;1016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7" name="Google Shape;1017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8" name="Google Shape;1018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19" name="Google Shape;1019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0" name="Google Shape;1020;p25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1" name="Google Shape;1021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2" name="Google Shape;1022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3" name="Google Shape;1023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4" name="Google Shape;1024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5" name="Google Shape;1025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6" name="Google Shape;1026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27" name="Google Shape;1027;p25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28" name="Google Shape;1028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29" name="Google Shape;1029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0" name="Google Shape;1030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1" name="Google Shape;1031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2" name="Google Shape;1032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3" name="Google Shape;1033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34" name="Google Shape;1034;p25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035" name="Google Shape;1035;p25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6" name="Google Shape;1036;p25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7" name="Google Shape;1037;p25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8" name="Google Shape;1038;p25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39" name="Google Shape;1039;p25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40" name="Google Shape;1040;p25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041" name="Google Shape;1041;p25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2" name="Google Shape;1042;p25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043" name="Google Shape;1043;p25"/>
          <p:cNvSpPr txBox="1">
            <a:spLocks noGrp="1"/>
          </p:cNvSpPr>
          <p:nvPr>
            <p:ph type="title"/>
          </p:nvPr>
        </p:nvSpPr>
        <p:spPr>
          <a:xfrm>
            <a:off x="457200" y="204786"/>
            <a:ext cx="3008435" cy="871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044" name="Google Shape;1044;p25"/>
          <p:cNvSpPr txBox="1">
            <a:spLocks noGrp="1"/>
          </p:cNvSpPr>
          <p:nvPr>
            <p:ph type="body" idx="1"/>
          </p:nvPr>
        </p:nvSpPr>
        <p:spPr>
          <a:xfrm>
            <a:off x="3575537" y="204788"/>
            <a:ext cx="5111263" cy="4389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  <a:defRPr sz="24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5" name="Google Shape;1045;p25"/>
          <p:cNvSpPr txBox="1">
            <a:spLocks noGrp="1"/>
          </p:cNvSpPr>
          <p:nvPr>
            <p:ph type="body" idx="2"/>
          </p:nvPr>
        </p:nvSpPr>
        <p:spPr>
          <a:xfrm>
            <a:off x="457200" y="1076326"/>
            <a:ext cx="3008435" cy="3518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46" name="Google Shape;1046;p25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>
  <p:cSld name="Picture with Caption">
    <p:spTree>
      <p:nvGrpSpPr>
        <p:cNvPr id="1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8" name="Google Shape;1048;p26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049" name="Google Shape;1049;p26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050" name="Google Shape;1050;p26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051" name="Google Shape;1051;p26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052" name="Google Shape;1052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3" name="Google Shape;1053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4" name="Google Shape;1054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5" name="Google Shape;1055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6" name="Google Shape;1056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57" name="Google Shape;1057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58" name="Google Shape;1058;p26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59" name="Google Shape;1059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0" name="Google Shape;1060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1" name="Google Shape;1061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2" name="Google Shape;1062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3" name="Google Shape;1063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4" name="Google Shape;1064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65" name="Google Shape;1065;p26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66" name="Google Shape;1066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7" name="Google Shape;1067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8" name="Google Shape;1068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69" name="Google Shape;1069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0" name="Google Shape;1070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1" name="Google Shape;1071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2" name="Google Shape;1072;p26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73" name="Google Shape;1073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4" name="Google Shape;1074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5" name="Google Shape;1075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6" name="Google Shape;1076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7" name="Google Shape;1077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78" name="Google Shape;1078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79" name="Google Shape;1079;p26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0" name="Google Shape;1080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1" name="Google Shape;1081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2" name="Google Shape;1082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3" name="Google Shape;1083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4" name="Google Shape;1084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5" name="Google Shape;1085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86" name="Google Shape;1086;p26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87" name="Google Shape;1087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8" name="Google Shape;1088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89" name="Google Shape;1089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0" name="Google Shape;1090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1" name="Google Shape;1091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2" name="Google Shape;1092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093" name="Google Shape;1093;p26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094" name="Google Shape;1094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5" name="Google Shape;1095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6" name="Google Shape;1096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7" name="Google Shape;1097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8" name="Google Shape;1098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099" name="Google Shape;1099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00" name="Google Shape;1100;p26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01" name="Google Shape;1101;p26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2" name="Google Shape;1102;p26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3" name="Google Shape;1103;p26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4" name="Google Shape;1104;p26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5" name="Google Shape;1105;p26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06" name="Google Shape;1106;p26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107" name="Google Shape;1107;p26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108" name="Google Shape;1108;p26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109" name="Google Shape;1109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0" name="Google Shape;1110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1" name="Google Shape;1111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2" name="Google Shape;1112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3" name="Google Shape;1113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4" name="Google Shape;1114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15" name="Google Shape;1115;p26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16" name="Google Shape;1116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7" name="Google Shape;1117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8" name="Google Shape;1118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19" name="Google Shape;1119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0" name="Google Shape;1120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1" name="Google Shape;1121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2" name="Google Shape;1122;p26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23" name="Google Shape;1123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4" name="Google Shape;1124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5" name="Google Shape;1125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6" name="Google Shape;1126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7" name="Google Shape;1127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28" name="Google Shape;1128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29" name="Google Shape;1129;p26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0" name="Google Shape;1130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1" name="Google Shape;1131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2" name="Google Shape;1132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3" name="Google Shape;1133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4" name="Google Shape;1134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5" name="Google Shape;1135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36" name="Google Shape;1136;p26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37" name="Google Shape;1137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8" name="Google Shape;1138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39" name="Google Shape;1139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0" name="Google Shape;1140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1" name="Google Shape;1141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2" name="Google Shape;1142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43" name="Google Shape;1143;p26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44" name="Google Shape;1144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5" name="Google Shape;1145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6" name="Google Shape;1146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7" name="Google Shape;1147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8" name="Google Shape;1148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49" name="Google Shape;1149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0" name="Google Shape;1150;p26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1" name="Google Shape;1151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2" name="Google Shape;1152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3" name="Google Shape;1153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4" name="Google Shape;1154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5" name="Google Shape;1155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6" name="Google Shape;1156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57" name="Google Shape;1157;p26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158" name="Google Shape;1158;p26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59" name="Google Shape;1159;p26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0" name="Google Shape;1160;p26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1" name="Google Shape;1161;p26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2" name="Google Shape;1162;p26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63" name="Google Shape;1163;p26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164" name="Google Shape;1164;p26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165" name="Google Shape;1165;p26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p26"/>
          <p:cNvSpPr txBox="1">
            <a:spLocks noGrp="1"/>
          </p:cNvSpPr>
          <p:nvPr>
            <p:ph type="title"/>
          </p:nvPr>
        </p:nvSpPr>
        <p:spPr>
          <a:xfrm>
            <a:off x="1792165" y="3600450"/>
            <a:ext cx="5486401" cy="42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Times New Roman"/>
              <a:buNone/>
              <a:defRPr sz="15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26"/>
          <p:cNvSpPr>
            <a:spLocks noGrp="1"/>
          </p:cNvSpPr>
          <p:nvPr>
            <p:ph type="pic" idx="2"/>
          </p:nvPr>
        </p:nvSpPr>
        <p:spPr>
          <a:xfrm>
            <a:off x="1792165" y="459581"/>
            <a:ext cx="5486401" cy="3086101"/>
          </a:xfrm>
          <a:prstGeom prst="rect">
            <a:avLst/>
          </a:prstGeom>
          <a:noFill/>
          <a:ln>
            <a:noFill/>
          </a:ln>
        </p:spPr>
      </p:sp>
      <p:sp>
        <p:nvSpPr>
          <p:cNvPr id="1168" name="Google Shape;1168;p26"/>
          <p:cNvSpPr txBox="1">
            <a:spLocks noGrp="1"/>
          </p:cNvSpPr>
          <p:nvPr>
            <p:ph type="body" idx="1"/>
          </p:nvPr>
        </p:nvSpPr>
        <p:spPr>
          <a:xfrm>
            <a:off x="1792165" y="4025503"/>
            <a:ext cx="5486401" cy="603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9" name="Google Shape;1169;p26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Vertical Text">
  <p:cSld name="Title and Vertical Text">
    <p:spTree>
      <p:nvGrpSpPr>
        <p:cNvPr id="1" name="Shape 1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71" name="Google Shape;1171;p27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172" name="Google Shape;1172;p27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173" name="Google Shape;1173;p27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174" name="Google Shape;1174;p27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175" name="Google Shape;1175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6" name="Google Shape;1176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7" name="Google Shape;1177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8" name="Google Shape;1178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79" name="Google Shape;1179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0" name="Google Shape;1180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1" name="Google Shape;1181;p27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2" name="Google Shape;1182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3" name="Google Shape;1183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4" name="Google Shape;1184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5" name="Google Shape;1185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6" name="Google Shape;1186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87" name="Google Shape;1187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88" name="Google Shape;1188;p27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89" name="Google Shape;1189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0" name="Google Shape;1190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1" name="Google Shape;1191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2" name="Google Shape;1192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3" name="Google Shape;1193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4" name="Google Shape;1194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195" name="Google Shape;1195;p27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196" name="Google Shape;1196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7" name="Google Shape;1197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8" name="Google Shape;1198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199" name="Google Shape;1199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0" name="Google Shape;1200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1" name="Google Shape;1201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2" name="Google Shape;1202;p27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03" name="Google Shape;1203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4" name="Google Shape;1204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5" name="Google Shape;1205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6" name="Google Shape;1206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7" name="Google Shape;1207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08" name="Google Shape;1208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09" name="Google Shape;1209;p27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0" name="Google Shape;1210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1" name="Google Shape;1211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2" name="Google Shape;1212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3" name="Google Shape;1213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4" name="Google Shape;1214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5" name="Google Shape;1215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16" name="Google Shape;1216;p27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17" name="Google Shape;1217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8" name="Google Shape;1218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19" name="Google Shape;1219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0" name="Google Shape;1220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1" name="Google Shape;1221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2" name="Google Shape;1222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23" name="Google Shape;1223;p27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224" name="Google Shape;1224;p27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5" name="Google Shape;1225;p27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6" name="Google Shape;1226;p27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7" name="Google Shape;1227;p27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8" name="Google Shape;1228;p27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29" name="Google Shape;1229;p27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230" name="Google Shape;1230;p27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231" name="Google Shape;1231;p27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232" name="Google Shape;1232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3" name="Google Shape;1233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4" name="Google Shape;1234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5" name="Google Shape;1235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6" name="Google Shape;1236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37" name="Google Shape;1237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38" name="Google Shape;1238;p27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39" name="Google Shape;1239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0" name="Google Shape;1240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1" name="Google Shape;1241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2" name="Google Shape;1242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3" name="Google Shape;1243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4" name="Google Shape;1244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45" name="Google Shape;1245;p27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46" name="Google Shape;1246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7" name="Google Shape;1247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8" name="Google Shape;1248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49" name="Google Shape;1249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0" name="Google Shape;1250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1" name="Google Shape;1251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2" name="Google Shape;1252;p27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53" name="Google Shape;1253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4" name="Google Shape;1254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5" name="Google Shape;1255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6" name="Google Shape;1256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7" name="Google Shape;1257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58" name="Google Shape;1258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59" name="Google Shape;1259;p27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0" name="Google Shape;1260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1" name="Google Shape;1261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2" name="Google Shape;1262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3" name="Google Shape;1263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4" name="Google Shape;1264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5" name="Google Shape;1265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66" name="Google Shape;1266;p27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67" name="Google Shape;1267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8" name="Google Shape;1268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69" name="Google Shape;1269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0" name="Google Shape;1270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1" name="Google Shape;1271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2" name="Google Shape;1272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73" name="Google Shape;1273;p27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74" name="Google Shape;1274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5" name="Google Shape;1275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6" name="Google Shape;1276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7" name="Google Shape;1277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8" name="Google Shape;1278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79" name="Google Shape;1279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280" name="Google Shape;1280;p27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281" name="Google Shape;1281;p27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2" name="Google Shape;1282;p27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3" name="Google Shape;1283;p27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4" name="Google Shape;1284;p27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5" name="Google Shape;1285;p27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86" name="Google Shape;1286;p27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287" name="Google Shape;1287;p27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88" name="Google Shape;1288;p27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289" name="Google Shape;1289;p27"/>
          <p:cNvSpPr txBox="1">
            <a:spLocks noGrp="1"/>
          </p:cNvSpPr>
          <p:nvPr>
            <p:ph type="title"/>
          </p:nvPr>
        </p:nvSpPr>
        <p:spPr>
          <a:xfrm>
            <a:off x="990600" y="457200"/>
            <a:ext cx="7162800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290" name="Google Shape;1290;p27"/>
          <p:cNvSpPr txBox="1">
            <a:spLocks noGrp="1"/>
          </p:cNvSpPr>
          <p:nvPr>
            <p:ph type="body" idx="1"/>
          </p:nvPr>
        </p:nvSpPr>
        <p:spPr>
          <a:xfrm>
            <a:off x="990600" y="1485900"/>
            <a:ext cx="7162800" cy="30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91" name="Google Shape;1291;p27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>
  <p:cSld name="Vertical Title and Text"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3" name="Google Shape;1293;p28"/>
          <p:cNvGrpSpPr/>
          <p:nvPr/>
        </p:nvGrpSpPr>
        <p:grpSpPr>
          <a:xfrm>
            <a:off x="70339" y="59530"/>
            <a:ext cx="8954970" cy="4980391"/>
            <a:chOff x="0" y="-2"/>
            <a:chExt cx="8954969" cy="4980390"/>
          </a:xfrm>
        </p:grpSpPr>
        <p:grpSp>
          <p:nvGrpSpPr>
            <p:cNvPr id="1294" name="Google Shape;1294;p28"/>
            <p:cNvGrpSpPr/>
            <p:nvPr/>
          </p:nvGrpSpPr>
          <p:grpSpPr>
            <a:xfrm>
              <a:off x="0" y="-2"/>
              <a:ext cx="8954969" cy="4980390"/>
              <a:chOff x="0" y="-1"/>
              <a:chExt cx="8954968" cy="4980388"/>
            </a:xfrm>
          </p:grpSpPr>
          <p:grpSp>
            <p:nvGrpSpPr>
              <p:cNvPr id="1295" name="Google Shape;1295;p28"/>
              <p:cNvGrpSpPr/>
              <p:nvPr/>
            </p:nvGrpSpPr>
            <p:grpSpPr>
              <a:xfrm>
                <a:off x="0" y="-1"/>
                <a:ext cx="1098537" cy="1215631"/>
                <a:chOff x="0" y="0"/>
                <a:chExt cx="1098536" cy="1215629"/>
              </a:xfrm>
            </p:grpSpPr>
            <p:grpSp>
              <p:nvGrpSpPr>
                <p:cNvPr id="1296" name="Google Shape;1296;p28"/>
                <p:cNvGrpSpPr/>
                <p:nvPr/>
              </p:nvGrpSpPr>
              <p:grpSpPr>
                <a:xfrm>
                  <a:off x="0" y="0"/>
                  <a:ext cx="1098536" cy="80963"/>
                  <a:chOff x="0" y="0"/>
                  <a:chExt cx="1098535" cy="80962"/>
                </a:xfrm>
              </p:grpSpPr>
              <p:sp>
                <p:nvSpPr>
                  <p:cNvPr id="1297" name="Google Shape;1297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8" name="Google Shape;1298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299" name="Google Shape;1299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0" name="Google Shape;1300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1" name="Google Shape;1301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2" name="Google Shape;1302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03" name="Google Shape;1303;p28"/>
                <p:cNvGrpSpPr/>
                <p:nvPr/>
              </p:nvGrpSpPr>
              <p:grpSpPr>
                <a:xfrm>
                  <a:off x="0" y="159543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04" name="Google Shape;1304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5" name="Google Shape;1305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6" name="Google Shape;1306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7" name="Google Shape;1307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8" name="Google Shape;1308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09" name="Google Shape;1309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0" name="Google Shape;1310;p28"/>
                <p:cNvGrpSpPr/>
                <p:nvPr/>
              </p:nvGrpSpPr>
              <p:grpSpPr>
                <a:xfrm>
                  <a:off x="0" y="32265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1" name="Google Shape;1311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2" name="Google Shape;1312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3" name="Google Shape;1313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4" name="Google Shape;1314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5" name="Google Shape;1315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6" name="Google Shape;1316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17" name="Google Shape;1317;p28"/>
                <p:cNvGrpSpPr/>
                <p:nvPr/>
              </p:nvGrpSpPr>
              <p:grpSpPr>
                <a:xfrm>
                  <a:off x="0" y="48577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18" name="Google Shape;1318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19" name="Google Shape;1319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0" name="Google Shape;1320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1" name="Google Shape;1321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2" name="Google Shape;1322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3" name="Google Shape;1323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24" name="Google Shape;1324;p28"/>
                <p:cNvGrpSpPr/>
                <p:nvPr/>
              </p:nvGrpSpPr>
              <p:grpSpPr>
                <a:xfrm>
                  <a:off x="0" y="646509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25" name="Google Shape;1325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6" name="Google Shape;1326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7" name="Google Shape;1327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8" name="Google Shape;1328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29" name="Google Shape;1329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0" name="Google Shape;1330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1" name="Google Shape;1331;p28"/>
                <p:cNvGrpSpPr/>
                <p:nvPr/>
              </p:nvGrpSpPr>
              <p:grpSpPr>
                <a:xfrm>
                  <a:off x="0" y="80962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2" name="Google Shape;1332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3" name="Google Shape;1333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4" name="Google Shape;1334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5" name="Google Shape;1335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6" name="Google Shape;1336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37" name="Google Shape;1337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38" name="Google Shape;1338;p28"/>
                <p:cNvGrpSpPr/>
                <p:nvPr/>
              </p:nvGrpSpPr>
              <p:grpSpPr>
                <a:xfrm>
                  <a:off x="0" y="971550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39" name="Google Shape;1339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0" name="Google Shape;1340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1" name="Google Shape;1341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2" name="Google Shape;1342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3" name="Google Shape;1343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4" name="Google Shape;1344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45" name="Google Shape;1345;p28"/>
                <p:cNvGrpSpPr/>
                <p:nvPr/>
              </p:nvGrpSpPr>
              <p:grpSpPr>
                <a:xfrm>
                  <a:off x="0" y="1134665"/>
                  <a:ext cx="1098536" cy="80964"/>
                  <a:chOff x="0" y="0"/>
                  <a:chExt cx="1098535" cy="80962"/>
                </a:xfrm>
              </p:grpSpPr>
              <p:sp>
                <p:nvSpPr>
                  <p:cNvPr id="1346" name="Google Shape;1346;p28"/>
                  <p:cNvSpPr/>
                  <p:nvPr/>
                </p:nvSpPr>
                <p:spPr>
                  <a:xfrm>
                    <a:off x="0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7" name="Google Shape;1347;p28"/>
                  <p:cNvSpPr/>
                  <p:nvPr/>
                </p:nvSpPr>
                <p:spPr>
                  <a:xfrm>
                    <a:off x="20002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8" name="Google Shape;1348;p28"/>
                  <p:cNvSpPr/>
                  <p:nvPr/>
                </p:nvSpPr>
                <p:spPr>
                  <a:xfrm>
                    <a:off x="401632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49" name="Google Shape;1349;p28"/>
                  <p:cNvSpPr/>
                  <p:nvPr/>
                </p:nvSpPr>
                <p:spPr>
                  <a:xfrm>
                    <a:off x="60165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0" name="Google Shape;1350;p28"/>
                  <p:cNvSpPr/>
                  <p:nvPr/>
                </p:nvSpPr>
                <p:spPr>
                  <a:xfrm>
                    <a:off x="80167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1" name="Google Shape;1351;p28"/>
                  <p:cNvSpPr/>
                  <p:nvPr/>
                </p:nvSpPr>
                <p:spPr>
                  <a:xfrm>
                    <a:off x="100328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  <p:grpSp>
            <p:nvGrpSpPr>
              <p:cNvPr id="1352" name="Google Shape;1352;p28"/>
              <p:cNvGrpSpPr/>
              <p:nvPr/>
            </p:nvGrpSpPr>
            <p:grpSpPr>
              <a:xfrm>
                <a:off x="7858016" y="3764757"/>
                <a:ext cx="1096952" cy="1215630"/>
                <a:chOff x="-2" y="0"/>
                <a:chExt cx="1096951" cy="1215629"/>
              </a:xfrm>
            </p:grpSpPr>
            <p:grpSp>
              <p:nvGrpSpPr>
                <p:cNvPr id="1353" name="Google Shape;1353;p28"/>
                <p:cNvGrpSpPr/>
                <p:nvPr/>
              </p:nvGrpSpPr>
              <p:grpSpPr>
                <a:xfrm>
                  <a:off x="-2" y="0"/>
                  <a:ext cx="1096951" cy="80963"/>
                  <a:chOff x="-1" y="0"/>
                  <a:chExt cx="1096949" cy="80962"/>
                </a:xfrm>
              </p:grpSpPr>
              <p:sp>
                <p:nvSpPr>
                  <p:cNvPr id="1354" name="Google Shape;1354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5" name="Google Shape;1355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6" name="Google Shape;1356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7" name="Google Shape;1357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8" name="Google Shape;1358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59" name="Google Shape;1359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DADADA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0" name="Google Shape;1360;p28"/>
                <p:cNvGrpSpPr/>
                <p:nvPr/>
              </p:nvGrpSpPr>
              <p:grpSpPr>
                <a:xfrm>
                  <a:off x="-2" y="159543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1" name="Google Shape;1361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2" name="Google Shape;1362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3" name="Google Shape;1363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4" name="Google Shape;1364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5" name="Google Shape;1365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6" name="Google Shape;1366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CECECE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67" name="Google Shape;1367;p28"/>
                <p:cNvGrpSpPr/>
                <p:nvPr/>
              </p:nvGrpSpPr>
              <p:grpSpPr>
                <a:xfrm>
                  <a:off x="-2" y="32265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68" name="Google Shape;1368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69" name="Google Shape;1369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0" name="Google Shape;1370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1" name="Google Shape;1371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2" name="Google Shape;1372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3" name="Google Shape;1373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A1A1A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74" name="Google Shape;1374;p28"/>
                <p:cNvGrpSpPr/>
                <p:nvPr/>
              </p:nvGrpSpPr>
              <p:grpSpPr>
                <a:xfrm>
                  <a:off x="-2" y="48577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75" name="Google Shape;1375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6" name="Google Shape;1376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7" name="Google Shape;1377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8" name="Google Shape;1378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79" name="Google Shape;1379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0" name="Google Shape;1380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919191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1" name="Google Shape;1381;p28"/>
                <p:cNvGrpSpPr/>
                <p:nvPr/>
              </p:nvGrpSpPr>
              <p:grpSpPr>
                <a:xfrm>
                  <a:off x="-2" y="646509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2" name="Google Shape;1382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3" name="Google Shape;1383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4" name="Google Shape;1384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5" name="Google Shape;1385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6" name="Google Shape;1386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87" name="Google Shape;1387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67676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88" name="Google Shape;1388;p28"/>
                <p:cNvGrpSpPr/>
                <p:nvPr/>
              </p:nvGrpSpPr>
              <p:grpSpPr>
                <a:xfrm>
                  <a:off x="-2" y="80962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89" name="Google Shape;1389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0" name="Google Shape;1390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1" name="Google Shape;1391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2" name="Google Shape;1392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3" name="Google Shape;1393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4" name="Google Shape;1394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474747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395" name="Google Shape;1395;p28"/>
                <p:cNvGrpSpPr/>
                <p:nvPr/>
              </p:nvGrpSpPr>
              <p:grpSpPr>
                <a:xfrm>
                  <a:off x="-2" y="971550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396" name="Google Shape;1396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7" name="Google Shape;1397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8" name="Google Shape;1398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399" name="Google Shape;1399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0" name="Google Shape;1400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1" name="Google Shape;1401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33333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  <p:grpSp>
              <p:nvGrpSpPr>
                <p:cNvPr id="1402" name="Google Shape;1402;p28"/>
                <p:cNvGrpSpPr/>
                <p:nvPr/>
              </p:nvGrpSpPr>
              <p:grpSpPr>
                <a:xfrm>
                  <a:off x="-2" y="1134665"/>
                  <a:ext cx="1096951" cy="80964"/>
                  <a:chOff x="-1" y="0"/>
                  <a:chExt cx="1096949" cy="80962"/>
                </a:xfrm>
              </p:grpSpPr>
              <p:sp>
                <p:nvSpPr>
                  <p:cNvPr id="1403" name="Google Shape;1403;p28"/>
                  <p:cNvSpPr/>
                  <p:nvPr/>
                </p:nvSpPr>
                <p:spPr>
                  <a:xfrm>
                    <a:off x="-1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4" name="Google Shape;1404;p28"/>
                  <p:cNvSpPr/>
                  <p:nvPr/>
                </p:nvSpPr>
                <p:spPr>
                  <a:xfrm>
                    <a:off x="193672" y="0"/>
                    <a:ext cx="10001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5" name="Google Shape;1405;p28"/>
                  <p:cNvSpPr/>
                  <p:nvPr/>
                </p:nvSpPr>
                <p:spPr>
                  <a:xfrm>
                    <a:off x="400044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6" name="Google Shape;1406;p28"/>
                  <p:cNvSpPr/>
                  <p:nvPr/>
                </p:nvSpPr>
                <p:spPr>
                  <a:xfrm>
                    <a:off x="600066" y="0"/>
                    <a:ext cx="95249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7" name="Google Shape;1407;p28"/>
                  <p:cNvSpPr/>
                  <p:nvPr/>
                </p:nvSpPr>
                <p:spPr>
                  <a:xfrm>
                    <a:off x="80167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sp>
                <p:nvSpPr>
                  <p:cNvPr id="1408" name="Google Shape;1408;p28"/>
                  <p:cNvSpPr/>
                  <p:nvPr/>
                </p:nvSpPr>
                <p:spPr>
                  <a:xfrm>
                    <a:off x="1003286" y="0"/>
                    <a:ext cx="93662" cy="80962"/>
                  </a:xfrm>
                  <a:prstGeom prst="rect">
                    <a:avLst/>
                  </a:prstGeom>
                  <a:solidFill>
                    <a:srgbClr val="232323"/>
                  </a:solidFill>
                  <a:ln>
                    <a:noFill/>
                  </a:ln>
                  <a:effectLst>
                    <a:outerShdw blurRad="63500" dist="53882" dir="2700000" rotWithShape="0">
                      <a:srgbClr val="000000">
                        <a:alpha val="74901"/>
                      </a:srgbClr>
                    </a:outerShdw>
                  </a:effectLst>
                </p:spPr>
                <p:txBody>
                  <a:bodyPr spcFirstLastPara="1" wrap="square" lIns="45700" tIns="45700" rIns="45700" bIns="45700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800"/>
                      <a:buFont typeface="Arial"/>
                      <a:buNone/>
                    </a:pPr>
                    <a:endParaRPr sz="1800" b="0" i="0" u="none" strike="noStrike" cap="none">
                      <a:solidFill>
                        <a:srgbClr val="000000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</p:grpSp>
          </p:grpSp>
        </p:grpSp>
        <p:sp>
          <p:nvSpPr>
            <p:cNvPr id="1409" name="Google Shape;1409;p28"/>
            <p:cNvSpPr/>
            <p:nvPr/>
          </p:nvSpPr>
          <p:spPr>
            <a:xfrm>
              <a:off x="393694" y="302418"/>
              <a:ext cx="8216789" cy="4419602"/>
            </a:xfrm>
            <a:prstGeom prst="rect">
              <a:avLst/>
            </a:prstGeom>
            <a:solidFill>
              <a:srgbClr val="FFFFFF"/>
            </a:solidFill>
            <a:ln w="12700" cap="flat" cmpd="sng">
              <a:solidFill>
                <a:srgbClr val="00000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63500" dist="71842" dir="2700000" rotWithShape="0">
                <a:srgbClr val="232323">
                  <a:alpha val="74901"/>
                </a:srgbClr>
              </a:outerShdw>
            </a:effectLst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410" name="Google Shape;1410;p28" descr="Picture 12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22789" y="4245769"/>
            <a:ext cx="977411" cy="440532"/>
          </a:xfrm>
          <a:prstGeom prst="rect">
            <a:avLst/>
          </a:prstGeom>
          <a:noFill/>
          <a:ln>
            <a:noFill/>
          </a:ln>
        </p:spPr>
      </p:pic>
      <p:sp>
        <p:nvSpPr>
          <p:cNvPr id="1411" name="Google Shape;1411;p28"/>
          <p:cNvSpPr txBox="1">
            <a:spLocks noGrp="1"/>
          </p:cNvSpPr>
          <p:nvPr>
            <p:ph type="title"/>
          </p:nvPr>
        </p:nvSpPr>
        <p:spPr>
          <a:xfrm>
            <a:off x="6362700" y="457200"/>
            <a:ext cx="1790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Times New Roman"/>
              <a:buNone/>
              <a:defRPr sz="2700" b="1"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412" name="Google Shape;1412;p28"/>
          <p:cNvSpPr txBox="1">
            <a:spLocks noGrp="1"/>
          </p:cNvSpPr>
          <p:nvPr>
            <p:ph type="body" idx="1"/>
          </p:nvPr>
        </p:nvSpPr>
        <p:spPr>
          <a:xfrm>
            <a:off x="990600" y="457200"/>
            <a:ext cx="5231424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450" tIns="44450" rIns="44450" bIns="4445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sz="1800" b="1">
                <a:latin typeface="Arial"/>
                <a:ea typeface="Arial"/>
                <a:cs typeface="Arial"/>
                <a:sym typeface="Arial"/>
              </a:defRPr>
            </a:lvl5pPr>
            <a:lvl6pPr marL="2743200" lvl="5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13" name="Google Shape;1413;p28"/>
          <p:cNvSpPr txBox="1">
            <a:spLocks noGrp="1"/>
          </p:cNvSpPr>
          <p:nvPr>
            <p:ph type="sldNum" idx="1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sz="4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318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22818" y="4769565"/>
            <a:ext cx="263983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3045582" y="4731544"/>
            <a:ext cx="2763675" cy="294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535353"/>
                </a:solidFill>
                <a:latin typeface="Calibri"/>
                <a:ea typeface="Calibri"/>
                <a:cs typeface="Calibri"/>
                <a:sym typeface="Calibri"/>
              </a:rPr>
              <a:t>IETF Hackathon - &lt;Project name&gt;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pull/41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CESNET/libyang/compare/master...devel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network-analytics/ietf-network-analytics-document-status/tree/main/125/Hackathon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hyperlink" Target="https://github.com/Zephyre777/draft-lincla-netconf-yang-library-augmentation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work-analytics/udp-notif-c-collector" TargetMode="Externa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github.com/pmacct/pmacct" TargetMode="External"/><Relationship Id="rId4" Type="http://schemas.openxmlformats.org/officeDocument/2006/relationships/hyperlink" Target="https://github.com/NetGauze/NetGauze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macct/pmacct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.png"/><Relationship Id="rId5" Type="http://schemas.openxmlformats.org/officeDocument/2006/relationships/hyperlink" Target="https://github.com/NetGauze/NetGauze" TargetMode="External"/><Relationship Id="rId4" Type="http://schemas.openxmlformats.org/officeDocument/2006/relationships/hyperlink" Target="https://github.com/network-analytics/yang-kafka-integration" TargetMode="Externa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Gauze/NetGauze/issues/456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7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github.com/NetGauze/NetGauze/issues/449" TargetMode="External"/><Relationship Id="rId11" Type="http://schemas.openxmlformats.org/officeDocument/2006/relationships/image" Target="../media/image8.png"/><Relationship Id="rId5" Type="http://schemas.openxmlformats.org/officeDocument/2006/relationships/hyperlink" Target="https://datatracker.ietf.org/doc/html/draft-ietf-netmod-yang-anydata-validation" TargetMode="External"/><Relationship Id="rId10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hyperlink" Target="https://datatracker.ietf.org/doc/html/draft-ietf-nmop-yang-message-broker-message-key#section-3.2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461610" y="280555"/>
            <a:ext cx="5795189" cy="1487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2800" b="1" dirty="0"/>
              <a:t>Validate YANG-Push to Message Broker End-To-End Data Processing Chain</a:t>
            </a:r>
            <a:br>
              <a:rPr lang="en" sz="4400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800" dirty="0">
                <a:solidFill>
                  <a:srgbClr val="888888"/>
                </a:solidFill>
              </a:rPr>
              <a:t>IETF 125 Hackathon, March 14-15</a:t>
            </a:r>
            <a:r>
              <a:rPr lang="en-US" sz="2800" baseline="30000" dirty="0">
                <a:solidFill>
                  <a:srgbClr val="888888"/>
                </a:solidFill>
              </a:rPr>
              <a:t>th</a:t>
            </a:r>
            <a:r>
              <a:rPr lang="en-US" sz="2800" dirty="0">
                <a:solidFill>
                  <a:srgbClr val="888888"/>
                </a:solidFill>
              </a:rPr>
              <a:t> 2026</a:t>
            </a:r>
            <a:endParaRPr sz="2800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231" y="124773"/>
            <a:ext cx="2713140" cy="50187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1</a:t>
            </a:fld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A7D732B-7C97-BB77-12AC-297C6F620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68" y="1923423"/>
            <a:ext cx="4733415" cy="2674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546099" y="205978"/>
            <a:ext cx="7719446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-US" sz="3800" noProof="0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546099" y="914400"/>
            <a:ext cx="7928199" cy="208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16329" lv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Validate and verify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5 YANG-Push Publishers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Receivers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2 YANG-Push Network Telemetry Message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1 YANG Message Broker Producer and Schema Registry</a:t>
            </a: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/>
              <a:t>3 YANG Message Broker Consumers</a:t>
            </a:r>
          </a:p>
          <a:p>
            <a:pPr marL="16329" lvl="0" indent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SzPts val="1400"/>
              <a:buNone/>
            </a:pPr>
            <a:r>
              <a:rPr lang="en-US" sz="1200" noProof="0" dirty="0"/>
              <a:t>implementation in YANG data integration automation. Subscribe to YANG</a:t>
            </a:r>
            <a:br>
              <a:rPr lang="en-US" sz="1200" noProof="0" dirty="0"/>
            </a:br>
            <a:r>
              <a:rPr lang="en-US" sz="1200" noProof="0" dirty="0"/>
              <a:t>data on YANG-Publisher, obtain and register all YANG modules necessary</a:t>
            </a:r>
            <a:br>
              <a:rPr lang="en-US" sz="1200" noProof="0" dirty="0"/>
            </a:br>
            <a:r>
              <a:rPr lang="en-US" sz="1200" noProof="0" dirty="0"/>
              <a:t>to build YANG schema tree, register YANG schemas to Schema  Registry</a:t>
            </a:r>
            <a:br>
              <a:rPr lang="en-US" sz="1200" noProof="0" dirty="0"/>
            </a:br>
            <a:r>
              <a:rPr lang="en-US" sz="1200" noProof="0" dirty="0"/>
              <a:t>and verify YANG notifications against scheme trees and produce and</a:t>
            </a:r>
            <a:br>
              <a:rPr lang="en-US" sz="1200" noProof="0" dirty="0"/>
            </a:br>
            <a:r>
              <a:rPr lang="en-US" sz="1200" noProof="0" dirty="0"/>
              <a:t>consume from Message Broker.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16329" lvl="0" indent="0" algn="l" rtl="0">
              <a:lnSpc>
                <a:spcPct val="90000"/>
              </a:lnSpc>
              <a:spcBef>
                <a:spcPts val="900"/>
              </a:spcBef>
              <a:spcAft>
                <a:spcPts val="600"/>
              </a:spcAft>
              <a:buClr>
                <a:srgbClr val="000000"/>
              </a:buClr>
              <a:buSzPts val="1400"/>
              <a:buNone/>
            </a:pPr>
            <a:r>
              <a:rPr lang="en-US" sz="1400" b="1" noProof="0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/>
              <a:t>YANG-Push Publisher - Cisco IOS XR, 6WIND VSR, Huawei NE (Router) and MA (OLT) and </a:t>
            </a:r>
            <a:r>
              <a:rPr lang="en-US" sz="1200" dirty="0" err="1">
                <a:highlight>
                  <a:srgbClr val="FFFF00"/>
                </a:highlight>
              </a:rPr>
              <a:t>Arrcus</a:t>
            </a:r>
            <a:r>
              <a:rPr lang="en-US" sz="1200" dirty="0">
                <a:highlight>
                  <a:srgbClr val="FFFF00"/>
                </a:highlight>
              </a:rPr>
              <a:t> Arcos</a:t>
            </a: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200" noProof="0" dirty="0" err="1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200" noProof="0" dirty="0" err="1">
                <a:hlinkClick r:id="rId4"/>
              </a:rPr>
              <a:t>Pmacct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200" dirty="0">
                <a:highlight>
                  <a:srgbClr val="FFFF00"/>
                </a:highlight>
              </a:rPr>
              <a:t>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endParaRPr lang="en-US" sz="1200" dirty="0">
              <a:highlight>
                <a:srgbClr val="FFFF00"/>
              </a:highlight>
            </a:endParaRPr>
          </a:p>
          <a:p>
            <a:pPr marL="244929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200" dirty="0" err="1">
                <a:highlight>
                  <a:srgbClr val="FFFF00"/>
                </a:highlight>
                <a:hlinkClick r:id="rId3"/>
              </a:rPr>
              <a:t>Netgauze</a:t>
            </a:r>
            <a:r>
              <a:rPr lang="en-US" sz="1200" dirty="0">
                <a:highlight>
                  <a:srgbClr val="FFFF00"/>
                </a:highlight>
              </a:rPr>
              <a:t>, Ciena </a:t>
            </a:r>
            <a:r>
              <a:rPr lang="en-US" sz="1200" dirty="0" err="1">
                <a:highlight>
                  <a:srgbClr val="FFFF00"/>
                </a:highlight>
              </a:rPr>
              <a:t>Blueplanet</a:t>
            </a:r>
            <a:r>
              <a:rPr lang="en-US" sz="1200" dirty="0">
                <a:highlight>
                  <a:srgbClr val="FFFF00"/>
                </a:highlight>
              </a:rPr>
              <a:t> UAA Workflow Engine, Cisco </a:t>
            </a:r>
            <a:r>
              <a:rPr lang="en-US" sz="1200" dirty="0" err="1">
                <a:highlight>
                  <a:srgbClr val="FFFF00"/>
                </a:highlight>
              </a:rPr>
              <a:t>Crosswork</a:t>
            </a:r>
            <a:r>
              <a:rPr lang="en-US" sz="1200" dirty="0">
                <a:highlight>
                  <a:srgbClr val="FFFF00"/>
                </a:highlight>
              </a:rPr>
              <a:t> Ingestion Service</a:t>
            </a:r>
            <a:endParaRPr lang="en-US" sz="1200" noProof="0" dirty="0"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200" noProof="0" dirty="0"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Libyang - </a:t>
            </a:r>
            <a:r>
              <a:rPr lang="en-US" sz="1200" dirty="0">
                <a:highlight>
                  <a:srgbClr val="FFFF00"/>
                </a:highlight>
                <a:hlinkClick r:id="rId6"/>
              </a:rPr>
              <a:t>https://github.com/CESNET/libyang/compare/master...devel</a:t>
            </a:r>
            <a:endParaRPr lang="en-US" sz="1200" dirty="0">
              <a:highlight>
                <a:srgbClr val="FFFF00"/>
              </a:highlight>
            </a:endParaRPr>
          </a:p>
          <a:p>
            <a:pPr marL="244929" lvl="0" indent="-228600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200" dirty="0">
                <a:highlight>
                  <a:srgbClr val="FFFF00"/>
                </a:highlight>
              </a:rPr>
              <a:t>Yangkit - </a:t>
            </a:r>
            <a:r>
              <a:rPr lang="en-US" sz="1200" dirty="0">
                <a:highlight>
                  <a:srgbClr val="FFFF00"/>
                </a:highlight>
                <a:hlinkClick r:id="rId7"/>
              </a:rPr>
              <a:t>https://github.com/yang-central/yangkit/pull/41</a:t>
            </a:r>
            <a:endParaRPr lang="en-US" sz="1200" noProof="0" dirty="0">
              <a:highlight>
                <a:srgbClr val="FFFF00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244929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Char char="•"/>
            </a:pPr>
            <a:r>
              <a:rPr lang="en-US" sz="1200" noProof="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200" noProof="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5412" y="1073516"/>
            <a:ext cx="2427455" cy="22621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4525982" y="3410978"/>
            <a:ext cx="402887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noProof="0" dirty="0">
                <a:hlinkClick r:id="rId10"/>
              </a:rPr>
              <a:t>https://www.network-analytics.org/yp/how-to-deploy.html</a:t>
            </a:r>
            <a:endParaRPr lang="en-US" sz="1200" noProof="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noProof="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noProof="0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noProof="0" smtClean="0"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Calibri"/>
              <a:buNone/>
            </a:pPr>
            <a:r>
              <a:rPr lang="en" sz="3400" dirty="0"/>
              <a:t>Hackathon – Repositories</a:t>
            </a:r>
            <a:endParaRPr sz="3400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552872" y="1273208"/>
            <a:ext cx="3503973" cy="164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16329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</a:pP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Test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Results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on End </a:t>
            </a:r>
            <a:r>
              <a:rPr lang="de-CH" sz="1400" b="1" dirty="0" err="1">
                <a:latin typeface="Calibri"/>
                <a:ea typeface="Calibri"/>
                <a:cs typeface="Calibri"/>
                <a:sym typeface="Calibri"/>
              </a:rPr>
              <a:t>to</a:t>
            </a:r>
            <a:r>
              <a:rPr lang="de-CH" sz="1400" b="1" dirty="0">
                <a:latin typeface="Calibri"/>
                <a:ea typeface="Calibri"/>
                <a:cs typeface="Calibri"/>
                <a:sym typeface="Calibri"/>
              </a:rPr>
              <a:t> End Tests</a:t>
            </a:r>
            <a:br>
              <a:rPr lang="de-CH" sz="1400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200" u="sng" dirty="0">
              <a:solidFill>
                <a:schemeClr val="hlink"/>
              </a:solidFill>
            </a:endParaRP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Netconf RPCs and YANG-Push JSON encoded notifications with wire captures from receiver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Message Broker Producer serialization logs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</a:rPr>
              <a:t>YANG Schema Registry schema examples</a:t>
            </a:r>
          </a:p>
          <a:p>
            <a:pPr marL="326571" indent="-326571">
              <a:lnSpc>
                <a:spcPct val="90000"/>
              </a:lnSpc>
              <a:spcBef>
                <a:spcPts val="6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200" dirty="0">
                <a:solidFill>
                  <a:schemeClr val="tx1"/>
                </a:solidFill>
              </a:rPr>
              <a:t>YANG library context, YANG modules and message </a:t>
            </a:r>
            <a:r>
              <a:rPr lang="en" sz="12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3</a:t>
            </a:fld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CAB23C-A1EC-F134-18D7-F05315C91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5274" y="1308408"/>
            <a:ext cx="4132437" cy="32062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552872" y="4620280"/>
            <a:ext cx="77848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200" dirty="0">
                <a:solidFill>
                  <a:srgbClr val="00B0F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https://github.com/network-analytics/ietf-network-analytics-document-status/tree/main/125/Hackathon/</a:t>
            </a:r>
            <a:endParaRPr lang="de-CH" sz="1200" dirty="0">
              <a:solidFill>
                <a:srgbClr val="00B0F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28651" y="1401437"/>
            <a:ext cx="3943350" cy="2967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3"/>
              </a:rPr>
              <a:t>RFC 8639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YANG Notifications for Datastore Updates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4"/>
              </a:rPr>
              <a:t>RFC 8641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UDP-based Transport for Configured Subscriptions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Subscription to Distributed Notifications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Extensible YANG Model for YANG-Push Notifications</a:t>
            </a:r>
            <a:br>
              <a:rPr lang="en" sz="1000" dirty="0"/>
            </a:br>
            <a:r>
              <a:rPr lang="de-CH" sz="1000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000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000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000" u="sng" dirty="0">
              <a:solidFill>
                <a:schemeClr val="hlink"/>
              </a:solidFill>
            </a:endParaRPr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Support of Versioning in YANG Notifications Subscription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Modules Describing Capabilities for Systems and </a:t>
            </a:r>
            <a:br>
              <a:rPr lang="en-US" sz="1000" dirty="0"/>
            </a:br>
            <a:r>
              <a:rPr lang="en-US" sz="1000" dirty="0"/>
              <a:t>Datastore Update Notifications</a:t>
            </a:r>
            <a:br>
              <a:rPr lang="en-US" sz="1000" dirty="0"/>
            </a:br>
            <a:r>
              <a:rPr lang="en-US" sz="1000" dirty="0">
                <a:hlinkClick r:id="rId9"/>
              </a:rPr>
              <a:t>RFC 9196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-US" sz="1000" dirty="0"/>
              <a:t>YANG Notification Transport Capabilities</a:t>
            </a:r>
            <a:br>
              <a:rPr lang="en-US" sz="1000" dirty="0"/>
            </a:br>
            <a:r>
              <a:rPr lang="en-US" sz="1000" dirty="0">
                <a:hlinkClick r:id="rId10"/>
              </a:rPr>
              <a:t>draft-</a:t>
            </a:r>
            <a:r>
              <a:rPr lang="en-US" sz="1000" dirty="0" err="1">
                <a:hlinkClick r:id="rId10"/>
              </a:rPr>
              <a:t>ietf</a:t>
            </a:r>
            <a:r>
              <a:rPr lang="en-US" sz="1000" dirty="0">
                <a:hlinkClick r:id="rId10"/>
              </a:rPr>
              <a:t>-netconf-</a:t>
            </a:r>
            <a:r>
              <a:rPr lang="en-US" sz="1000" dirty="0" err="1">
                <a:hlinkClick r:id="rId10"/>
              </a:rPr>
              <a:t>yp</a:t>
            </a:r>
            <a:r>
              <a:rPr lang="en-US" sz="1000" dirty="0">
                <a:hlinkClick r:id="rId10"/>
              </a:rPr>
              <a:t>-transport-capabilities</a:t>
            </a:r>
            <a:endParaRPr lang="en-US"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YANG 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1"/>
              </a:rPr>
              <a:t>RFC 8525</a:t>
            </a:r>
            <a:endParaRPr sz="1000" dirty="0"/>
          </a:p>
          <a:p>
            <a:pPr marL="171450" lvl="0" indent="-1714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</a:pPr>
            <a:r>
              <a:rPr lang="en" sz="1000" dirty="0"/>
              <a:t>Augmented-by Addition into the IETF-YANG-Library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000" u="sng" dirty="0">
              <a:solidFill>
                <a:schemeClr val="hlink"/>
              </a:solidFill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>
                <a:highlight>
                  <a:srgbClr val="FFFF00"/>
                </a:highlight>
              </a:rPr>
              <a:t>Validating </a:t>
            </a:r>
            <a:r>
              <a:rPr lang="en-US" sz="1000" dirty="0" err="1">
                <a:highlight>
                  <a:srgbClr val="FFFF00"/>
                </a:highlight>
              </a:rPr>
              <a:t>anydata</a:t>
            </a:r>
            <a:r>
              <a:rPr lang="en-US" sz="1000" dirty="0">
                <a:highlight>
                  <a:srgbClr val="FFFF00"/>
                </a:highlight>
              </a:rPr>
              <a:t> in YANG Library context</a:t>
            </a:r>
            <a:br>
              <a:rPr lang="en-US" sz="1000" dirty="0">
                <a:highlight>
                  <a:srgbClr val="FFFF00"/>
                </a:highlight>
              </a:rPr>
            </a:br>
            <a:r>
              <a:rPr lang="en-US" sz="1000" dirty="0">
                <a:highlight>
                  <a:srgbClr val="FFFF00"/>
                </a:highlight>
                <a:hlinkClick r:id="rId13"/>
              </a:rPr>
              <a:t>draft-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ietf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netmod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-yang-</a:t>
            </a:r>
            <a:r>
              <a:rPr lang="en-US" sz="1000" dirty="0" err="1">
                <a:highlight>
                  <a:srgbClr val="FFFF00"/>
                </a:highlight>
                <a:hlinkClick r:id="rId13"/>
              </a:rPr>
              <a:t>anydata</a:t>
            </a:r>
            <a:r>
              <a:rPr lang="en-US" sz="1000" dirty="0">
                <a:highlight>
                  <a:srgbClr val="FFFF00"/>
                </a:highlight>
                <a:hlinkClick r:id="rId13"/>
              </a:rPr>
              <a:t>-validation</a:t>
            </a:r>
            <a:endParaRPr lang="en-US" sz="1000" dirty="0">
              <a:highlight>
                <a:srgbClr val="FFFF00"/>
              </a:highlight>
            </a:endParaRPr>
          </a:p>
          <a:p>
            <a:pPr marL="171450" indent="-171450">
              <a:spcBef>
                <a:spcPts val="0"/>
              </a:spcBef>
              <a:buSzPts val="1200"/>
            </a:pPr>
            <a:r>
              <a:rPr lang="en-US" sz="1000" dirty="0"/>
              <a:t>Encoding of Data Modeled with YANG in the CBOR</a:t>
            </a:r>
            <a:br>
              <a:rPr lang="en" sz="1000" dirty="0"/>
            </a:br>
            <a:r>
              <a:rPr lang="en" sz="1000" u="sng" dirty="0">
                <a:solidFill>
                  <a:schemeClr val="hlink"/>
                </a:solidFill>
              </a:rPr>
              <a:t>RFC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000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273843"/>
            <a:ext cx="4593733" cy="1127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200" b="1" dirty="0"/>
              <a:t>An Architecture for YANG-Push </a:t>
            </a:r>
            <a:br>
              <a:rPr lang="en" sz="2200" b="1" dirty="0"/>
            </a:br>
            <a:r>
              <a:rPr lang="en" sz="2200" b="1" dirty="0"/>
              <a:t>to Message Broker Integration </a:t>
            </a:r>
            <a:br>
              <a:rPr lang="en" sz="2700" dirty="0"/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yang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-message-broker-integration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draft-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ietf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nmop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  <a:highlight>
                  <a:srgbClr val="FFFF00"/>
                </a:highlight>
              </a:rPr>
              <a:t>telemetry</a:t>
            </a:r>
            <a:r>
              <a:rPr lang="de-CH" sz="1300" dirty="0">
                <a:solidFill>
                  <a:srgbClr val="AEABAB"/>
                </a:solidFill>
                <a:highlight>
                  <a:srgbClr val="FFFF00"/>
                </a:highlight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ietf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yang</a:t>
            </a:r>
            <a:r>
              <a:rPr lang="de-CH" sz="1300" dirty="0">
                <a:solidFill>
                  <a:srgbClr val="AEABAB"/>
                </a:solidFill>
              </a:rPr>
              <a:t>-message-broker-message-</a:t>
            </a:r>
            <a:r>
              <a:rPr lang="de-CH" sz="1300" dirty="0" err="1">
                <a:solidFill>
                  <a:srgbClr val="AEABAB"/>
                </a:solidFill>
              </a:rPr>
              <a:t>key</a:t>
            </a:r>
            <a:br>
              <a:rPr lang="de-CH" sz="1300" dirty="0">
                <a:solidFill>
                  <a:srgbClr val="AEABAB"/>
                </a:solidFill>
              </a:rPr>
            </a:br>
            <a:r>
              <a:rPr lang="de-CH" sz="1300" dirty="0">
                <a:solidFill>
                  <a:srgbClr val="AEABAB"/>
                </a:solidFill>
              </a:rPr>
              <a:t>draft-</a:t>
            </a:r>
            <a:r>
              <a:rPr lang="de-CH" sz="1300" dirty="0" err="1">
                <a:solidFill>
                  <a:srgbClr val="AEABAB"/>
                </a:solidFill>
              </a:rPr>
              <a:t>netana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nmop</a:t>
            </a:r>
            <a:r>
              <a:rPr lang="de-CH" sz="1300" dirty="0">
                <a:solidFill>
                  <a:srgbClr val="AEABAB"/>
                </a:solidFill>
              </a:rPr>
              <a:t>-message-broker-</a:t>
            </a:r>
            <a:r>
              <a:rPr lang="de-CH" sz="1300" dirty="0" err="1">
                <a:solidFill>
                  <a:srgbClr val="AEABAB"/>
                </a:solidFill>
              </a:rPr>
              <a:t>bmp</a:t>
            </a:r>
            <a:r>
              <a:rPr lang="de-CH" sz="1300" dirty="0">
                <a:solidFill>
                  <a:srgbClr val="AEABAB"/>
                </a:solidFill>
              </a:rPr>
              <a:t>-</a:t>
            </a:r>
            <a:r>
              <a:rPr lang="de-CH" sz="1300" dirty="0" err="1">
                <a:solidFill>
                  <a:srgbClr val="AEABAB"/>
                </a:solidFill>
              </a:rPr>
              <a:t>telemetry</a:t>
            </a:r>
            <a:r>
              <a:rPr lang="de-CH" sz="1300" dirty="0">
                <a:solidFill>
                  <a:srgbClr val="AEABAB"/>
                </a:solidFill>
              </a:rPr>
              <a:t>-message</a:t>
            </a:r>
            <a:br>
              <a:rPr lang="de-CH" sz="1300" dirty="0">
                <a:solidFill>
                  <a:srgbClr val="AEABAB"/>
                </a:solidFill>
              </a:rPr>
            </a:br>
            <a:endParaRPr sz="1300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4466962" y="162200"/>
            <a:ext cx="4087895" cy="4819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700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700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700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700" b="0" i="0" u="none" strike="noStrike" cap="none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5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kumimoji="0" lang="de-CH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YANG-Push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de-CH" sz="2000" b="0" i="0" u="none" strike="noStrike" kern="0" cap="none" spc="0" normalizeH="0" baseline="0" noProof="0" dirty="0">
                <a:ln>
                  <a:noFill/>
                </a:ln>
                <a:solidFill>
                  <a:srgbClr val="AEABAB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t>IETF </a:t>
            </a:r>
            <a:r>
              <a:rPr lang="de-CH" sz="2000" dirty="0">
                <a:solidFill>
                  <a:srgbClr val="AEABAB"/>
                </a:solidFill>
              </a:rPr>
              <a:t>125 Publisher Implementation </a:t>
            </a:r>
            <a:r>
              <a:rPr lang="de-CH" sz="2000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0004883"/>
              </p:ext>
            </p:extLst>
          </p:nvPr>
        </p:nvGraphicFramePr>
        <p:xfrm>
          <a:off x="611568" y="1027523"/>
          <a:ext cx="6496580" cy="3450822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0461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89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634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5492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35003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54443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330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20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2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3C8B320-ACCB-6CC0-EC45-3317ED62B11B}"/>
              </a:ext>
            </a:extLst>
          </p:cNvPr>
          <p:cNvSpPr txBox="1"/>
          <p:nvPr/>
        </p:nvSpPr>
        <p:spPr>
          <a:xfrm>
            <a:off x="7108148" y="3462682"/>
            <a:ext cx="160443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udp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notif</a:t>
            </a: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-c-</a:t>
            </a: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6"/>
              </a:rPr>
              <a:t>collector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yang-library-augmentedby</a:t>
            </a:r>
            <a:r>
              <a:rPr lang="de-CH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hlinkClick r:id="rId7"/>
              </a:rPr>
              <a:t> </a:t>
            </a:r>
            <a:endParaRPr lang="de-CH"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6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Operational IETF/IEEE YANG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Module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611568" y="4616361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82045806"/>
              </p:ext>
            </p:extLst>
          </p:nvPr>
        </p:nvGraphicFramePr>
        <p:xfrm>
          <a:off x="614037" y="1181531"/>
          <a:ext cx="6499654" cy="31158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2992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64700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200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dirty="0"/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2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2800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757398" y="4768594"/>
            <a:ext cx="184061" cy="269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"/>
              <a:t>7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518160" y="0"/>
            <a:ext cx="4922520" cy="86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000" b="1" dirty="0">
                <a:solidFill>
                  <a:srgbClr val="000000"/>
                </a:solidFill>
              </a:rPr>
              <a:t>YANG Message Broker</a:t>
            </a:r>
            <a:br>
              <a:rPr kumimoji="0" lang="de-CH" sz="40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lang="de-CH" sz="2000" dirty="0">
                <a:solidFill>
                  <a:srgbClr val="AEABAB"/>
                </a:solidFill>
              </a:rPr>
              <a:t>IETF 125 Implementation Status</a:t>
            </a:r>
            <a:endParaRPr lang="de-CH" sz="2000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611568" y="4595492"/>
            <a:ext cx="6764867" cy="3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defTabSz="1219170">
              <a:buClr>
                <a:srgbClr val="92D050"/>
              </a:buClr>
              <a:buSzPts val="1200"/>
              <a:defRPr/>
            </a:pPr>
            <a:r>
              <a:rPr lang="en" sz="12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2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2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 descr="Flag of China - Wikipedia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9411" y="102615"/>
            <a:ext cx="1293871" cy="862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32D31C8-49EE-517B-5994-DB88257DDD8C}"/>
              </a:ext>
            </a:extLst>
          </p:cNvPr>
          <p:cNvSpPr txBox="1"/>
          <p:nvPr/>
        </p:nvSpPr>
        <p:spPr>
          <a:xfrm>
            <a:off x="7159411" y="3569315"/>
            <a:ext cx="16044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de-CH" sz="1200" kern="0" dirty="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4"/>
              </a:rPr>
              <a:t>NetGauze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  <a:p>
            <a:pPr defTabSz="1219170">
              <a:buClr>
                <a:srgbClr val="000000"/>
              </a:buClr>
            </a:pPr>
            <a:r>
              <a:rPr lang="de-CH" sz="1200" kern="0" dirty="0" err="1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Arial"/>
                <a:hlinkClick r:id="rId5"/>
              </a:rPr>
              <a:t>Pmacct</a:t>
            </a:r>
            <a:endParaRPr lang="de-CH" sz="1200" kern="0" dirty="0">
              <a:solidFill>
                <a:srgbClr val="0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0085131"/>
              </p:ext>
            </p:extLst>
          </p:nvPr>
        </p:nvGraphicFramePr>
        <p:xfrm>
          <a:off x="611568" y="1150970"/>
          <a:ext cx="6557295" cy="288001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33918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92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7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5478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41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597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41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2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2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2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2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2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2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(✔)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27432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2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2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2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2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2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2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2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9533" marR="9533" marT="9533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from IETF 124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2"/>
              </a:rPr>
              <a:t>Yanglint</a:t>
            </a:r>
            <a:r>
              <a:rPr lang="en-US" sz="1700" dirty="0"/>
              <a:t>, misses </a:t>
            </a:r>
            <a:r>
              <a:rPr lang="en-US" sz="1700" dirty="0" err="1"/>
              <a:t>anydata</a:t>
            </a:r>
            <a:r>
              <a:rPr lang="en-US" sz="1700" dirty="0"/>
              <a:t> validation support within YANG structures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collection-timestamp to be typedef date-and-time compliant.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encoding value to include </a:t>
            </a:r>
            <a:r>
              <a:rPr lang="en-US" sz="1700" dirty="0" err="1"/>
              <a:t>ietf</a:t>
            </a:r>
            <a:r>
              <a:rPr lang="en-US" sz="1700" dirty="0"/>
              <a:t>-subscribed-notifications namespace in JSON encoding.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3"/>
              </a:rPr>
              <a:t>Pmacct</a:t>
            </a:r>
            <a:r>
              <a:rPr lang="en-US" sz="1700" dirty="0"/>
              <a:t> corrects network-operator-metadata/labels/</a:t>
            </a:r>
            <a:r>
              <a:rPr lang="en-US" sz="1700" dirty="0" err="1"/>
              <a:t>anydata</a:t>
            </a:r>
            <a:r>
              <a:rPr lang="en-US" sz="1700" dirty="0"/>
              <a:t>-values </a:t>
            </a:r>
            <a:r>
              <a:rPr lang="en-US" sz="1700" dirty="0" err="1"/>
              <a:t>anydata</a:t>
            </a:r>
            <a:r>
              <a:rPr lang="en-US" sz="1700" dirty="0"/>
              <a:t> statement to be valid I-JSON.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4"/>
              </a:rPr>
              <a:t>YANG schema registry </a:t>
            </a:r>
            <a:r>
              <a:rPr lang="en-US" sz="1700" dirty="0"/>
              <a:t>supporting YANG features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 err="1">
                <a:hlinkClick r:id="rId5"/>
              </a:rPr>
              <a:t>NetGauze</a:t>
            </a:r>
            <a:r>
              <a:rPr lang="en-US" sz="1700" dirty="0"/>
              <a:t> supporting 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netconf &lt;get&gt; to obtain YANG library content,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validation for YANG-Push notifications,</a:t>
            </a:r>
          </a:p>
          <a:p>
            <a:pPr marL="742950" lvl="1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YANG schema registration.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8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9779" y="1351533"/>
            <a:ext cx="411152" cy="411152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1176" y="1730271"/>
            <a:ext cx="411152" cy="411152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107991"/>
            <a:ext cx="411152" cy="411152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511469"/>
            <a:ext cx="411152" cy="411152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2971797"/>
            <a:ext cx="411152" cy="411152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1110" y="3326099"/>
            <a:ext cx="411152" cy="411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3400" dirty="0"/>
              <a:t>Next Steps for IETF 126 and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540000" y="1369219"/>
            <a:ext cx="7321110" cy="24740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Re-do YANG Message Broker Consumer tests on updated testbed with Ciena Blue Planet UAA Workflow Engine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Complete IETF YANG module subscription tests with 6Wind VSR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Compare YANG feature coverage between </a:t>
            </a:r>
            <a:r>
              <a:rPr lang="en-US" sz="1700" dirty="0">
                <a:hlinkClick r:id="rId2"/>
              </a:rPr>
              <a:t>libyang</a:t>
            </a:r>
            <a:r>
              <a:rPr lang="en-US" sz="1700" dirty="0"/>
              <a:t>, </a:t>
            </a:r>
            <a:r>
              <a:rPr lang="en-US" sz="1700" dirty="0">
                <a:hlinkClick r:id="rId3"/>
              </a:rPr>
              <a:t>yangkit</a:t>
            </a:r>
            <a:r>
              <a:rPr lang="en-US" sz="1700" dirty="0"/>
              <a:t> and </a:t>
            </a:r>
            <a:r>
              <a:rPr lang="en-US" sz="1700" dirty="0">
                <a:hlinkClick r:id="rId4"/>
              </a:rPr>
              <a:t>yangtools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draft-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ietf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netmod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yang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</a:t>
            </a:r>
            <a:r>
              <a:rPr lang="de-CH" sz="1800" dirty="0" err="1">
                <a:solidFill>
                  <a:schemeClr val="dk1"/>
                </a:solidFill>
                <a:hlinkClick r:id="rId5"/>
              </a:rPr>
              <a:t>anydata</a:t>
            </a:r>
            <a:r>
              <a:rPr lang="de-CH" sz="1800" dirty="0">
                <a:solidFill>
                  <a:schemeClr val="dk1"/>
                </a:solidFill>
                <a:hlinkClick r:id="rId5"/>
              </a:rPr>
              <a:t>-validation</a:t>
            </a:r>
            <a:r>
              <a:rPr lang="de-CH" sz="1800" dirty="0">
                <a:solidFill>
                  <a:schemeClr val="dk1"/>
                </a:solidFill>
              </a:rPr>
              <a:t> in </a:t>
            </a:r>
            <a:r>
              <a:rPr lang="de-CH" sz="1800" dirty="0" err="1">
                <a:solidFill>
                  <a:schemeClr val="dk1"/>
                </a:solidFill>
              </a:rPr>
              <a:t>yangkit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Revert </a:t>
            </a:r>
            <a:r>
              <a:rPr lang="en-US" sz="1700" dirty="0">
                <a:hlinkClick r:id="rId6"/>
              </a:rPr>
              <a:t>import only modules for augmented-by </a:t>
            </a:r>
            <a:r>
              <a:rPr lang="en-US" sz="1700" dirty="0"/>
              <a:t>workaround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7"/>
              </a:rPr>
              <a:t>Preserve cached YANG-Push subscription state across receiver reload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hlinkClick r:id="rId8"/>
              </a:rPr>
              <a:t>Obtain YANG-Push subscription state from publisher if missing</a:t>
            </a:r>
            <a:endParaRPr lang="en-US" sz="1700" dirty="0"/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Netconf session queuing for schema retrieval</a:t>
            </a:r>
          </a:p>
          <a:p>
            <a:pPr marL="285750" indent="-285750">
              <a:spcBef>
                <a:spcPts val="300"/>
              </a:spcBef>
              <a:buFont typeface="Arial" panose="020B0604020202020204" pitchFamily="34" charset="0"/>
              <a:buChar char="•"/>
            </a:pPr>
            <a:r>
              <a:rPr lang="en-US" sz="1700" dirty="0"/>
              <a:t>Support </a:t>
            </a:r>
            <a:r>
              <a:rPr lang="en-US" sz="1700" dirty="0">
                <a:hlinkClick r:id="rId9"/>
              </a:rPr>
              <a:t>YANG-Push Message Broker Topic Naming</a:t>
            </a:r>
            <a:r>
              <a:rPr lang="en-US" sz="1700" dirty="0"/>
              <a:t> with </a:t>
            </a:r>
            <a:r>
              <a:rPr lang="en-US" sz="1700" dirty="0">
                <a:hlinkClick r:id="rId10"/>
              </a:rPr>
              <a:t>dynamic Apache Kafka topic creation API</a:t>
            </a:r>
            <a:endParaRPr lang="en-US" sz="17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9</a:t>
            </a:fld>
            <a:endParaRPr lang="en-US" dirty="0"/>
          </a:p>
        </p:txBody>
      </p:sp>
      <p:pic>
        <p:nvPicPr>
          <p:cNvPr id="17" name="Picture 16" descr="A red and white label&#10;&#10;AI-generated content may be incorrect.">
            <a:extLst>
              <a:ext uri="{FF2B5EF4-FFF2-40B4-BE49-F238E27FC236}">
                <a16:creationId xmlns:a16="http://schemas.microsoft.com/office/drawing/2014/main" id="{29BA4C7B-D7E4-6B2C-091B-503723F2D96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53843" y="2303216"/>
            <a:ext cx="268534" cy="268534"/>
          </a:xfrm>
          <a:prstGeom prst="rect">
            <a:avLst/>
          </a:prstGeom>
        </p:spPr>
      </p:pic>
      <p:pic>
        <p:nvPicPr>
          <p:cNvPr id="3" name="Picture 2" descr="A red and white label&#10;&#10;AI-generated content may be incorrect.">
            <a:extLst>
              <a:ext uri="{FF2B5EF4-FFF2-40B4-BE49-F238E27FC236}">
                <a16:creationId xmlns:a16="http://schemas.microsoft.com/office/drawing/2014/main" id="{1983A747-B840-E9CA-7C18-DCEC9909EE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619208"/>
            <a:ext cx="268534" cy="268534"/>
          </a:xfrm>
          <a:prstGeom prst="rect">
            <a:avLst/>
          </a:prstGeom>
        </p:spPr>
      </p:pic>
      <p:pic>
        <p:nvPicPr>
          <p:cNvPr id="5" name="Picture 4" descr="A red and white label&#10;&#10;AI-generated content may be incorrect.">
            <a:extLst>
              <a:ext uri="{FF2B5EF4-FFF2-40B4-BE49-F238E27FC236}">
                <a16:creationId xmlns:a16="http://schemas.microsoft.com/office/drawing/2014/main" id="{F1EB5948-AF15-F73D-B99D-F9E013D914A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2933276"/>
            <a:ext cx="268534" cy="268534"/>
          </a:xfrm>
          <a:prstGeom prst="rect">
            <a:avLst/>
          </a:prstGeom>
        </p:spPr>
      </p:pic>
      <p:pic>
        <p:nvPicPr>
          <p:cNvPr id="8" name="Picture 7" descr="A red and white label&#10;&#10;AI-generated content may be incorrect.">
            <a:extLst>
              <a:ext uri="{FF2B5EF4-FFF2-40B4-BE49-F238E27FC236}">
                <a16:creationId xmlns:a16="http://schemas.microsoft.com/office/drawing/2014/main" id="{99F0D138-AEE8-CB17-EDA1-92BCB9E8CB7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229627"/>
            <a:ext cx="268534" cy="268534"/>
          </a:xfrm>
          <a:prstGeom prst="rect">
            <a:avLst/>
          </a:prstGeom>
        </p:spPr>
      </p:pic>
      <p:pic>
        <p:nvPicPr>
          <p:cNvPr id="10" name="Picture 9" descr="A red and white label&#10;&#10;AI-generated content may be incorrect.">
            <a:extLst>
              <a:ext uri="{FF2B5EF4-FFF2-40B4-BE49-F238E27FC236}">
                <a16:creationId xmlns:a16="http://schemas.microsoft.com/office/drawing/2014/main" id="{6944193D-46D1-6535-16F9-F941811D457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525978"/>
            <a:ext cx="268534" cy="268534"/>
          </a:xfrm>
          <a:prstGeom prst="rect">
            <a:avLst/>
          </a:prstGeom>
        </p:spPr>
      </p:pic>
      <p:pic>
        <p:nvPicPr>
          <p:cNvPr id="11" name="Picture 10" descr="A red and white label&#10;&#10;AI-generated content may be incorrect.">
            <a:extLst>
              <a:ext uri="{FF2B5EF4-FFF2-40B4-BE49-F238E27FC236}">
                <a16:creationId xmlns:a16="http://schemas.microsoft.com/office/drawing/2014/main" id="{D300F229-8A7E-A488-E67C-9E5DBA5823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9668" y="3810727"/>
            <a:ext cx="268534" cy="268534"/>
          </a:xfrm>
          <a:prstGeom prst="rect">
            <a:avLst/>
          </a:prstGeom>
        </p:spPr>
      </p:pic>
      <p:pic>
        <p:nvPicPr>
          <p:cNvPr id="12" name="Picture 11" descr="A red and white label&#10;&#10;AI-generated content may be incorrect.">
            <a:extLst>
              <a:ext uri="{FF2B5EF4-FFF2-40B4-BE49-F238E27FC236}">
                <a16:creationId xmlns:a16="http://schemas.microsoft.com/office/drawing/2014/main" id="{9FE52380-46B9-16E4-1BE1-A7FCC78C7C4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438417"/>
            <a:ext cx="268534" cy="268534"/>
          </a:xfrm>
          <a:prstGeom prst="rect">
            <a:avLst/>
          </a:prstGeom>
        </p:spPr>
      </p:pic>
      <p:pic>
        <p:nvPicPr>
          <p:cNvPr id="13" name="Picture 12" descr="A red and white label&#10;&#10;AI-generated content may be incorrect.">
            <a:extLst>
              <a:ext uri="{FF2B5EF4-FFF2-40B4-BE49-F238E27FC236}">
                <a16:creationId xmlns:a16="http://schemas.microsoft.com/office/drawing/2014/main" id="{A3B993C9-B476-E507-AC15-A1BDF82A41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1991940"/>
            <a:ext cx="268534" cy="268534"/>
          </a:xfrm>
          <a:prstGeom prst="rect">
            <a:avLst/>
          </a:prstGeom>
        </p:spPr>
      </p:pic>
      <p:pic>
        <p:nvPicPr>
          <p:cNvPr id="14" name="Picture 13" descr="A red and white label&#10;&#10;AI-generated content may be incorrect.">
            <a:extLst>
              <a:ext uri="{FF2B5EF4-FFF2-40B4-BE49-F238E27FC236}">
                <a16:creationId xmlns:a16="http://schemas.microsoft.com/office/drawing/2014/main" id="{5811DA5E-FCEA-CF0C-2230-8CADE738134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44709" y="4095476"/>
            <a:ext cx="268534" cy="268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457200" y="205978"/>
            <a:ext cx="8229600" cy="857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539575" y="1063229"/>
            <a:ext cx="3704765" cy="39755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Paolo Lucente – </a:t>
            </a:r>
            <a:r>
              <a:rPr lang="en-US" sz="1600" dirty="0" err="1"/>
              <a:t>Pmacct</a:t>
            </a:r>
            <a:endParaRPr lang="en-US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Qin Wu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Michael Mackey – Huawei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/>
              <a:t>Scott Huang </a:t>
            </a:r>
            <a:r>
              <a:rPr lang="en-US" sz="1600" dirty="0"/>
              <a:t>-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Rob Wilton – Cisco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Dan Voyer – Cisco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Sivakumar Sundaravadivel – Ciena</a:t>
            </a:r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IJsbrand Wijnands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600" dirty="0"/>
              <a:t>Irfan Mohammad – </a:t>
            </a:r>
            <a:r>
              <a:rPr lang="de-CH" sz="1600" dirty="0" err="1"/>
              <a:t>Arrcus</a:t>
            </a:r>
            <a:endParaRPr lang="de-CH" sz="1600" dirty="0"/>
          </a:p>
          <a:p>
            <a:pPr marL="228600" indent="-228600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600" dirty="0"/>
              <a:t>Benoit Claise - Everything OPS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Wanting Du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Rafael Julio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Leonardo Rodoni -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Ahmed Elhassany – Swisscom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Calibri"/>
              <a:buChar char="•"/>
            </a:pPr>
            <a:r>
              <a:rPr lang="en-US" sz="16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8587819" y="0"/>
            <a:ext cx="556181" cy="51435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686800" y="4764735"/>
            <a:ext cx="254659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US" smtClean="0"/>
              <a:t>10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6563429" y="2130055"/>
            <a:ext cx="4572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3821446" y="3688080"/>
            <a:ext cx="4342134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000" b="1" dirty="0">
                <a:solidFill>
                  <a:schemeClr val="tx1"/>
                </a:solidFill>
              </a:rPr>
              <a:t>Want </a:t>
            </a:r>
            <a:r>
              <a:rPr lang="en-US" sz="2000" b="1">
                <a:solidFill>
                  <a:schemeClr val="tx1"/>
                </a:solidFill>
              </a:rPr>
              <a:t>to know </a:t>
            </a:r>
            <a:r>
              <a:rPr lang="en-US" sz="2000" b="1" dirty="0">
                <a:solidFill>
                  <a:schemeClr val="tx1"/>
                </a:solidFill>
              </a:rPr>
              <a:t>more than join us at…</a:t>
            </a:r>
            <a:br>
              <a:rPr lang="en-US" sz="2000" b="1" dirty="0">
                <a:solidFill>
                  <a:schemeClr val="tx1"/>
                </a:solidFill>
              </a:rPr>
            </a:br>
            <a:r>
              <a:rPr lang="en-US" sz="1300" dirty="0"/>
              <a:t> </a:t>
            </a:r>
          </a:p>
          <a:p>
            <a:pPr marL="285750" indent="-28575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300" dirty="0"/>
              <a:t>NMOP on </a:t>
            </a:r>
            <a:r>
              <a:rPr lang="en-US" sz="1300" b="1" dirty="0"/>
              <a:t>Friday 09:00 – 11:00</a:t>
            </a:r>
            <a:r>
              <a:rPr lang="en-US" sz="1300" dirty="0"/>
              <a:t> at the Grand Ballroom 1 for Message Broker, Telemetry Message and Message Key document updates and hackathon related details.</a:t>
            </a:r>
          </a:p>
        </p:txBody>
      </p:sp>
      <p:pic>
        <p:nvPicPr>
          <p:cNvPr id="1026" name="3F91650C-2427-4F17-BB5E-2B8AA9BBCEED" descr="IMG_5241.JPG">
            <a:extLst>
              <a:ext uri="{FF2B5EF4-FFF2-40B4-BE49-F238E27FC236}">
                <a16:creationId xmlns:a16="http://schemas.microsoft.com/office/drawing/2014/main" id="{5F1ABF85-44F3-317B-5F08-2E3C4A619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06887" y="359729"/>
            <a:ext cx="1755352" cy="312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1345</Words>
  <Application>Microsoft Office PowerPoint</Application>
  <PresentationFormat>On-screen Show (16:9)</PresentationFormat>
  <Paragraphs>276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Noto Sans Symbols</vt:lpstr>
      <vt:lpstr>Calibri</vt:lpstr>
      <vt:lpstr>Arial</vt:lpstr>
      <vt:lpstr>Times New Roman</vt:lpstr>
      <vt:lpstr>Courier New</vt:lpstr>
      <vt:lpstr>Simple Light</vt:lpstr>
      <vt:lpstr>Office Theme</vt:lpstr>
      <vt:lpstr>Validate YANG-Push to Message Broker End-To-End Data Processing Chain IETF 125 Hackathon, March 14-15th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PowerPoint Presentation</vt:lpstr>
      <vt:lpstr>PowerPoint Presentation</vt:lpstr>
      <vt:lpstr>PowerPoint Presentation</vt:lpstr>
      <vt:lpstr>Next Steps from IETF 124 Hackathon…</vt:lpstr>
      <vt:lpstr>Next Steps for IETF 126 and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Validate  Configured Subscription YANG-Push Publisher Implementations NETCONF &amp; NMOP WG</dc:title>
  <cp:lastModifiedBy>Graf Thomas, SCS-INI-NET-VNC-E2E</cp:lastModifiedBy>
  <cp:revision>24</cp:revision>
  <dcterms:modified xsi:type="dcterms:W3CDTF">2026-03-17T04:06:57Z</dcterms:modified>
</cp:coreProperties>
</file>