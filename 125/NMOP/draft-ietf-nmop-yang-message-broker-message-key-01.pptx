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1041" r:id="rId2"/>
    <p:sldId id="2145706298" r:id="rId3"/>
    <p:sldId id="2145706305" r:id="rId4"/>
    <p:sldId id="2145706304" r:id="rId5"/>
    <p:sldId id="2145706306" r:id="rId6"/>
    <p:sldId id="2145706220"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B30"/>
    <a:srgbClr val="ACAB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208C7A-A7C4-4029-B043-0E06C1838D90}" v="14" dt="2026-03-01T11:46:07.7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53" autoAdjust="0"/>
    <p:restoredTop sz="91695" autoAdjust="0"/>
  </p:normalViewPr>
  <p:slideViewPr>
    <p:cSldViewPr snapToGrid="0">
      <p:cViewPr varScale="1">
        <p:scale>
          <a:sx n="87" d="100"/>
          <a:sy n="87" d="100"/>
        </p:scale>
        <p:origin x="432" y="77"/>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INI-NET-VNC-E2E" userId="487bc3e3-9ce7-4cdd-b7b4-8899ea88d289" providerId="ADAL" clId="{23DAAAFE-1C75-48F9-94BE-1C45A7C23D09}"/>
    <pc:docChg chg="undo custSel addSld delSld modSld sldOrd">
      <pc:chgData name="Graf Thomas, INI-NET-VNC-E2E" userId="487bc3e3-9ce7-4cdd-b7b4-8899ea88d289" providerId="ADAL" clId="{23DAAAFE-1C75-48F9-94BE-1C45A7C23D09}" dt="2025-02-21T09:51:52.396" v="1422" actId="20577"/>
      <pc:docMkLst>
        <pc:docMk/>
      </pc:docMkLst>
      <pc:sldChg chg="del">
        <pc:chgData name="Graf Thomas, INI-NET-VNC-E2E" userId="487bc3e3-9ce7-4cdd-b7b4-8899ea88d289" providerId="ADAL" clId="{23DAAAFE-1C75-48F9-94BE-1C45A7C23D09}" dt="2025-02-13T13:09:40.878" v="1411" actId="47"/>
        <pc:sldMkLst>
          <pc:docMk/>
          <pc:sldMk cId="0" sldId="273"/>
        </pc:sldMkLst>
      </pc:sldChg>
      <pc:sldChg chg="modSp mod">
        <pc:chgData name="Graf Thomas, INI-NET-VNC-E2E" userId="487bc3e3-9ce7-4cdd-b7b4-8899ea88d289" providerId="ADAL" clId="{23DAAAFE-1C75-48F9-94BE-1C45A7C23D09}" dt="2025-02-21T09:51:03.272" v="1418" actId="20577"/>
        <pc:sldMkLst>
          <pc:docMk/>
          <pc:sldMk cId="3578665336" sldId="1041"/>
        </pc:sldMkLst>
      </pc:sldChg>
      <pc:sldChg chg="add ord">
        <pc:chgData name="Graf Thomas, INI-NET-VNC-E2E" userId="487bc3e3-9ce7-4cdd-b7b4-8899ea88d289" providerId="ADAL" clId="{23DAAAFE-1C75-48F9-94BE-1C45A7C23D09}" dt="2025-02-13T12:10:28.301" v="20"/>
        <pc:sldMkLst>
          <pc:docMk/>
          <pc:sldMk cId="1088069469" sldId="26422"/>
        </pc:sldMkLst>
      </pc:sldChg>
      <pc:sldChg chg="add">
        <pc:chgData name="Graf Thomas, INI-NET-VNC-E2E" userId="487bc3e3-9ce7-4cdd-b7b4-8899ea88d289" providerId="ADAL" clId="{23DAAAFE-1C75-48F9-94BE-1C45A7C23D09}" dt="2025-02-13T13:10:06.531" v="1412"/>
        <pc:sldMkLst>
          <pc:docMk/>
          <pc:sldMk cId="670772560" sldId="2145706220"/>
        </pc:sldMkLst>
      </pc:sldChg>
      <pc:sldChg chg="add del">
        <pc:chgData name="Graf Thomas, INI-NET-VNC-E2E" userId="487bc3e3-9ce7-4cdd-b7b4-8899ea88d289" providerId="ADAL" clId="{23DAAAFE-1C75-48F9-94BE-1C45A7C23D09}" dt="2025-02-13T12:22:14.010" v="69" actId="47"/>
        <pc:sldMkLst>
          <pc:docMk/>
          <pc:sldMk cId="3864283889" sldId="2145706236"/>
        </pc:sldMkLst>
      </pc:sldChg>
      <pc:sldChg chg="del">
        <pc:chgData name="Graf Thomas, INI-NET-VNC-E2E" userId="487bc3e3-9ce7-4cdd-b7b4-8899ea88d289" providerId="ADAL" clId="{23DAAAFE-1C75-48F9-94BE-1C45A7C23D09}" dt="2025-02-13T12:09:00.050" v="10" actId="47"/>
        <pc:sldMkLst>
          <pc:docMk/>
          <pc:sldMk cId="2617504443" sldId="2145706242"/>
        </pc:sldMkLst>
      </pc:sldChg>
      <pc:sldChg chg="modSp add mod ord">
        <pc:chgData name="Graf Thomas, INI-NET-VNC-E2E" userId="487bc3e3-9ce7-4cdd-b7b4-8899ea88d289" providerId="ADAL" clId="{23DAAAFE-1C75-48F9-94BE-1C45A7C23D09}" dt="2025-02-13T12:26:03.115" v="93" actId="20577"/>
        <pc:sldMkLst>
          <pc:docMk/>
          <pc:sldMk cId="2325717052" sldId="2145706246"/>
        </pc:sldMkLst>
      </pc:sldChg>
      <pc:sldChg chg="modSp mod ord">
        <pc:chgData name="Graf Thomas, INI-NET-VNC-E2E" userId="487bc3e3-9ce7-4cdd-b7b4-8899ea88d289" providerId="ADAL" clId="{23DAAAFE-1C75-48F9-94BE-1C45A7C23D09}" dt="2025-02-13T12:25:42.282" v="91" actId="13926"/>
        <pc:sldMkLst>
          <pc:docMk/>
          <pc:sldMk cId="2701002203" sldId="2145706256"/>
        </pc:sldMkLst>
      </pc:sldChg>
      <pc:sldChg chg="add ord">
        <pc:chgData name="Graf Thomas, INI-NET-VNC-E2E" userId="487bc3e3-9ce7-4cdd-b7b4-8899ea88d289" providerId="ADAL" clId="{23DAAAFE-1C75-48F9-94BE-1C45A7C23D09}" dt="2025-02-13T12:18:25.700" v="54"/>
        <pc:sldMkLst>
          <pc:docMk/>
          <pc:sldMk cId="3965782337" sldId="2145706257"/>
        </pc:sldMkLst>
      </pc:sldChg>
      <pc:sldChg chg="del">
        <pc:chgData name="Graf Thomas, INI-NET-VNC-E2E" userId="487bc3e3-9ce7-4cdd-b7b4-8899ea88d289" providerId="ADAL" clId="{23DAAAFE-1C75-48F9-94BE-1C45A7C23D09}" dt="2025-02-13T12:21:10.466" v="67" actId="47"/>
        <pc:sldMkLst>
          <pc:docMk/>
          <pc:sldMk cId="2684272815" sldId="2145706258"/>
        </pc:sldMkLst>
      </pc:sldChg>
      <pc:sldChg chg="modSp del mod">
        <pc:chgData name="Graf Thomas, INI-NET-VNC-E2E" userId="487bc3e3-9ce7-4cdd-b7b4-8899ea88d289" providerId="ADAL" clId="{23DAAAFE-1C75-48F9-94BE-1C45A7C23D09}" dt="2025-02-13T12:21:14.404" v="68" actId="47"/>
        <pc:sldMkLst>
          <pc:docMk/>
          <pc:sldMk cId="179949106" sldId="2145706259"/>
        </pc:sldMkLst>
      </pc:sldChg>
      <pc:sldChg chg="modSp add mod ord">
        <pc:chgData name="Graf Thomas, INI-NET-VNC-E2E" userId="487bc3e3-9ce7-4cdd-b7b4-8899ea88d289" providerId="ADAL" clId="{23DAAAFE-1C75-48F9-94BE-1C45A7C23D09}" dt="2025-02-13T12:35:26.707" v="220" actId="13926"/>
        <pc:sldMkLst>
          <pc:docMk/>
          <pc:sldMk cId="218410027" sldId="2145706260"/>
        </pc:sldMkLst>
      </pc:sldChg>
      <pc:sldChg chg="modSp mod">
        <pc:chgData name="Graf Thomas, INI-NET-VNC-E2E" userId="487bc3e3-9ce7-4cdd-b7b4-8899ea88d289" providerId="ADAL" clId="{23DAAAFE-1C75-48F9-94BE-1C45A7C23D09}" dt="2025-02-13T13:06:12.265" v="1265" actId="113"/>
        <pc:sldMkLst>
          <pc:docMk/>
          <pc:sldMk cId="461661054" sldId="2145706267"/>
        </pc:sldMkLst>
      </pc:sldChg>
      <pc:sldChg chg="add ord">
        <pc:chgData name="Graf Thomas, INI-NET-VNC-E2E" userId="487bc3e3-9ce7-4cdd-b7b4-8899ea88d289" providerId="ADAL" clId="{23DAAAFE-1C75-48F9-94BE-1C45A7C23D09}" dt="2025-02-13T12:18:08.286" v="50"/>
        <pc:sldMkLst>
          <pc:docMk/>
          <pc:sldMk cId="3562000331" sldId="2145706269"/>
        </pc:sldMkLst>
      </pc:sldChg>
      <pc:sldChg chg="add ord">
        <pc:chgData name="Graf Thomas, INI-NET-VNC-E2E" userId="487bc3e3-9ce7-4cdd-b7b4-8899ea88d289" providerId="ADAL" clId="{23DAAAFE-1C75-48F9-94BE-1C45A7C23D09}" dt="2025-02-13T12:18:52.283" v="58"/>
        <pc:sldMkLst>
          <pc:docMk/>
          <pc:sldMk cId="2855098073" sldId="2145706270"/>
        </pc:sldMkLst>
      </pc:sldChg>
      <pc:sldChg chg="del">
        <pc:chgData name="Graf Thomas, INI-NET-VNC-E2E" userId="487bc3e3-9ce7-4cdd-b7b4-8899ea88d289" providerId="ADAL" clId="{23DAAAFE-1C75-48F9-94BE-1C45A7C23D09}" dt="2025-02-13T12:08:57.381" v="9" actId="47"/>
        <pc:sldMkLst>
          <pc:docMk/>
          <pc:sldMk cId="2178954233" sldId="2145706271"/>
        </pc:sldMkLst>
      </pc:sldChg>
      <pc:sldChg chg="del">
        <pc:chgData name="Graf Thomas, INI-NET-VNC-E2E" userId="487bc3e3-9ce7-4cdd-b7b4-8899ea88d289" providerId="ADAL" clId="{23DAAAFE-1C75-48F9-94BE-1C45A7C23D09}" dt="2025-02-13T12:09:33.153" v="15" actId="47"/>
        <pc:sldMkLst>
          <pc:docMk/>
          <pc:sldMk cId="1170693214" sldId="2145706272"/>
        </pc:sldMkLst>
      </pc:sldChg>
      <pc:sldChg chg="modSp add mod">
        <pc:chgData name="Graf Thomas, INI-NET-VNC-E2E" userId="487bc3e3-9ce7-4cdd-b7b4-8899ea88d289" providerId="ADAL" clId="{23DAAAFE-1C75-48F9-94BE-1C45A7C23D09}" dt="2025-02-21T09:51:52.396" v="1422" actId="20577"/>
        <pc:sldMkLst>
          <pc:docMk/>
          <pc:sldMk cId="3524404663" sldId="2145706275"/>
        </pc:sldMkLst>
      </pc:sldChg>
      <pc:sldChg chg="modSp add del mod">
        <pc:chgData name="Graf Thomas, INI-NET-VNC-E2E" userId="487bc3e3-9ce7-4cdd-b7b4-8899ea88d289" providerId="ADAL" clId="{23DAAAFE-1C75-48F9-94BE-1C45A7C23D09}" dt="2025-02-13T13:08:56.206" v="1410" actId="47"/>
        <pc:sldMkLst>
          <pc:docMk/>
          <pc:sldMk cId="1674016052" sldId="2145706276"/>
        </pc:sldMkLst>
      </pc:sldChg>
      <pc:sldChg chg="del">
        <pc:chgData name="Graf Thomas, INI-NET-VNC-E2E" userId="487bc3e3-9ce7-4cdd-b7b4-8899ea88d289" providerId="ADAL" clId="{23DAAAFE-1C75-48F9-94BE-1C45A7C23D09}" dt="2025-02-13T12:09:04.367" v="11" actId="47"/>
        <pc:sldMkLst>
          <pc:docMk/>
          <pc:sldMk cId="2551479504" sldId="2145706277"/>
        </pc:sldMkLst>
      </pc:sldChg>
      <pc:sldChg chg="addSp delSp modSp add mod ord">
        <pc:chgData name="Graf Thomas, INI-NET-VNC-E2E" userId="487bc3e3-9ce7-4cdd-b7b4-8899ea88d289" providerId="ADAL" clId="{23DAAAFE-1C75-48F9-94BE-1C45A7C23D09}" dt="2025-02-13T12:13:18.334" v="32"/>
        <pc:sldMkLst>
          <pc:docMk/>
          <pc:sldMk cId="2764131050" sldId="2145706278"/>
        </pc:sldMkLst>
      </pc:sldChg>
      <pc:sldChg chg="add ord">
        <pc:chgData name="Graf Thomas, INI-NET-VNC-E2E" userId="487bc3e3-9ce7-4cdd-b7b4-8899ea88d289" providerId="ADAL" clId="{23DAAAFE-1C75-48F9-94BE-1C45A7C23D09}" dt="2025-02-13T12:10:16.750" v="18"/>
        <pc:sldMkLst>
          <pc:docMk/>
          <pc:sldMk cId="1315775908" sldId="2145706280"/>
        </pc:sldMkLst>
      </pc:sldChg>
      <pc:sldChg chg="add">
        <pc:chgData name="Graf Thomas, INI-NET-VNC-E2E" userId="487bc3e3-9ce7-4cdd-b7b4-8899ea88d289" providerId="ADAL" clId="{23DAAAFE-1C75-48F9-94BE-1C45A7C23D09}" dt="2025-02-13T12:03:35.452" v="2"/>
        <pc:sldMkLst>
          <pc:docMk/>
          <pc:sldMk cId="1875627337" sldId="2145706281"/>
        </pc:sldMkLst>
      </pc:sldChg>
      <pc:sldChg chg="modSp add mod ord">
        <pc:chgData name="Graf Thomas, INI-NET-VNC-E2E" userId="487bc3e3-9ce7-4cdd-b7b4-8899ea88d289" providerId="ADAL" clId="{23DAAAFE-1C75-48F9-94BE-1C45A7C23D09}" dt="2025-02-13T12:18:41.773" v="56"/>
        <pc:sldMkLst>
          <pc:docMk/>
          <pc:sldMk cId="3325836654" sldId="2145706282"/>
        </pc:sldMkLst>
      </pc:sldChg>
      <pc:sldChg chg="modSp add mod">
        <pc:chgData name="Graf Thomas, INI-NET-VNC-E2E" userId="487bc3e3-9ce7-4cdd-b7b4-8899ea88d289" providerId="ADAL" clId="{23DAAAFE-1C75-48F9-94BE-1C45A7C23D09}" dt="2025-02-13T12:28:00.132" v="143" actId="108"/>
        <pc:sldMkLst>
          <pc:docMk/>
          <pc:sldMk cId="1552717135" sldId="2145706283"/>
        </pc:sldMkLst>
      </pc:sldChg>
      <pc:sldChg chg="add del">
        <pc:chgData name="Graf Thomas, INI-NET-VNC-E2E" userId="487bc3e3-9ce7-4cdd-b7b4-8899ea88d289" providerId="ADAL" clId="{23DAAAFE-1C75-48F9-94BE-1C45A7C23D09}" dt="2025-02-13T12:22:45.492" v="70" actId="47"/>
        <pc:sldMkLst>
          <pc:docMk/>
          <pc:sldMk cId="1939643520" sldId="2145706287"/>
        </pc:sldMkLst>
      </pc:sldChg>
      <pc:sldChg chg="add del">
        <pc:chgData name="Graf Thomas, INI-NET-VNC-E2E" userId="487bc3e3-9ce7-4cdd-b7b4-8899ea88d289" providerId="ADAL" clId="{23DAAAFE-1C75-48F9-94BE-1C45A7C23D09}" dt="2025-02-13T12:23:05.178" v="71" actId="47"/>
        <pc:sldMkLst>
          <pc:docMk/>
          <pc:sldMk cId="1775271079" sldId="2145706290"/>
        </pc:sldMkLst>
      </pc:sldChg>
      <pc:sldChg chg="add del">
        <pc:chgData name="Graf Thomas, INI-NET-VNC-E2E" userId="487bc3e3-9ce7-4cdd-b7b4-8899ea88d289" providerId="ADAL" clId="{23DAAAFE-1C75-48F9-94BE-1C45A7C23D09}" dt="2025-02-13T12:23:05.178" v="71" actId="47"/>
        <pc:sldMkLst>
          <pc:docMk/>
          <pc:sldMk cId="1060752161" sldId="2145706291"/>
        </pc:sldMkLst>
      </pc:sldChg>
      <pc:sldChg chg="add del">
        <pc:chgData name="Graf Thomas, INI-NET-VNC-E2E" userId="487bc3e3-9ce7-4cdd-b7b4-8899ea88d289" providerId="ADAL" clId="{23DAAAFE-1C75-48F9-94BE-1C45A7C23D09}" dt="2025-02-13T12:23:05.178" v="71" actId="47"/>
        <pc:sldMkLst>
          <pc:docMk/>
          <pc:sldMk cId="2224309717" sldId="2145706292"/>
        </pc:sldMkLst>
      </pc:sldChg>
      <pc:sldChg chg="modSp add mod ord">
        <pc:chgData name="Graf Thomas, INI-NET-VNC-E2E" userId="487bc3e3-9ce7-4cdd-b7b4-8899ea88d289" providerId="ADAL" clId="{23DAAAFE-1C75-48F9-94BE-1C45A7C23D09}" dt="2025-02-13T12:24:48.450" v="87" actId="108"/>
        <pc:sldMkLst>
          <pc:docMk/>
          <pc:sldMk cId="1033377780" sldId="2145706293"/>
        </pc:sldMkLst>
      </pc:sldChg>
      <pc:sldChg chg="add del">
        <pc:chgData name="Graf Thomas, INI-NET-VNC-E2E" userId="487bc3e3-9ce7-4cdd-b7b4-8899ea88d289" providerId="ADAL" clId="{23DAAAFE-1C75-48F9-94BE-1C45A7C23D09}" dt="2025-02-13T12:09:35.316" v="16" actId="47"/>
        <pc:sldMkLst>
          <pc:docMk/>
          <pc:sldMk cId="2870000217" sldId="2145706294"/>
        </pc:sldMkLst>
      </pc:sldChg>
      <pc:sldChg chg="modSp add mod">
        <pc:chgData name="Graf Thomas, INI-NET-VNC-E2E" userId="487bc3e3-9ce7-4cdd-b7b4-8899ea88d289" providerId="ADAL" clId="{23DAAAFE-1C75-48F9-94BE-1C45A7C23D09}" dt="2025-02-13T12:24:06.050" v="76" actId="108"/>
        <pc:sldMkLst>
          <pc:docMk/>
          <pc:sldMk cId="3181337443" sldId="2145706294"/>
        </pc:sldMkLst>
      </pc:sldChg>
      <pc:sldChg chg="new del">
        <pc:chgData name="Graf Thomas, INI-NET-VNC-E2E" userId="487bc3e3-9ce7-4cdd-b7b4-8899ea88d289" providerId="ADAL" clId="{23DAAAFE-1C75-48F9-94BE-1C45A7C23D09}" dt="2025-02-13T13:26:43.466" v="1414" actId="47"/>
        <pc:sldMkLst>
          <pc:docMk/>
          <pc:sldMk cId="1838475321" sldId="2145706295"/>
        </pc:sldMkLst>
      </pc:sldChg>
    </pc:docChg>
  </pc:docChgLst>
  <pc:docChgLst>
    <pc:chgData name="Graf Thomas, SCS-INI-NET-VNC-E2E" userId="487bc3e3-9ce7-4cdd-b7b4-8899ea88d289" providerId="ADAL" clId="{54A39940-08FA-4A7E-9BB9-600FEA25ABAF}"/>
    <pc:docChg chg="undo redo custSel addSld delSld modSld sldOrd">
      <pc:chgData name="Graf Thomas, SCS-INI-NET-VNC-E2E" userId="487bc3e3-9ce7-4cdd-b7b4-8899ea88d289" providerId="ADAL" clId="{54A39940-08FA-4A7E-9BB9-600FEA25ABAF}" dt="2025-10-26T13:07:06.475" v="9735" actId="14100"/>
      <pc:docMkLst>
        <pc:docMk/>
      </pc:docMkLst>
      <pc:sldChg chg="modSp mod">
        <pc:chgData name="Graf Thomas, SCS-INI-NET-VNC-E2E" userId="487bc3e3-9ce7-4cdd-b7b4-8899ea88d289" providerId="ADAL" clId="{54A39940-08FA-4A7E-9BB9-600FEA25ABAF}" dt="2025-10-26T13:05:39.020" v="9726" actId="20577"/>
        <pc:sldMkLst>
          <pc:docMk/>
          <pc:sldMk cId="3578665336" sldId="1041"/>
        </pc:sldMkLst>
      </pc:sldChg>
      <pc:sldChg chg="addSp delSp modSp mod ord">
        <pc:chgData name="Graf Thomas, SCS-INI-NET-VNC-E2E" userId="487bc3e3-9ce7-4cdd-b7b4-8899ea88d289" providerId="ADAL" clId="{54A39940-08FA-4A7E-9BB9-600FEA25ABAF}" dt="2025-10-18T07:13:55.081" v="9527" actId="20577"/>
        <pc:sldMkLst>
          <pc:docMk/>
          <pc:sldMk cId="1088069469" sldId="26422"/>
        </pc:sldMkLst>
      </pc:sldChg>
      <pc:sldChg chg="del">
        <pc:chgData name="Graf Thomas, SCS-INI-NET-VNC-E2E" userId="487bc3e3-9ce7-4cdd-b7b4-8899ea88d289" providerId="ADAL" clId="{54A39940-08FA-4A7E-9BB9-600FEA25ABAF}" dt="2025-10-17T08:44:45.036" v="3045" actId="47"/>
        <pc:sldMkLst>
          <pc:docMk/>
          <pc:sldMk cId="2325717052" sldId="2145706246"/>
        </pc:sldMkLst>
      </pc:sldChg>
      <pc:sldChg chg="del">
        <pc:chgData name="Graf Thomas, SCS-INI-NET-VNC-E2E" userId="487bc3e3-9ce7-4cdd-b7b4-8899ea88d289" providerId="ADAL" clId="{54A39940-08FA-4A7E-9BB9-600FEA25ABAF}" dt="2025-10-17T08:44:45.036" v="3045" actId="47"/>
        <pc:sldMkLst>
          <pc:docMk/>
          <pc:sldMk cId="2701002203" sldId="2145706256"/>
        </pc:sldMkLst>
      </pc:sldChg>
      <pc:sldChg chg="del">
        <pc:chgData name="Graf Thomas, SCS-INI-NET-VNC-E2E" userId="487bc3e3-9ce7-4cdd-b7b4-8899ea88d289" providerId="ADAL" clId="{54A39940-08FA-4A7E-9BB9-600FEA25ABAF}" dt="2025-10-17T08:44:45.036" v="3045" actId="47"/>
        <pc:sldMkLst>
          <pc:docMk/>
          <pc:sldMk cId="3965782337" sldId="2145706257"/>
        </pc:sldMkLst>
      </pc:sldChg>
      <pc:sldChg chg="del">
        <pc:chgData name="Graf Thomas, SCS-INI-NET-VNC-E2E" userId="487bc3e3-9ce7-4cdd-b7b4-8899ea88d289" providerId="ADAL" clId="{54A39940-08FA-4A7E-9BB9-600FEA25ABAF}" dt="2025-10-17T08:44:45.036" v="3045" actId="47"/>
        <pc:sldMkLst>
          <pc:docMk/>
          <pc:sldMk cId="218410027" sldId="2145706260"/>
        </pc:sldMkLst>
      </pc:sldChg>
      <pc:sldChg chg="addSp delSp modSp del mod ord">
        <pc:chgData name="Graf Thomas, SCS-INI-NET-VNC-E2E" userId="487bc3e3-9ce7-4cdd-b7b4-8899ea88d289" providerId="ADAL" clId="{54A39940-08FA-4A7E-9BB9-600FEA25ABAF}" dt="2025-10-18T06:57:04.074" v="9521" actId="2696"/>
        <pc:sldMkLst>
          <pc:docMk/>
          <pc:sldMk cId="461661054" sldId="2145706267"/>
        </pc:sldMkLst>
      </pc:sldChg>
      <pc:sldChg chg="del">
        <pc:chgData name="Graf Thomas, SCS-INI-NET-VNC-E2E" userId="487bc3e3-9ce7-4cdd-b7b4-8899ea88d289" providerId="ADAL" clId="{54A39940-08FA-4A7E-9BB9-600FEA25ABAF}" dt="2025-10-17T08:44:45.036" v="3045" actId="47"/>
        <pc:sldMkLst>
          <pc:docMk/>
          <pc:sldMk cId="3562000331" sldId="2145706269"/>
        </pc:sldMkLst>
      </pc:sldChg>
      <pc:sldChg chg="del">
        <pc:chgData name="Graf Thomas, SCS-INI-NET-VNC-E2E" userId="487bc3e3-9ce7-4cdd-b7b4-8899ea88d289" providerId="ADAL" clId="{54A39940-08FA-4A7E-9BB9-600FEA25ABAF}" dt="2025-10-17T08:44:45.036" v="3045" actId="47"/>
        <pc:sldMkLst>
          <pc:docMk/>
          <pc:sldMk cId="2855098073" sldId="2145706270"/>
        </pc:sldMkLst>
      </pc:sldChg>
      <pc:sldChg chg="del">
        <pc:chgData name="Graf Thomas, SCS-INI-NET-VNC-E2E" userId="487bc3e3-9ce7-4cdd-b7b4-8899ea88d289" providerId="ADAL" clId="{54A39940-08FA-4A7E-9BB9-600FEA25ABAF}" dt="2025-10-17T08:44:45.036" v="3045" actId="47"/>
        <pc:sldMkLst>
          <pc:docMk/>
          <pc:sldMk cId="1062704173" sldId="2145706274"/>
        </pc:sldMkLst>
      </pc:sldChg>
      <pc:sldChg chg="del">
        <pc:chgData name="Graf Thomas, SCS-INI-NET-VNC-E2E" userId="487bc3e3-9ce7-4cdd-b7b4-8899ea88d289" providerId="ADAL" clId="{54A39940-08FA-4A7E-9BB9-600FEA25ABAF}" dt="2025-10-17T08:44:45.036" v="3045" actId="47"/>
        <pc:sldMkLst>
          <pc:docMk/>
          <pc:sldMk cId="3524404663" sldId="2145706275"/>
        </pc:sldMkLst>
      </pc:sldChg>
      <pc:sldChg chg="del">
        <pc:chgData name="Graf Thomas, SCS-INI-NET-VNC-E2E" userId="487bc3e3-9ce7-4cdd-b7b4-8899ea88d289" providerId="ADAL" clId="{54A39940-08FA-4A7E-9BB9-600FEA25ABAF}" dt="2025-10-17T07:49:59.140" v="177" actId="47"/>
        <pc:sldMkLst>
          <pc:docMk/>
          <pc:sldMk cId="2764131050" sldId="2145706278"/>
        </pc:sldMkLst>
      </pc:sldChg>
      <pc:sldChg chg="addSp delSp modSp mod ord">
        <pc:chgData name="Graf Thomas, SCS-INI-NET-VNC-E2E" userId="487bc3e3-9ce7-4cdd-b7b4-8899ea88d289" providerId="ADAL" clId="{54A39940-08FA-4A7E-9BB9-600FEA25ABAF}" dt="2025-10-18T06:49:48.158" v="9408" actId="14100"/>
        <pc:sldMkLst>
          <pc:docMk/>
          <pc:sldMk cId="1315775908" sldId="2145706280"/>
        </pc:sldMkLst>
      </pc:sldChg>
      <pc:sldChg chg="del">
        <pc:chgData name="Graf Thomas, SCS-INI-NET-VNC-E2E" userId="487bc3e3-9ce7-4cdd-b7b4-8899ea88d289" providerId="ADAL" clId="{54A39940-08FA-4A7E-9BB9-600FEA25ABAF}" dt="2025-10-17T08:44:45.036" v="3045" actId="47"/>
        <pc:sldMkLst>
          <pc:docMk/>
          <pc:sldMk cId="1875627337" sldId="2145706281"/>
        </pc:sldMkLst>
      </pc:sldChg>
      <pc:sldChg chg="del">
        <pc:chgData name="Graf Thomas, SCS-INI-NET-VNC-E2E" userId="487bc3e3-9ce7-4cdd-b7b4-8899ea88d289" providerId="ADAL" clId="{54A39940-08FA-4A7E-9BB9-600FEA25ABAF}" dt="2025-10-17T08:44:45.036" v="3045" actId="47"/>
        <pc:sldMkLst>
          <pc:docMk/>
          <pc:sldMk cId="3325836654" sldId="2145706282"/>
        </pc:sldMkLst>
      </pc:sldChg>
      <pc:sldChg chg="del">
        <pc:chgData name="Graf Thomas, SCS-INI-NET-VNC-E2E" userId="487bc3e3-9ce7-4cdd-b7b4-8899ea88d289" providerId="ADAL" clId="{54A39940-08FA-4A7E-9BB9-600FEA25ABAF}" dt="2025-10-17T08:44:45.036" v="3045" actId="47"/>
        <pc:sldMkLst>
          <pc:docMk/>
          <pc:sldMk cId="1552717135" sldId="2145706283"/>
        </pc:sldMkLst>
      </pc:sldChg>
      <pc:sldChg chg="del">
        <pc:chgData name="Graf Thomas, SCS-INI-NET-VNC-E2E" userId="487bc3e3-9ce7-4cdd-b7b4-8899ea88d289" providerId="ADAL" clId="{54A39940-08FA-4A7E-9BB9-600FEA25ABAF}" dt="2025-10-17T08:44:45.036" v="3045" actId="47"/>
        <pc:sldMkLst>
          <pc:docMk/>
          <pc:sldMk cId="1033377780" sldId="2145706293"/>
        </pc:sldMkLst>
      </pc:sldChg>
      <pc:sldChg chg="del ord">
        <pc:chgData name="Graf Thomas, SCS-INI-NET-VNC-E2E" userId="487bc3e3-9ce7-4cdd-b7b4-8899ea88d289" providerId="ADAL" clId="{54A39940-08FA-4A7E-9BB9-600FEA25ABAF}" dt="2025-10-17T10:25:52.156" v="5436" actId="47"/>
        <pc:sldMkLst>
          <pc:docMk/>
          <pc:sldMk cId="3181337443" sldId="2145706294"/>
        </pc:sldMkLst>
      </pc:sldChg>
      <pc:sldChg chg="addSp delSp modSp add mod ord">
        <pc:chgData name="Graf Thomas, SCS-INI-NET-VNC-E2E" userId="487bc3e3-9ce7-4cdd-b7b4-8899ea88d289" providerId="ADAL" clId="{54A39940-08FA-4A7E-9BB9-600FEA25ABAF}" dt="2025-10-18T06:49:37.411" v="9406" actId="255"/>
        <pc:sldMkLst>
          <pc:docMk/>
          <pc:sldMk cId="3685482022" sldId="2145706295"/>
        </pc:sldMkLst>
      </pc:sldChg>
      <pc:sldChg chg="addSp delSp modSp add mod">
        <pc:chgData name="Graf Thomas, SCS-INI-NET-VNC-E2E" userId="487bc3e3-9ce7-4cdd-b7b4-8899ea88d289" providerId="ADAL" clId="{54A39940-08FA-4A7E-9BB9-600FEA25ABAF}" dt="2025-10-18T07:15:00.500" v="9550" actId="20577"/>
        <pc:sldMkLst>
          <pc:docMk/>
          <pc:sldMk cId="1475201924" sldId="2145706296"/>
        </pc:sldMkLst>
      </pc:sldChg>
      <pc:sldChg chg="addSp delSp modSp add mod ord">
        <pc:chgData name="Graf Thomas, SCS-INI-NET-VNC-E2E" userId="487bc3e3-9ce7-4cdd-b7b4-8899ea88d289" providerId="ADAL" clId="{54A39940-08FA-4A7E-9BB9-600FEA25ABAF}" dt="2025-10-18T06:52:01.348" v="9487"/>
        <pc:sldMkLst>
          <pc:docMk/>
          <pc:sldMk cId="710783608" sldId="2145706297"/>
        </pc:sldMkLst>
      </pc:sldChg>
      <pc:sldChg chg="addSp delSp modSp add mod ord">
        <pc:chgData name="Graf Thomas, SCS-INI-NET-VNC-E2E" userId="487bc3e3-9ce7-4cdd-b7b4-8899ea88d289" providerId="ADAL" clId="{54A39940-08FA-4A7E-9BB9-600FEA25ABAF}" dt="2025-10-18T06:51:55.628" v="9485"/>
        <pc:sldMkLst>
          <pc:docMk/>
          <pc:sldMk cId="3625312977" sldId="2145706298"/>
        </pc:sldMkLst>
      </pc:sldChg>
      <pc:sldChg chg="addSp delSp modSp add mod ord">
        <pc:chgData name="Graf Thomas, SCS-INI-NET-VNC-E2E" userId="487bc3e3-9ce7-4cdd-b7b4-8899ea88d289" providerId="ADAL" clId="{54A39940-08FA-4A7E-9BB9-600FEA25ABAF}" dt="2025-10-18T06:51:34.868" v="9477" actId="20577"/>
        <pc:sldMkLst>
          <pc:docMk/>
          <pc:sldMk cId="2117458142" sldId="2145706299"/>
        </pc:sldMkLst>
      </pc:sldChg>
      <pc:sldChg chg="addSp delSp modSp add mod">
        <pc:chgData name="Graf Thomas, SCS-INI-NET-VNC-E2E" userId="487bc3e3-9ce7-4cdd-b7b4-8899ea88d289" providerId="ADAL" clId="{54A39940-08FA-4A7E-9BB9-600FEA25ABAF}" dt="2025-10-18T07:13:35.576" v="9523" actId="20577"/>
        <pc:sldMkLst>
          <pc:docMk/>
          <pc:sldMk cId="1230411846" sldId="2145706300"/>
        </pc:sldMkLst>
      </pc:sldChg>
      <pc:sldChg chg="addSp delSp modSp add mod">
        <pc:chgData name="Graf Thomas, SCS-INI-NET-VNC-E2E" userId="487bc3e3-9ce7-4cdd-b7b4-8899ea88d289" providerId="ADAL" clId="{54A39940-08FA-4A7E-9BB9-600FEA25ABAF}" dt="2025-10-18T07:13:58.738" v="9531" actId="20577"/>
        <pc:sldMkLst>
          <pc:docMk/>
          <pc:sldMk cId="4162477740" sldId="2145706301"/>
        </pc:sldMkLst>
      </pc:sldChg>
      <pc:sldChg chg="delSp modSp add mod ord">
        <pc:chgData name="Graf Thomas, SCS-INI-NET-VNC-E2E" userId="487bc3e3-9ce7-4cdd-b7b4-8899ea88d289" providerId="ADAL" clId="{54A39940-08FA-4A7E-9BB9-600FEA25ABAF}" dt="2025-10-18T06:10:02.903" v="6169" actId="20577"/>
        <pc:sldMkLst>
          <pc:docMk/>
          <pc:sldMk cId="1190312228" sldId="2145706302"/>
        </pc:sldMkLst>
      </pc:sldChg>
      <pc:sldChg chg="modSp add mod">
        <pc:chgData name="Graf Thomas, SCS-INI-NET-VNC-E2E" userId="487bc3e3-9ce7-4cdd-b7b4-8899ea88d289" providerId="ADAL" clId="{54A39940-08FA-4A7E-9BB9-600FEA25ABAF}" dt="2025-10-18T06:09:55.667" v="6164" actId="20577"/>
        <pc:sldMkLst>
          <pc:docMk/>
          <pc:sldMk cId="4251917088" sldId="2145706303"/>
        </pc:sldMkLst>
      </pc:sldChg>
      <pc:sldChg chg="modSp add mod ord">
        <pc:chgData name="Graf Thomas, SCS-INI-NET-VNC-E2E" userId="487bc3e3-9ce7-4cdd-b7b4-8899ea88d289" providerId="ADAL" clId="{54A39940-08FA-4A7E-9BB9-600FEA25ABAF}" dt="2025-10-18T06:55:07.919" v="9511" actId="207"/>
        <pc:sldMkLst>
          <pc:docMk/>
          <pc:sldMk cId="2204044421" sldId="2145706304"/>
        </pc:sldMkLst>
      </pc:sldChg>
      <pc:sldChg chg="modSp add mod ord">
        <pc:chgData name="Graf Thomas, SCS-INI-NET-VNC-E2E" userId="487bc3e3-9ce7-4cdd-b7b4-8899ea88d289" providerId="ADAL" clId="{54A39940-08FA-4A7E-9BB9-600FEA25ABAF}" dt="2025-10-18T07:18:31.215" v="9724" actId="20577"/>
        <pc:sldMkLst>
          <pc:docMk/>
          <pc:sldMk cId="3686017286" sldId="2145706305"/>
        </pc:sldMkLst>
      </pc:sldChg>
      <pc:sldChg chg="new del">
        <pc:chgData name="Graf Thomas, SCS-INI-NET-VNC-E2E" userId="487bc3e3-9ce7-4cdd-b7b4-8899ea88d289" providerId="ADAL" clId="{54A39940-08FA-4A7E-9BB9-600FEA25ABAF}" dt="2025-10-18T06:39:45.686" v="8594" actId="47"/>
        <pc:sldMkLst>
          <pc:docMk/>
          <pc:sldMk cId="1436051656" sldId="2145706306"/>
        </pc:sldMkLst>
      </pc:sldChg>
      <pc:sldChg chg="addSp modSp add mod">
        <pc:chgData name="Graf Thomas, SCS-INI-NET-VNC-E2E" userId="487bc3e3-9ce7-4cdd-b7b4-8899ea88d289" providerId="ADAL" clId="{54A39940-08FA-4A7E-9BB9-600FEA25ABAF}" dt="2025-10-26T13:07:06.475" v="9735" actId="14100"/>
        <pc:sldMkLst>
          <pc:docMk/>
          <pc:sldMk cId="3305081943" sldId="2145706306"/>
        </pc:sldMkLst>
      </pc:sldChg>
    </pc:docChg>
  </pc:docChgLst>
  <pc:docChgLst>
    <pc:chgData name="Graf Thomas, SCS-INI-NET-VNC-E2E" userId="487bc3e3-9ce7-4cdd-b7b4-8899ea88d289" providerId="ADAL" clId="{ADEEF08A-D719-4B50-A383-4105EDA2C206}"/>
    <pc:docChg chg="undo custSel delSld modSld sldOrd">
      <pc:chgData name="Graf Thomas, SCS-INI-NET-VNC-E2E" userId="487bc3e3-9ce7-4cdd-b7b4-8899ea88d289" providerId="ADAL" clId="{ADEEF08A-D719-4B50-A383-4105EDA2C206}" dt="2026-03-14T09:27:50.013" v="1735"/>
      <pc:docMkLst>
        <pc:docMk/>
      </pc:docMkLst>
      <pc:sldChg chg="modSp mod">
        <pc:chgData name="Graf Thomas, SCS-INI-NET-VNC-E2E" userId="487bc3e3-9ce7-4cdd-b7b4-8899ea88d289" providerId="ADAL" clId="{ADEEF08A-D719-4B50-A383-4105EDA2C206}" dt="2026-03-14T09:24:32.967" v="1725" actId="20577"/>
        <pc:sldMkLst>
          <pc:docMk/>
          <pc:sldMk cId="3578665336" sldId="1041"/>
        </pc:sldMkLst>
        <pc:spChg chg="mod">
          <ac:chgData name="Graf Thomas, SCS-INI-NET-VNC-E2E" userId="487bc3e3-9ce7-4cdd-b7b4-8899ea88d289" providerId="ADAL" clId="{ADEEF08A-D719-4B50-A383-4105EDA2C206}" dt="2026-03-01T11:14:53.407" v="3" actId="20577"/>
          <ac:spMkLst>
            <pc:docMk/>
            <pc:sldMk cId="3578665336" sldId="1041"/>
            <ac:spMk id="5" creationId="{C26208B2-0D10-4C23-B2DE-372A62E98644}"/>
          </ac:spMkLst>
        </pc:spChg>
        <pc:spChg chg="mod">
          <ac:chgData name="Graf Thomas, SCS-INI-NET-VNC-E2E" userId="487bc3e3-9ce7-4cdd-b7b4-8899ea88d289" providerId="ADAL" clId="{ADEEF08A-D719-4B50-A383-4105EDA2C206}" dt="2026-03-14T09:24:32.967" v="1725" actId="20577"/>
          <ac:spMkLst>
            <pc:docMk/>
            <pc:sldMk cId="3578665336" sldId="1041"/>
            <ac:spMk id="6" creationId="{6CAA0765-1318-4A03-8F91-D3ECC43D8FA7}"/>
          </ac:spMkLst>
        </pc:spChg>
      </pc:sldChg>
      <pc:sldChg chg="del">
        <pc:chgData name="Graf Thomas, SCS-INI-NET-VNC-E2E" userId="487bc3e3-9ce7-4cdd-b7b4-8899ea88d289" providerId="ADAL" clId="{ADEEF08A-D719-4B50-A383-4105EDA2C206}" dt="2026-03-01T11:17:45.840" v="32" actId="47"/>
        <pc:sldMkLst>
          <pc:docMk/>
          <pc:sldMk cId="1088069469" sldId="26422"/>
        </pc:sldMkLst>
      </pc:sldChg>
      <pc:sldChg chg="del">
        <pc:chgData name="Graf Thomas, SCS-INI-NET-VNC-E2E" userId="487bc3e3-9ce7-4cdd-b7b4-8899ea88d289" providerId="ADAL" clId="{ADEEF08A-D719-4B50-A383-4105EDA2C206}" dt="2026-03-01T11:17:45.840" v="32" actId="47"/>
        <pc:sldMkLst>
          <pc:docMk/>
          <pc:sldMk cId="1315775908" sldId="2145706280"/>
        </pc:sldMkLst>
      </pc:sldChg>
      <pc:sldChg chg="del">
        <pc:chgData name="Graf Thomas, SCS-INI-NET-VNC-E2E" userId="487bc3e3-9ce7-4cdd-b7b4-8899ea88d289" providerId="ADAL" clId="{ADEEF08A-D719-4B50-A383-4105EDA2C206}" dt="2026-03-01T11:17:45.840" v="32" actId="47"/>
        <pc:sldMkLst>
          <pc:docMk/>
          <pc:sldMk cId="3685482022" sldId="2145706295"/>
        </pc:sldMkLst>
      </pc:sldChg>
      <pc:sldChg chg="del">
        <pc:chgData name="Graf Thomas, SCS-INI-NET-VNC-E2E" userId="487bc3e3-9ce7-4cdd-b7b4-8899ea88d289" providerId="ADAL" clId="{ADEEF08A-D719-4B50-A383-4105EDA2C206}" dt="2026-03-01T11:17:45.840" v="32" actId="47"/>
        <pc:sldMkLst>
          <pc:docMk/>
          <pc:sldMk cId="1475201924" sldId="2145706296"/>
        </pc:sldMkLst>
      </pc:sldChg>
      <pc:sldChg chg="del">
        <pc:chgData name="Graf Thomas, SCS-INI-NET-VNC-E2E" userId="487bc3e3-9ce7-4cdd-b7b4-8899ea88d289" providerId="ADAL" clId="{ADEEF08A-D719-4B50-A383-4105EDA2C206}" dt="2026-03-01T11:17:45.840" v="32" actId="47"/>
        <pc:sldMkLst>
          <pc:docMk/>
          <pc:sldMk cId="710783608" sldId="2145706297"/>
        </pc:sldMkLst>
      </pc:sldChg>
      <pc:sldChg chg="modSp mod ord">
        <pc:chgData name="Graf Thomas, SCS-INI-NET-VNC-E2E" userId="487bc3e3-9ce7-4cdd-b7b4-8899ea88d289" providerId="ADAL" clId="{ADEEF08A-D719-4B50-A383-4105EDA2C206}" dt="2026-03-14T09:27:50.013" v="1735"/>
        <pc:sldMkLst>
          <pc:docMk/>
          <pc:sldMk cId="3625312977" sldId="2145706298"/>
        </pc:sldMkLst>
        <pc:spChg chg="mod">
          <ac:chgData name="Graf Thomas, SCS-INI-NET-VNC-E2E" userId="487bc3e3-9ce7-4cdd-b7b4-8899ea88d289" providerId="ADAL" clId="{ADEEF08A-D719-4B50-A383-4105EDA2C206}" dt="2026-03-01T12:47:42.066" v="1708" actId="14100"/>
          <ac:spMkLst>
            <pc:docMk/>
            <pc:sldMk cId="3625312977" sldId="2145706298"/>
            <ac:spMk id="5" creationId="{90BA4D8C-8860-D940-C29D-3420754484A0}"/>
          </ac:spMkLst>
        </pc:spChg>
        <pc:spChg chg="mod">
          <ac:chgData name="Graf Thomas, SCS-INI-NET-VNC-E2E" userId="487bc3e3-9ce7-4cdd-b7b4-8899ea88d289" providerId="ADAL" clId="{ADEEF08A-D719-4B50-A383-4105EDA2C206}" dt="2026-03-01T11:53:50.821" v="1647" actId="20577"/>
          <ac:spMkLst>
            <pc:docMk/>
            <pc:sldMk cId="3625312977" sldId="2145706298"/>
            <ac:spMk id="19" creationId="{1FB5448B-9146-4CF5-54FA-872A8BB2B5BC}"/>
          </ac:spMkLst>
        </pc:spChg>
      </pc:sldChg>
      <pc:sldChg chg="del">
        <pc:chgData name="Graf Thomas, SCS-INI-NET-VNC-E2E" userId="487bc3e3-9ce7-4cdd-b7b4-8899ea88d289" providerId="ADAL" clId="{ADEEF08A-D719-4B50-A383-4105EDA2C206}" dt="2026-03-01T11:17:45.840" v="32" actId="47"/>
        <pc:sldMkLst>
          <pc:docMk/>
          <pc:sldMk cId="2117458142" sldId="2145706299"/>
        </pc:sldMkLst>
      </pc:sldChg>
      <pc:sldChg chg="del">
        <pc:chgData name="Graf Thomas, SCS-INI-NET-VNC-E2E" userId="487bc3e3-9ce7-4cdd-b7b4-8899ea88d289" providerId="ADAL" clId="{ADEEF08A-D719-4B50-A383-4105EDA2C206}" dt="2026-03-01T11:17:45.840" v="32" actId="47"/>
        <pc:sldMkLst>
          <pc:docMk/>
          <pc:sldMk cId="1230411846" sldId="2145706300"/>
        </pc:sldMkLst>
      </pc:sldChg>
      <pc:sldChg chg="del">
        <pc:chgData name="Graf Thomas, SCS-INI-NET-VNC-E2E" userId="487bc3e3-9ce7-4cdd-b7b4-8899ea88d289" providerId="ADAL" clId="{ADEEF08A-D719-4B50-A383-4105EDA2C206}" dt="2026-03-01T11:17:45.840" v="32" actId="47"/>
        <pc:sldMkLst>
          <pc:docMk/>
          <pc:sldMk cId="4162477740" sldId="2145706301"/>
        </pc:sldMkLst>
      </pc:sldChg>
      <pc:sldChg chg="del">
        <pc:chgData name="Graf Thomas, SCS-INI-NET-VNC-E2E" userId="487bc3e3-9ce7-4cdd-b7b4-8899ea88d289" providerId="ADAL" clId="{ADEEF08A-D719-4B50-A383-4105EDA2C206}" dt="2026-03-01T11:17:45.840" v="32" actId="47"/>
        <pc:sldMkLst>
          <pc:docMk/>
          <pc:sldMk cId="1190312228" sldId="2145706302"/>
        </pc:sldMkLst>
      </pc:sldChg>
      <pc:sldChg chg="del">
        <pc:chgData name="Graf Thomas, SCS-INI-NET-VNC-E2E" userId="487bc3e3-9ce7-4cdd-b7b4-8899ea88d289" providerId="ADAL" clId="{ADEEF08A-D719-4B50-A383-4105EDA2C206}" dt="2026-03-01T11:17:45.840" v="32" actId="47"/>
        <pc:sldMkLst>
          <pc:docMk/>
          <pc:sldMk cId="4251917088" sldId="2145706303"/>
        </pc:sldMkLst>
      </pc:sldChg>
      <pc:sldChg chg="modSp mod ord">
        <pc:chgData name="Graf Thomas, SCS-INI-NET-VNC-E2E" userId="487bc3e3-9ce7-4cdd-b7b4-8899ea88d289" providerId="ADAL" clId="{ADEEF08A-D719-4B50-A383-4105EDA2C206}" dt="2026-03-14T09:26:34.469" v="1733" actId="20577"/>
        <pc:sldMkLst>
          <pc:docMk/>
          <pc:sldMk cId="2204044421" sldId="2145706304"/>
        </pc:sldMkLst>
        <pc:spChg chg="mod">
          <ac:chgData name="Graf Thomas, SCS-INI-NET-VNC-E2E" userId="487bc3e3-9ce7-4cdd-b7b4-8899ea88d289" providerId="ADAL" clId="{ADEEF08A-D719-4B50-A383-4105EDA2C206}" dt="2026-03-01T11:54:08.088" v="1670" actId="20577"/>
          <ac:spMkLst>
            <pc:docMk/>
            <pc:sldMk cId="2204044421" sldId="2145706304"/>
            <ac:spMk id="2" creationId="{01296293-090C-9776-9593-882BE2834B00}"/>
          </ac:spMkLst>
        </pc:spChg>
        <pc:spChg chg="mod">
          <ac:chgData name="Graf Thomas, SCS-INI-NET-VNC-E2E" userId="487bc3e3-9ce7-4cdd-b7b4-8899ea88d289" providerId="ADAL" clId="{ADEEF08A-D719-4B50-A383-4105EDA2C206}" dt="2026-03-14T09:26:34.469" v="1733" actId="20577"/>
          <ac:spMkLst>
            <pc:docMk/>
            <pc:sldMk cId="2204044421" sldId="2145706304"/>
            <ac:spMk id="3" creationId="{BF3239C7-8F4E-0634-8F9F-D16A95D3AAE8}"/>
          </ac:spMkLst>
        </pc:spChg>
      </pc:sldChg>
      <pc:sldChg chg="modSp mod ord">
        <pc:chgData name="Graf Thomas, SCS-INI-NET-VNC-E2E" userId="487bc3e3-9ce7-4cdd-b7b4-8899ea88d289" providerId="ADAL" clId="{ADEEF08A-D719-4B50-A383-4105EDA2C206}" dt="2026-03-14T09:25:10.047" v="1729" actId="13926"/>
        <pc:sldMkLst>
          <pc:docMk/>
          <pc:sldMk cId="3686017286" sldId="2145706305"/>
        </pc:sldMkLst>
        <pc:spChg chg="mod">
          <ac:chgData name="Graf Thomas, SCS-INI-NET-VNC-E2E" userId="487bc3e3-9ce7-4cdd-b7b4-8899ea88d289" providerId="ADAL" clId="{ADEEF08A-D719-4B50-A383-4105EDA2C206}" dt="2026-03-01T11:19:45.081" v="126" actId="20577"/>
          <ac:spMkLst>
            <pc:docMk/>
            <pc:sldMk cId="3686017286" sldId="2145706305"/>
            <ac:spMk id="2" creationId="{B88E132A-D116-CDE2-7382-6119AE1C937E}"/>
          </ac:spMkLst>
        </pc:spChg>
        <pc:spChg chg="mod">
          <ac:chgData name="Graf Thomas, SCS-INI-NET-VNC-E2E" userId="487bc3e3-9ce7-4cdd-b7b4-8899ea88d289" providerId="ADAL" clId="{ADEEF08A-D719-4B50-A383-4105EDA2C206}" dt="2026-03-14T09:25:10.047" v="1729" actId="13926"/>
          <ac:spMkLst>
            <pc:docMk/>
            <pc:sldMk cId="3686017286" sldId="2145706305"/>
            <ac:spMk id="3" creationId="{C1F459B2-AF0B-A44B-E182-6B111FE67A0A}"/>
          </ac:spMkLst>
        </pc:spChg>
      </pc:sldChg>
      <pc:sldChg chg="modSp mod">
        <pc:chgData name="Graf Thomas, SCS-INI-NET-VNC-E2E" userId="487bc3e3-9ce7-4cdd-b7b4-8899ea88d289" providerId="ADAL" clId="{ADEEF08A-D719-4B50-A383-4105EDA2C206}" dt="2026-03-14T09:24:40.762" v="1728" actId="20577"/>
        <pc:sldMkLst>
          <pc:docMk/>
          <pc:sldMk cId="3305081943" sldId="2145706306"/>
        </pc:sldMkLst>
        <pc:spChg chg="mod">
          <ac:chgData name="Graf Thomas, SCS-INI-NET-VNC-E2E" userId="487bc3e3-9ce7-4cdd-b7b4-8899ea88d289" providerId="ADAL" clId="{ADEEF08A-D719-4B50-A383-4105EDA2C206}" dt="2026-03-01T11:35:07.966" v="820" actId="20577"/>
          <ac:spMkLst>
            <pc:docMk/>
            <pc:sldMk cId="3305081943" sldId="2145706306"/>
            <ac:spMk id="2" creationId="{B37520E1-A4E0-F3CA-29AD-D2D9ADADBEF0}"/>
          </ac:spMkLst>
        </pc:spChg>
        <pc:spChg chg="mod">
          <ac:chgData name="Graf Thomas, SCS-INI-NET-VNC-E2E" userId="487bc3e3-9ce7-4cdd-b7b4-8899ea88d289" providerId="ADAL" clId="{ADEEF08A-D719-4B50-A383-4105EDA2C206}" dt="2026-03-01T11:54:57.959" v="1696" actId="20577"/>
          <ac:spMkLst>
            <pc:docMk/>
            <pc:sldMk cId="3305081943" sldId="2145706306"/>
            <ac:spMk id="3" creationId="{3EA36F6F-A76C-ACD7-BA9E-6565DCCE91FE}"/>
          </ac:spMkLst>
        </pc:spChg>
        <pc:spChg chg="mod">
          <ac:chgData name="Graf Thomas, SCS-INI-NET-VNC-E2E" userId="487bc3e3-9ce7-4cdd-b7b4-8899ea88d289" providerId="ADAL" clId="{ADEEF08A-D719-4B50-A383-4105EDA2C206}" dt="2026-03-14T09:24:40.762" v="1728" actId="20577"/>
          <ac:spMkLst>
            <pc:docMk/>
            <pc:sldMk cId="3305081943" sldId="2145706306"/>
            <ac:spMk id="4" creationId="{59CFE947-4A29-3EDA-9CF4-2F6E346A50B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705E9-673F-4AC4-B29E-A7B26F3B8523}" type="datetimeFigureOut">
              <a:rPr lang="de-CH" smtClean="0"/>
              <a:t>14.03.2026</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BC52A0-2F3F-497F-8536-39D60282E9C2}" type="slidenum">
              <a:rPr lang="de-CH" smtClean="0"/>
              <a:t>‹#›</a:t>
            </a:fld>
            <a:endParaRPr lang="de-CH"/>
          </a:p>
        </p:txBody>
      </p:sp>
    </p:spTree>
    <p:extLst>
      <p:ext uri="{BB962C8B-B14F-4D97-AF65-F5344CB8AC3E}">
        <p14:creationId xmlns:p14="http://schemas.microsoft.com/office/powerpoint/2010/main" val="231673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E5BBCCF6-F8A8-4C49-BF3D-CA1AA74CA975}" type="slidenum">
              <a:rPr lang="de-DE" sz="1000" smtClean="0"/>
              <a:t>6</a:t>
            </a:fld>
            <a:endParaRPr lang="de-DE" sz="1000"/>
          </a:p>
        </p:txBody>
      </p:sp>
    </p:spTree>
    <p:extLst>
      <p:ext uri="{BB962C8B-B14F-4D97-AF65-F5344CB8AC3E}">
        <p14:creationId xmlns:p14="http://schemas.microsoft.com/office/powerpoint/2010/main" val="135297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4512-1D3B-4B73-B042-476E6184E8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CH"/>
          </a:p>
        </p:txBody>
      </p:sp>
      <p:sp>
        <p:nvSpPr>
          <p:cNvPr id="3" name="Subtitle 2">
            <a:extLst>
              <a:ext uri="{FF2B5EF4-FFF2-40B4-BE49-F238E27FC236}">
                <a16:creationId xmlns:a16="http://schemas.microsoft.com/office/drawing/2014/main" id="{14168D7F-8149-41A1-BACA-3AE93B5EBA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4" name="Date Placeholder 3">
            <a:extLst>
              <a:ext uri="{FF2B5EF4-FFF2-40B4-BE49-F238E27FC236}">
                <a16:creationId xmlns:a16="http://schemas.microsoft.com/office/drawing/2014/main" id="{2F31F274-2081-4043-A760-EBE78731B51B}"/>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5" name="Footer Placeholder 4">
            <a:extLst>
              <a:ext uri="{FF2B5EF4-FFF2-40B4-BE49-F238E27FC236}">
                <a16:creationId xmlns:a16="http://schemas.microsoft.com/office/drawing/2014/main" id="{06F4A492-DE76-49D9-B2D6-119D939A640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8F859CCC-4F98-451F-BD3B-E72AFDCA696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785822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BBDF6-FBD2-40AF-9486-BB4A908B2A31}"/>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6FAC614F-9AF2-40AF-A811-367A6AFA5E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8E787B81-7873-4625-90C6-65B7D39F68FA}"/>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5" name="Footer Placeholder 4">
            <a:extLst>
              <a:ext uri="{FF2B5EF4-FFF2-40B4-BE49-F238E27FC236}">
                <a16:creationId xmlns:a16="http://schemas.microsoft.com/office/drawing/2014/main" id="{7D062558-7E3E-4F68-94CA-8F448DCC8E48}"/>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2A3E61FB-1357-46F5-903C-1994E98B264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09938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D0C7-725B-4BFF-9522-83239C8F81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CH"/>
          </a:p>
        </p:txBody>
      </p:sp>
      <p:sp>
        <p:nvSpPr>
          <p:cNvPr id="3" name="Text Placeholder 2">
            <a:extLst>
              <a:ext uri="{FF2B5EF4-FFF2-40B4-BE49-F238E27FC236}">
                <a16:creationId xmlns:a16="http://schemas.microsoft.com/office/drawing/2014/main" id="{C97E1048-3DC5-4B9C-899F-DED6314AE2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B5DBFD-FBBF-4914-87A2-F3A61F56DED9}"/>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5" name="Footer Placeholder 4">
            <a:extLst>
              <a:ext uri="{FF2B5EF4-FFF2-40B4-BE49-F238E27FC236}">
                <a16:creationId xmlns:a16="http://schemas.microsoft.com/office/drawing/2014/main" id="{EB7571A4-73D2-444B-9013-7EFE083B18DF}"/>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C7CCFB92-7142-4854-ACC6-4129F01E705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39037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6279-2318-4AD6-A5F8-75FAC2F47DDA}"/>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7AD0583D-F808-46BC-A112-FEA6430F47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a:extLst>
              <a:ext uri="{FF2B5EF4-FFF2-40B4-BE49-F238E27FC236}">
                <a16:creationId xmlns:a16="http://schemas.microsoft.com/office/drawing/2014/main" id="{4FE9A202-30E0-43D7-8764-65A6F84FDD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a:extLst>
              <a:ext uri="{FF2B5EF4-FFF2-40B4-BE49-F238E27FC236}">
                <a16:creationId xmlns:a16="http://schemas.microsoft.com/office/drawing/2014/main" id="{32791E6B-307F-487A-ACE7-95C6B653CB57}"/>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6" name="Footer Placeholder 5">
            <a:extLst>
              <a:ext uri="{FF2B5EF4-FFF2-40B4-BE49-F238E27FC236}">
                <a16:creationId xmlns:a16="http://schemas.microsoft.com/office/drawing/2014/main" id="{2621F60B-CB79-4100-B5DF-1E9EA55C1EE4}"/>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8193C06A-1F3A-41DA-8ED0-F1B0534320A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78735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37BF-12E0-4609-8885-BA3B61207024}"/>
              </a:ext>
            </a:extLst>
          </p:cNvPr>
          <p:cNvSpPr>
            <a:spLocks noGrp="1"/>
          </p:cNvSpPr>
          <p:nvPr>
            <p:ph type="title"/>
          </p:nvPr>
        </p:nvSpPr>
        <p:spPr>
          <a:xfrm>
            <a:off x="839788" y="365125"/>
            <a:ext cx="10515600" cy="1325563"/>
          </a:xfrm>
        </p:spPr>
        <p:txBody>
          <a:bodyPr/>
          <a:lstStyle/>
          <a:p>
            <a:r>
              <a:rPr lang="en-US"/>
              <a:t>Click to edit Master title style</a:t>
            </a:r>
            <a:endParaRPr lang="de-CH"/>
          </a:p>
        </p:txBody>
      </p:sp>
      <p:sp>
        <p:nvSpPr>
          <p:cNvPr id="3" name="Text Placeholder 2">
            <a:extLst>
              <a:ext uri="{FF2B5EF4-FFF2-40B4-BE49-F238E27FC236}">
                <a16:creationId xmlns:a16="http://schemas.microsoft.com/office/drawing/2014/main" id="{41D6F202-5F12-4652-B24C-DE18E1A337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BF7499-BB9D-474C-80E4-FBDD9AF94F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a:extLst>
              <a:ext uri="{FF2B5EF4-FFF2-40B4-BE49-F238E27FC236}">
                <a16:creationId xmlns:a16="http://schemas.microsoft.com/office/drawing/2014/main" id="{1FE8ABCD-03D9-487D-A401-5C46542B9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90E7B8-775C-4651-8505-06EEF69C7C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a:extLst>
              <a:ext uri="{FF2B5EF4-FFF2-40B4-BE49-F238E27FC236}">
                <a16:creationId xmlns:a16="http://schemas.microsoft.com/office/drawing/2014/main" id="{5EE55546-7C7E-4AE1-B224-70E058A04CB8}"/>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8" name="Footer Placeholder 7">
            <a:extLst>
              <a:ext uri="{FF2B5EF4-FFF2-40B4-BE49-F238E27FC236}">
                <a16:creationId xmlns:a16="http://schemas.microsoft.com/office/drawing/2014/main" id="{0A87DA8F-0A89-45FF-A3CC-8973287CFF46}"/>
              </a:ext>
            </a:extLst>
          </p:cNvPr>
          <p:cNvSpPr>
            <a:spLocks noGrp="1"/>
          </p:cNvSpPr>
          <p:nvPr>
            <p:ph type="ftr" sz="quarter" idx="11"/>
          </p:nvPr>
        </p:nvSpPr>
        <p:spPr/>
        <p:txBody>
          <a:bodyPr/>
          <a:lstStyle/>
          <a:p>
            <a:endParaRPr lang="de-CH"/>
          </a:p>
        </p:txBody>
      </p:sp>
      <p:sp>
        <p:nvSpPr>
          <p:cNvPr id="9" name="Slide Number Placeholder 8">
            <a:extLst>
              <a:ext uri="{FF2B5EF4-FFF2-40B4-BE49-F238E27FC236}">
                <a16:creationId xmlns:a16="http://schemas.microsoft.com/office/drawing/2014/main" id="{D52A632D-9625-4B76-A006-24C009E135A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80005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A4D9-592C-47DB-A38B-6773D38A3113}"/>
              </a:ext>
            </a:extLst>
          </p:cNvPr>
          <p:cNvSpPr>
            <a:spLocks noGrp="1"/>
          </p:cNvSpPr>
          <p:nvPr>
            <p:ph type="title"/>
          </p:nvPr>
        </p:nvSpPr>
        <p:spPr/>
        <p:txBody>
          <a:bodyPr/>
          <a:lstStyle/>
          <a:p>
            <a:r>
              <a:rPr lang="en-US"/>
              <a:t>Click to edit Master title style</a:t>
            </a:r>
            <a:endParaRPr lang="de-CH"/>
          </a:p>
        </p:txBody>
      </p:sp>
      <p:sp>
        <p:nvSpPr>
          <p:cNvPr id="3" name="Date Placeholder 2">
            <a:extLst>
              <a:ext uri="{FF2B5EF4-FFF2-40B4-BE49-F238E27FC236}">
                <a16:creationId xmlns:a16="http://schemas.microsoft.com/office/drawing/2014/main" id="{30F8F040-BDDF-4877-8526-169F2DA14C15}"/>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4" name="Footer Placeholder 3">
            <a:extLst>
              <a:ext uri="{FF2B5EF4-FFF2-40B4-BE49-F238E27FC236}">
                <a16:creationId xmlns:a16="http://schemas.microsoft.com/office/drawing/2014/main" id="{7E90B3BB-C496-4AF5-8EB6-7559F47A6841}"/>
              </a:ext>
            </a:extLst>
          </p:cNvPr>
          <p:cNvSpPr>
            <a:spLocks noGrp="1"/>
          </p:cNvSpPr>
          <p:nvPr>
            <p:ph type="ftr" sz="quarter" idx="11"/>
          </p:nvPr>
        </p:nvSpPr>
        <p:spPr/>
        <p:txBody>
          <a:bodyPr/>
          <a:lstStyle/>
          <a:p>
            <a:endParaRPr lang="de-CH"/>
          </a:p>
        </p:txBody>
      </p:sp>
      <p:sp>
        <p:nvSpPr>
          <p:cNvPr id="5" name="Slide Number Placeholder 4">
            <a:extLst>
              <a:ext uri="{FF2B5EF4-FFF2-40B4-BE49-F238E27FC236}">
                <a16:creationId xmlns:a16="http://schemas.microsoft.com/office/drawing/2014/main" id="{87FE77DB-3A65-40BB-95CE-131D701F68B3}"/>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49343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6202C-9526-41D5-A80B-2DF289677874}"/>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3" name="Footer Placeholder 2">
            <a:extLst>
              <a:ext uri="{FF2B5EF4-FFF2-40B4-BE49-F238E27FC236}">
                <a16:creationId xmlns:a16="http://schemas.microsoft.com/office/drawing/2014/main" id="{1E3DB588-08C7-4A6C-AB92-AA66E93DA399}"/>
              </a:ext>
            </a:extLst>
          </p:cNvPr>
          <p:cNvSpPr>
            <a:spLocks noGrp="1"/>
          </p:cNvSpPr>
          <p:nvPr>
            <p:ph type="ftr" sz="quarter" idx="11"/>
          </p:nvPr>
        </p:nvSpPr>
        <p:spPr/>
        <p:txBody>
          <a:bodyPr/>
          <a:lstStyle/>
          <a:p>
            <a:endParaRPr lang="de-CH"/>
          </a:p>
        </p:txBody>
      </p:sp>
      <p:sp>
        <p:nvSpPr>
          <p:cNvPr id="4" name="Slide Number Placeholder 3">
            <a:extLst>
              <a:ext uri="{FF2B5EF4-FFF2-40B4-BE49-F238E27FC236}">
                <a16:creationId xmlns:a16="http://schemas.microsoft.com/office/drawing/2014/main" id="{726035E7-88C8-4D96-B785-776340A7BD1B}"/>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458112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2E0B-BAAE-488E-8A9B-5E2F97281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Content Placeholder 2">
            <a:extLst>
              <a:ext uri="{FF2B5EF4-FFF2-40B4-BE49-F238E27FC236}">
                <a16:creationId xmlns:a16="http://schemas.microsoft.com/office/drawing/2014/main" id="{308C22BD-ADB1-4F08-B9D6-E993F811FC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a:extLst>
              <a:ext uri="{FF2B5EF4-FFF2-40B4-BE49-F238E27FC236}">
                <a16:creationId xmlns:a16="http://schemas.microsoft.com/office/drawing/2014/main" id="{CB329BCF-9547-4664-BC89-023CF460C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46FE1-476B-4893-8CD9-264AC97F89A0}"/>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6" name="Footer Placeholder 5">
            <a:extLst>
              <a:ext uri="{FF2B5EF4-FFF2-40B4-BE49-F238E27FC236}">
                <a16:creationId xmlns:a16="http://schemas.microsoft.com/office/drawing/2014/main" id="{7235B88A-2D78-46C2-BBA5-A7E4B6C778E0}"/>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1CFBCD13-0D0A-4531-9C78-280B19232CD6}"/>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848955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2F91-0DE7-463A-B320-CFD88985B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Picture Placeholder 2">
            <a:extLst>
              <a:ext uri="{FF2B5EF4-FFF2-40B4-BE49-F238E27FC236}">
                <a16:creationId xmlns:a16="http://schemas.microsoft.com/office/drawing/2014/main" id="{DA8FAE06-08B0-40A8-8F3E-C20E2667A7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a:extLst>
              <a:ext uri="{FF2B5EF4-FFF2-40B4-BE49-F238E27FC236}">
                <a16:creationId xmlns:a16="http://schemas.microsoft.com/office/drawing/2014/main" id="{F52DC7CF-A958-437D-97CD-D3E81DB92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2DCF7-E5CF-40ED-9C23-5F54FB7C501D}"/>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6" name="Footer Placeholder 5">
            <a:extLst>
              <a:ext uri="{FF2B5EF4-FFF2-40B4-BE49-F238E27FC236}">
                <a16:creationId xmlns:a16="http://schemas.microsoft.com/office/drawing/2014/main" id="{46B598A1-F516-4BF3-A1DB-EFB3FD805F93}"/>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24DCE8FE-0171-448F-8772-43B1E4122EF1}"/>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54026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D866-2D41-48BC-9DC3-7FEE77BA7CD7}"/>
              </a:ext>
            </a:extLst>
          </p:cNvPr>
          <p:cNvSpPr>
            <a:spLocks noGrp="1"/>
          </p:cNvSpPr>
          <p:nvPr>
            <p:ph type="title"/>
          </p:nvPr>
        </p:nvSpPr>
        <p:spPr/>
        <p:txBody>
          <a:bodyPr/>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7477519-4E02-40D8-8B6A-3A512977D4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56831AF6-5DD6-4C3B-B500-F46F75D54246}"/>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5" name="Footer Placeholder 4">
            <a:extLst>
              <a:ext uri="{FF2B5EF4-FFF2-40B4-BE49-F238E27FC236}">
                <a16:creationId xmlns:a16="http://schemas.microsoft.com/office/drawing/2014/main" id="{A75992F3-29F5-4955-B2D5-391EC52DB76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DBDB107A-54F3-441F-911A-3CD57FDE6E72}"/>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94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349AB2-2AB2-43A7-8656-1622691F7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E3361E9-F971-441C-8CE6-36B504422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18CF5765-AAA1-4EBA-9889-B58751F154F4}"/>
              </a:ext>
            </a:extLst>
          </p:cNvPr>
          <p:cNvSpPr>
            <a:spLocks noGrp="1"/>
          </p:cNvSpPr>
          <p:nvPr>
            <p:ph type="dt" sz="half" idx="10"/>
          </p:nvPr>
        </p:nvSpPr>
        <p:spPr/>
        <p:txBody>
          <a:bodyPr/>
          <a:lstStyle/>
          <a:p>
            <a:fld id="{9E9B238C-2335-4007-98C9-471C02CC43B6}" type="datetimeFigureOut">
              <a:rPr lang="de-CH" smtClean="0"/>
              <a:t>14.03.2026</a:t>
            </a:fld>
            <a:endParaRPr lang="de-CH"/>
          </a:p>
        </p:txBody>
      </p:sp>
      <p:sp>
        <p:nvSpPr>
          <p:cNvPr id="5" name="Footer Placeholder 4">
            <a:extLst>
              <a:ext uri="{FF2B5EF4-FFF2-40B4-BE49-F238E27FC236}">
                <a16:creationId xmlns:a16="http://schemas.microsoft.com/office/drawing/2014/main" id="{71F360DF-246C-4E18-B36B-0922733683DC}"/>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F8C95E4A-A865-4DAD-8AEC-EE7D584D640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559124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black">
          <a:xfrm>
            <a:off x="1199456" y="1484784"/>
            <a:ext cx="10512000" cy="4896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Click to edit text. Use the buttons “Increase List Level” and “Decrease List Level” for copytext or bullet levels.</a:t>
            </a:r>
          </a:p>
          <a:p>
            <a:pPr lvl="1"/>
            <a:r>
              <a:rPr lang="en-GB"/>
              <a:t>Level 2</a:t>
            </a:r>
          </a:p>
          <a:p>
            <a:pPr lvl="2"/>
            <a:r>
              <a:rPr lang="en-GB"/>
              <a:t>Level 3</a:t>
            </a:r>
          </a:p>
          <a:p>
            <a:pPr lvl="3"/>
            <a:r>
              <a:rPr lang="en-GB"/>
              <a:t>Level 4</a:t>
            </a:r>
          </a:p>
          <a:p>
            <a:pPr lvl="4"/>
            <a:r>
              <a:rPr lang="en-GB"/>
              <a:t>Level 5</a:t>
            </a:r>
          </a:p>
          <a:p>
            <a:pPr lvl="5"/>
            <a:r>
              <a:rPr lang="en-GB"/>
              <a:t>Level 6</a:t>
            </a:r>
          </a:p>
          <a:p>
            <a:pPr lvl="6"/>
            <a:r>
              <a:rPr lang="en-GB"/>
              <a:t>Level 7</a:t>
            </a:r>
          </a:p>
          <a:p>
            <a:pPr lvl="7"/>
            <a:r>
              <a:rPr lang="en-GB"/>
              <a:t>Level 8</a:t>
            </a:r>
          </a:p>
          <a:p>
            <a:pPr lvl="8"/>
            <a:r>
              <a:rPr lang="en-GB"/>
              <a:t>Level 9</a:t>
            </a:r>
          </a:p>
        </p:txBody>
      </p:sp>
      <p:sp>
        <p:nvSpPr>
          <p:cNvPr id="5" name="Fußzeilenplatzhalter 4"/>
          <p:cNvSpPr>
            <a:spLocks noGrp="1"/>
          </p:cNvSpPr>
          <p:nvPr>
            <p:ph type="ftr" sz="quarter" idx="11"/>
          </p:nvPr>
        </p:nvSpPr>
        <p:spPr bwMode="black">
          <a:xfrm rot="16200000">
            <a:off x="-1645334" y="3392999"/>
            <a:ext cx="4105278" cy="287903"/>
          </a:xfrm>
        </p:spPr>
        <p:txBody>
          <a:bodyPr/>
          <a:lstStyle/>
          <a:p>
            <a:r>
              <a:rPr lang="en-US"/>
              <a:t>Introduction to Telemetry </a:t>
            </a:r>
            <a:endParaRPr lang="en-GB"/>
          </a:p>
        </p:txBody>
      </p:sp>
      <p:sp>
        <p:nvSpPr>
          <p:cNvPr id="6" name="Foliennummernplatzhalter 5"/>
          <p:cNvSpPr>
            <a:spLocks noGrp="1"/>
          </p:cNvSpPr>
          <p:nvPr>
            <p:ph type="sldNum" sz="quarter" idx="12"/>
          </p:nvPr>
        </p:nvSpPr>
        <p:spPr bwMode="black"/>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black">
          <a:xfrm>
            <a:off x="1199456" y="332656"/>
            <a:ext cx="10512000" cy="720000"/>
          </a:xfrm>
        </p:spPr>
        <p:txBody>
          <a:bodyPr/>
          <a:lstStyle>
            <a:lvl1pPr>
              <a:defRPr/>
            </a:lvl1pPr>
          </a:lstStyle>
          <a:p>
            <a:r>
              <a:rPr lang="en-GB"/>
              <a:t>Click to edit title</a:t>
            </a:r>
          </a:p>
        </p:txBody>
      </p:sp>
    </p:spTree>
    <p:extLst>
      <p:ext uri="{BB962C8B-B14F-4D97-AF65-F5344CB8AC3E}">
        <p14:creationId xmlns:p14="http://schemas.microsoft.com/office/powerpoint/2010/main" val="176064646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Picture | Negative">
    <p:spTree>
      <p:nvGrpSpPr>
        <p:cNvPr id="1" name=""/>
        <p:cNvGrpSpPr/>
        <p:nvPr/>
      </p:nvGrpSpPr>
      <p:grpSpPr>
        <a:xfrm>
          <a:off x="0" y="0"/>
          <a:ext cx="0" cy="0"/>
          <a:chOff x="0" y="0"/>
          <a:chExt cx="0" cy="0"/>
        </a:xfrm>
      </p:grpSpPr>
      <p:sp>
        <p:nvSpPr>
          <p:cNvPr id="8" name="Bildplatzhalter 8">
            <a:extLst>
              <a:ext uri="{FF2B5EF4-FFF2-40B4-BE49-F238E27FC236}">
                <a16:creationId xmlns:a16="http://schemas.microsoft.com/office/drawing/2014/main" id="{4CAA1A37-9204-4A25-9054-31917E425592}"/>
              </a:ext>
            </a:extLst>
          </p:cNvPr>
          <p:cNvSpPr>
            <a:spLocks noGrp="1"/>
          </p:cNvSpPr>
          <p:nvPr>
            <p:ph type="pic" sz="quarter" idx="13" hasCustomPrompt="1"/>
          </p:nvPr>
        </p:nvSpPr>
        <p:spPr bwMode="gray">
          <a:xfrm>
            <a:off x="0" y="0"/>
            <a:ext cx="12191999" cy="6858000"/>
          </a:xfrm>
          <a:solidFill>
            <a:srgbClr val="DDE3E7"/>
          </a:solidFill>
        </p:spPr>
        <p:txBody>
          <a:bodyPr lIns="9432000" rIns="504000" bIns="0" anchor="ctr"/>
          <a:lstStyle>
            <a:lvl1pPr marL="0" indent="0" algn="l">
              <a:lnSpc>
                <a:spcPct val="100000"/>
              </a:lnSpc>
              <a:spcBef>
                <a:spcPts val="0"/>
              </a:spcBef>
              <a:spcAft>
                <a:spcPts val="0"/>
              </a:spcAft>
              <a:buFont typeface="Arial" panose="020B0604020202020204" pitchFamily="34" charset="0"/>
              <a:buNone/>
              <a:defRPr sz="1200" b="0">
                <a:latin typeface="+mn-lt"/>
              </a:defRPr>
            </a:lvl1pPr>
            <a:lvl2pPr marL="0" indent="0" algn="ctr">
              <a:lnSpc>
                <a:spcPct val="100000"/>
              </a:lnSpc>
              <a:spcBef>
                <a:spcPts val="0"/>
              </a:spcBef>
              <a:spcAft>
                <a:spcPts val="0"/>
              </a:spcAft>
              <a:buNone/>
              <a:defRPr sz="1200"/>
            </a:lvl2pPr>
            <a:lvl3pPr marL="0" indent="0" algn="ctr">
              <a:lnSpc>
                <a:spcPct val="100000"/>
              </a:lnSpc>
              <a:spcBef>
                <a:spcPts val="0"/>
              </a:spcBef>
              <a:spcAft>
                <a:spcPts val="0"/>
              </a:spcAft>
              <a:buNone/>
              <a:defRPr sz="1200"/>
            </a:lvl3pPr>
            <a:lvl4pPr marL="0" indent="0" algn="ctr">
              <a:lnSpc>
                <a:spcPct val="100000"/>
              </a:lnSpc>
              <a:spcBef>
                <a:spcPts val="0"/>
              </a:spcBef>
              <a:spcAft>
                <a:spcPts val="0"/>
              </a:spcAft>
              <a:buNone/>
              <a:defRPr sz="1200"/>
            </a:lvl4pPr>
            <a:lvl5pPr marL="0" indent="0" algn="ctr">
              <a:lnSpc>
                <a:spcPct val="100000"/>
              </a:lnSpc>
              <a:spcBef>
                <a:spcPts val="0"/>
              </a:spcBef>
              <a:spcAft>
                <a:spcPts val="0"/>
              </a:spcAft>
              <a:buNone/>
              <a:defRPr sz="1200"/>
            </a:lvl5pPr>
            <a:lvl6pPr marL="0" indent="0" algn="ctr">
              <a:lnSpc>
                <a:spcPct val="100000"/>
              </a:lnSpc>
              <a:spcBef>
                <a:spcPts val="0"/>
              </a:spcBef>
              <a:spcAft>
                <a:spcPts val="0"/>
              </a:spcAft>
              <a:buNone/>
              <a:defRPr sz="1200"/>
            </a:lvl6pPr>
            <a:lvl7pPr marL="0" indent="0" algn="ctr">
              <a:lnSpc>
                <a:spcPct val="100000"/>
              </a:lnSpc>
              <a:spcBef>
                <a:spcPts val="0"/>
              </a:spcBef>
              <a:spcAft>
                <a:spcPts val="0"/>
              </a:spcAft>
              <a:buNone/>
              <a:defRPr sz="1200"/>
            </a:lvl7pPr>
            <a:lvl8pPr marL="0" indent="0" algn="ctr">
              <a:lnSpc>
                <a:spcPct val="100000"/>
              </a:lnSpc>
              <a:spcBef>
                <a:spcPts val="0"/>
              </a:spcBef>
              <a:spcAft>
                <a:spcPts val="0"/>
              </a:spcAft>
              <a:buNone/>
              <a:defRPr sz="1200"/>
            </a:lvl8pPr>
            <a:lvl9pPr marL="0" indent="0" algn="ctr">
              <a:lnSpc>
                <a:spcPct val="100000"/>
              </a:lnSpc>
              <a:spcBef>
                <a:spcPts val="0"/>
              </a:spcBef>
              <a:spcAft>
                <a:spcPts val="0"/>
              </a:spcAft>
              <a:buNone/>
              <a:defRPr sz="1200"/>
            </a:lvl9pPr>
          </a:lstStyle>
          <a:p>
            <a:pPr lvl="0"/>
            <a:r>
              <a:rPr lang="en-GB"/>
              <a:t>To add a picture, please right click the image placeholder and bring it to front. </a:t>
            </a:r>
            <a:br>
              <a:rPr lang="en-GB"/>
            </a:br>
            <a:br>
              <a:rPr lang="en-GB"/>
            </a:br>
            <a:r>
              <a:rPr lang="en-GB"/>
              <a:t>You can now insert a picture by clicking on the placeholder image icon. Then click the Reset button on the Home menu tab to send the picture to background.</a:t>
            </a:r>
          </a:p>
        </p:txBody>
      </p:sp>
      <p:sp>
        <p:nvSpPr>
          <p:cNvPr id="10" name="Text Placeholder 5">
            <a:extLst>
              <a:ext uri="{FF2B5EF4-FFF2-40B4-BE49-F238E27FC236}">
                <a16:creationId xmlns:a16="http://schemas.microsoft.com/office/drawing/2014/main" id="{CDB9E957-3F55-4CEB-ABFA-916F4BB161AA}"/>
              </a:ext>
            </a:extLst>
          </p:cNvPr>
          <p:cNvSpPr>
            <a:spLocks noGrp="1" noChangeAspect="1"/>
          </p:cNvSpPr>
          <p:nvPr>
            <p:ph type="body" sz="quarter" idx="15" hasCustomPrompt="1"/>
          </p:nvPr>
        </p:nvSpPr>
        <p:spPr bwMode="gray">
          <a:xfrm>
            <a:off x="263352" y="5120522"/>
            <a:ext cx="234000" cy="1260806"/>
          </a:xfrm>
          <a:blipFill>
            <a:blip r:embed="rId2" cstate="print">
              <a:extLst>
                <a:ext uri="{28A0092B-C50C-407E-A947-70E740481C1C}">
                  <a14:useLocalDpi xmlns:a14="http://schemas.microsoft.com/office/drawing/2010/main"/>
                </a:ext>
              </a:extLst>
            </a:blip>
            <a:stretch>
              <a:fillRect/>
            </a:stretch>
          </a:blipFill>
        </p:spPr>
        <p:txBody>
          <a:bodyPr/>
          <a:lstStyle>
            <a:lvl1pPr marL="0" indent="0">
              <a:lnSpc>
                <a:spcPct val="100000"/>
              </a:lnSpc>
              <a:spcBef>
                <a:spcPts val="0"/>
              </a:spcBef>
              <a:spcAft>
                <a:spcPts val="0"/>
              </a:spcAft>
              <a:buFont typeface="Arial" panose="020B0604020202020204" pitchFamily="34" charset="0"/>
              <a:buNone/>
              <a:defRPr sz="100">
                <a:solidFill>
                  <a:schemeClr val="bg1"/>
                </a:solidFill>
              </a:defRPr>
            </a:lvl1pPr>
            <a:lvl2pPr marL="0" indent="0">
              <a:lnSpc>
                <a:spcPct val="100000"/>
              </a:lnSpc>
              <a:spcBef>
                <a:spcPts val="0"/>
              </a:spcBef>
              <a:spcAft>
                <a:spcPts val="0"/>
              </a:spcAft>
              <a:buFont typeface="Arial" panose="020B0604020202020204" pitchFamily="34" charset="0"/>
              <a:buNone/>
              <a:defRPr sz="100">
                <a:solidFill>
                  <a:schemeClr val="bg1"/>
                </a:solidFill>
              </a:defRPr>
            </a:lvl2pPr>
            <a:lvl3pPr marL="0" indent="0">
              <a:lnSpc>
                <a:spcPct val="100000"/>
              </a:lnSpc>
              <a:spcBef>
                <a:spcPts val="0"/>
              </a:spcBef>
              <a:spcAft>
                <a:spcPts val="0"/>
              </a:spcAft>
              <a:buNone/>
              <a:defRPr sz="100">
                <a:solidFill>
                  <a:schemeClr val="bg1"/>
                </a:solidFill>
              </a:defRPr>
            </a:lvl3pPr>
            <a:lvl4pPr marL="0" indent="0">
              <a:lnSpc>
                <a:spcPct val="100000"/>
              </a:lnSpc>
              <a:spcBef>
                <a:spcPts val="0"/>
              </a:spcBef>
              <a:spcAft>
                <a:spcPts val="0"/>
              </a:spcAft>
              <a:buNone/>
              <a:defRPr sz="100">
                <a:solidFill>
                  <a:schemeClr val="bg1"/>
                </a:solidFill>
              </a:defRPr>
            </a:lvl4pPr>
            <a:lvl5pPr marL="0" indent="0">
              <a:lnSpc>
                <a:spcPct val="100000"/>
              </a:lnSpc>
              <a:spcBef>
                <a:spcPts val="0"/>
              </a:spcBef>
              <a:spcAft>
                <a:spcPts val="0"/>
              </a:spcAft>
              <a:buNone/>
              <a:defRPr sz="100">
                <a:solidFill>
                  <a:schemeClr val="bg1"/>
                </a:solidFill>
              </a:defRPr>
            </a:lvl5pPr>
            <a:lvl6pPr marL="0" indent="0">
              <a:lnSpc>
                <a:spcPct val="100000"/>
              </a:lnSpc>
              <a:spcBef>
                <a:spcPts val="0"/>
              </a:spcBef>
              <a:spcAft>
                <a:spcPts val="0"/>
              </a:spcAft>
              <a:buNone/>
              <a:defRPr sz="100">
                <a:solidFill>
                  <a:schemeClr val="bg1"/>
                </a:solidFill>
              </a:defRPr>
            </a:lvl6pPr>
            <a:lvl7pPr marL="0" indent="0">
              <a:lnSpc>
                <a:spcPct val="100000"/>
              </a:lnSpc>
              <a:spcBef>
                <a:spcPts val="0"/>
              </a:spcBef>
              <a:spcAft>
                <a:spcPts val="0"/>
              </a:spcAft>
              <a:buNone/>
              <a:defRPr sz="100">
                <a:solidFill>
                  <a:schemeClr val="bg1"/>
                </a:solidFill>
              </a:defRPr>
            </a:lvl7pPr>
            <a:lvl8pPr marL="0" indent="0">
              <a:lnSpc>
                <a:spcPct val="100000"/>
              </a:lnSpc>
              <a:spcBef>
                <a:spcPts val="0"/>
              </a:spcBef>
              <a:spcAft>
                <a:spcPts val="0"/>
              </a:spcAft>
              <a:buNone/>
              <a:defRPr sz="100">
                <a:solidFill>
                  <a:schemeClr val="bg1"/>
                </a:solidFill>
              </a:defRPr>
            </a:lvl8pPr>
            <a:lvl9pPr marL="0" indent="0">
              <a:lnSpc>
                <a:spcPct val="100000"/>
              </a:lnSpc>
              <a:spcBef>
                <a:spcPts val="0"/>
              </a:spcBef>
              <a:spcAft>
                <a:spcPts val="0"/>
              </a:spcAft>
              <a:buNone/>
              <a:defRPr sz="100">
                <a:solidFill>
                  <a:schemeClr val="bg1"/>
                </a:solidFill>
              </a:defRPr>
            </a:lvl9pPr>
          </a:lstStyle>
          <a:p>
            <a:pPr lvl="0"/>
            <a:r>
              <a:rPr lang="en-GB"/>
              <a:t> </a:t>
            </a:r>
          </a:p>
        </p:txBody>
      </p:sp>
      <p:sp>
        <p:nvSpPr>
          <p:cNvPr id="2" name="Titel 1"/>
          <p:cNvSpPr>
            <a:spLocks noGrp="1"/>
          </p:cNvSpPr>
          <p:nvPr>
            <p:ph type="ctrTitle" hasCustomPrompt="1"/>
          </p:nvPr>
        </p:nvSpPr>
        <p:spPr bwMode="gray">
          <a:xfrm>
            <a:off x="1199456" y="333375"/>
            <a:ext cx="8208000" cy="3239002"/>
          </a:xfrm>
        </p:spPr>
        <p:txBody>
          <a:bodyPr tIns="0" bIns="0" anchor="b"/>
          <a:lstStyle>
            <a:lvl1pPr algn="l">
              <a:lnSpc>
                <a:spcPct val="90000"/>
              </a:lnSpc>
              <a:defRPr sz="6600" b="1" i="0" spc="-150" baseline="0">
                <a:solidFill>
                  <a:schemeClr val="bg1"/>
                </a:solidFill>
                <a:latin typeface="+mj-lt"/>
              </a:defRPr>
            </a:lvl1pPr>
          </a:lstStyle>
          <a:p>
            <a:r>
              <a:rPr lang="en-GB"/>
              <a:t>Click to edit title</a:t>
            </a:r>
          </a:p>
        </p:txBody>
      </p:sp>
      <p:sp>
        <p:nvSpPr>
          <p:cNvPr id="3" name="Untertitel 2"/>
          <p:cNvSpPr>
            <a:spLocks noGrp="1"/>
          </p:cNvSpPr>
          <p:nvPr>
            <p:ph type="subTitle" idx="1" hasCustomPrompt="1"/>
          </p:nvPr>
        </p:nvSpPr>
        <p:spPr bwMode="gray">
          <a:xfrm>
            <a:off x="1199456" y="3716313"/>
            <a:ext cx="8208000" cy="720000"/>
          </a:xfrm>
        </p:spPr>
        <p:txBody>
          <a:bodyPr/>
          <a:lstStyle>
            <a:lvl1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1pPr>
            <a:lvl2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2pPr>
            <a:lvl3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3pPr>
            <a:lvl4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4pPr>
            <a:lvl5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5pPr>
            <a:lvl6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6pPr>
            <a:lvl7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7pPr>
            <a:lvl8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8pPr>
            <a:lvl9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9pPr>
          </a:lstStyle>
          <a:p>
            <a:r>
              <a:rPr lang="en-GB"/>
              <a:t>Click to edit subline</a:t>
            </a:r>
          </a:p>
          <a:p>
            <a:pPr lvl="1"/>
            <a:r>
              <a:rPr lang="en-GB"/>
              <a:t>Level 2</a:t>
            </a:r>
          </a:p>
        </p:txBody>
      </p:sp>
      <p:sp>
        <p:nvSpPr>
          <p:cNvPr id="6" name="Text Placeholder 5">
            <a:extLst>
              <a:ext uri="{FF2B5EF4-FFF2-40B4-BE49-F238E27FC236}">
                <a16:creationId xmlns:a16="http://schemas.microsoft.com/office/drawing/2014/main" id="{B82FBF00-184A-445D-86C9-C33582C67623}"/>
              </a:ext>
            </a:extLst>
          </p:cNvPr>
          <p:cNvSpPr>
            <a:spLocks noGrp="1"/>
          </p:cNvSpPr>
          <p:nvPr>
            <p:ph type="body" sz="quarter" idx="14" hasCustomPrompt="1"/>
          </p:nvPr>
        </p:nvSpPr>
        <p:spPr bwMode="gray">
          <a:xfrm>
            <a:off x="255600" y="360000"/>
            <a:ext cx="342000" cy="460800"/>
          </a:xfrm>
          <a:blipFill>
            <a:blip r:embed="rId3" cstate="print">
              <a:extLst>
                <a:ext uri="{28A0092B-C50C-407E-A947-70E740481C1C}">
                  <a14:useLocalDpi xmlns:a14="http://schemas.microsoft.com/office/drawing/2010/main"/>
                </a:ext>
              </a:extLst>
            </a:blip>
            <a:stretch>
              <a:fillRect/>
            </a:stretch>
          </a:blipFill>
        </p:spPr>
        <p:txBody>
          <a:bodyPr/>
          <a:lstStyle>
            <a:lvl1pPr marL="0" indent="0">
              <a:lnSpc>
                <a:spcPct val="100000"/>
              </a:lnSpc>
              <a:spcBef>
                <a:spcPts val="0"/>
              </a:spcBef>
              <a:spcAft>
                <a:spcPts val="0"/>
              </a:spcAft>
              <a:buFont typeface="Arial" panose="020B0604020202020204" pitchFamily="34" charset="0"/>
              <a:buNone/>
              <a:defRPr sz="100">
                <a:solidFill>
                  <a:schemeClr val="bg1"/>
                </a:solidFill>
              </a:defRPr>
            </a:lvl1pPr>
            <a:lvl2pPr marL="0" indent="0">
              <a:lnSpc>
                <a:spcPct val="100000"/>
              </a:lnSpc>
              <a:spcBef>
                <a:spcPts val="0"/>
              </a:spcBef>
              <a:spcAft>
                <a:spcPts val="0"/>
              </a:spcAft>
              <a:buFont typeface="Arial" panose="020B0604020202020204" pitchFamily="34" charset="0"/>
              <a:buNone/>
              <a:defRPr sz="100">
                <a:solidFill>
                  <a:schemeClr val="bg1"/>
                </a:solidFill>
              </a:defRPr>
            </a:lvl2pPr>
            <a:lvl3pPr marL="0" indent="0">
              <a:lnSpc>
                <a:spcPct val="100000"/>
              </a:lnSpc>
              <a:spcBef>
                <a:spcPts val="0"/>
              </a:spcBef>
              <a:spcAft>
                <a:spcPts val="0"/>
              </a:spcAft>
              <a:buNone/>
              <a:defRPr sz="100">
                <a:solidFill>
                  <a:schemeClr val="bg1"/>
                </a:solidFill>
              </a:defRPr>
            </a:lvl3pPr>
            <a:lvl4pPr marL="0" indent="0">
              <a:lnSpc>
                <a:spcPct val="100000"/>
              </a:lnSpc>
              <a:spcBef>
                <a:spcPts val="0"/>
              </a:spcBef>
              <a:spcAft>
                <a:spcPts val="0"/>
              </a:spcAft>
              <a:buNone/>
              <a:defRPr sz="100">
                <a:solidFill>
                  <a:schemeClr val="bg1"/>
                </a:solidFill>
              </a:defRPr>
            </a:lvl4pPr>
            <a:lvl5pPr marL="0" indent="0">
              <a:lnSpc>
                <a:spcPct val="100000"/>
              </a:lnSpc>
              <a:spcBef>
                <a:spcPts val="0"/>
              </a:spcBef>
              <a:spcAft>
                <a:spcPts val="0"/>
              </a:spcAft>
              <a:buNone/>
              <a:defRPr sz="100">
                <a:solidFill>
                  <a:schemeClr val="bg1"/>
                </a:solidFill>
              </a:defRPr>
            </a:lvl5pPr>
            <a:lvl6pPr marL="0" indent="0">
              <a:lnSpc>
                <a:spcPct val="100000"/>
              </a:lnSpc>
              <a:spcBef>
                <a:spcPts val="0"/>
              </a:spcBef>
              <a:spcAft>
                <a:spcPts val="0"/>
              </a:spcAft>
              <a:buNone/>
              <a:defRPr sz="100">
                <a:solidFill>
                  <a:schemeClr val="bg1"/>
                </a:solidFill>
              </a:defRPr>
            </a:lvl6pPr>
            <a:lvl7pPr marL="0" indent="0">
              <a:lnSpc>
                <a:spcPct val="100000"/>
              </a:lnSpc>
              <a:spcBef>
                <a:spcPts val="0"/>
              </a:spcBef>
              <a:spcAft>
                <a:spcPts val="0"/>
              </a:spcAft>
              <a:buNone/>
              <a:defRPr sz="100">
                <a:solidFill>
                  <a:schemeClr val="bg1"/>
                </a:solidFill>
              </a:defRPr>
            </a:lvl7pPr>
            <a:lvl8pPr marL="0" indent="0">
              <a:lnSpc>
                <a:spcPct val="100000"/>
              </a:lnSpc>
              <a:spcBef>
                <a:spcPts val="0"/>
              </a:spcBef>
              <a:spcAft>
                <a:spcPts val="0"/>
              </a:spcAft>
              <a:buNone/>
              <a:defRPr sz="100">
                <a:solidFill>
                  <a:schemeClr val="bg1"/>
                </a:solidFill>
              </a:defRPr>
            </a:lvl8pPr>
            <a:lvl9pPr marL="0" indent="0">
              <a:lnSpc>
                <a:spcPct val="100000"/>
              </a:lnSpc>
              <a:spcBef>
                <a:spcPts val="0"/>
              </a:spcBef>
              <a:spcAft>
                <a:spcPts val="0"/>
              </a:spcAft>
              <a:buNone/>
              <a:defRPr sz="100">
                <a:solidFill>
                  <a:schemeClr val="bg1"/>
                </a:solidFill>
              </a:defRPr>
            </a:lvl9pPr>
          </a:lstStyle>
          <a:p>
            <a:pPr lvl="0"/>
            <a:r>
              <a:rPr lang="en-GB"/>
              <a:t> </a:t>
            </a:r>
          </a:p>
        </p:txBody>
      </p:sp>
      <p:sp>
        <p:nvSpPr>
          <p:cNvPr id="9" name="Text Placeholder 4">
            <a:extLst>
              <a:ext uri="{FF2B5EF4-FFF2-40B4-BE49-F238E27FC236}">
                <a16:creationId xmlns:a16="http://schemas.microsoft.com/office/drawing/2014/main" id="{E6E9A991-EE31-4DB7-89CA-2351FF78238B}"/>
              </a:ext>
            </a:extLst>
          </p:cNvPr>
          <p:cNvSpPr>
            <a:spLocks noGrp="1"/>
          </p:cNvSpPr>
          <p:nvPr>
            <p:ph type="body" sz="quarter" idx="16" hasCustomPrompt="1"/>
          </p:nvPr>
        </p:nvSpPr>
        <p:spPr>
          <a:xfrm>
            <a:off x="1199456" y="5697252"/>
            <a:ext cx="8208912" cy="684076"/>
          </a:xfrm>
        </p:spPr>
        <p:txBody>
          <a:bodyPr anchor="b"/>
          <a:lstStyle>
            <a:lvl1pPr marL="0" indent="0">
              <a:spcBef>
                <a:spcPts val="0"/>
              </a:spcBef>
              <a:spcAft>
                <a:spcPts val="0"/>
              </a:spcAft>
              <a:buFont typeface="Arial" panose="020B0604020202020204" pitchFamily="34" charset="0"/>
              <a:buNone/>
              <a:defRPr>
                <a:solidFill>
                  <a:schemeClr val="bg1"/>
                </a:solidFill>
              </a:defRPr>
            </a:lvl1pPr>
            <a:lvl2pPr marL="0" indent="0">
              <a:spcBef>
                <a:spcPts val="0"/>
              </a:spcBef>
              <a:spcAft>
                <a:spcPts val="0"/>
              </a:spcAft>
              <a:buNone/>
              <a:defRPr>
                <a:solidFill>
                  <a:schemeClr val="bg1"/>
                </a:solidFill>
              </a:defRPr>
            </a:lvl2pPr>
            <a:lvl3pPr marL="0" indent="0">
              <a:spcBef>
                <a:spcPts val="0"/>
              </a:spcBef>
              <a:spcAft>
                <a:spcPts val="0"/>
              </a:spcAft>
              <a:buNone/>
              <a:defRPr>
                <a:solidFill>
                  <a:schemeClr val="bg1"/>
                </a:solidFill>
              </a:defRPr>
            </a:lvl3pPr>
            <a:lvl4pPr marL="0" indent="0">
              <a:spcBef>
                <a:spcPts val="0"/>
              </a:spcBef>
              <a:spcAft>
                <a:spcPts val="0"/>
              </a:spcAft>
              <a:buNone/>
              <a:defRPr>
                <a:solidFill>
                  <a:schemeClr val="bg1"/>
                </a:solidFill>
              </a:defRPr>
            </a:lvl4pPr>
            <a:lvl5pPr marL="0" indent="0">
              <a:spcBef>
                <a:spcPts val="0"/>
              </a:spcBef>
              <a:spcAft>
                <a:spcPts val="0"/>
              </a:spcAft>
              <a:buNone/>
              <a:defRPr>
                <a:solidFill>
                  <a:schemeClr val="bg1"/>
                </a:solidFill>
              </a:defRPr>
            </a:lvl5pPr>
            <a:lvl6pPr marL="0" indent="0">
              <a:spcBef>
                <a:spcPts val="0"/>
              </a:spcBef>
              <a:spcAft>
                <a:spcPts val="0"/>
              </a:spcAft>
              <a:buNone/>
              <a:defRPr>
                <a:solidFill>
                  <a:schemeClr val="bg1"/>
                </a:solidFill>
              </a:defRPr>
            </a:lvl6pPr>
            <a:lvl7pPr marL="0" indent="0">
              <a:spcBef>
                <a:spcPts val="0"/>
              </a:spcBef>
              <a:spcAft>
                <a:spcPts val="0"/>
              </a:spcAft>
              <a:buNone/>
              <a:defRPr>
                <a:solidFill>
                  <a:schemeClr val="bg1"/>
                </a:solidFill>
              </a:defRPr>
            </a:lvl7pPr>
            <a:lvl8pPr marL="0" indent="0">
              <a:spcBef>
                <a:spcPts val="0"/>
              </a:spcBef>
              <a:spcAft>
                <a:spcPts val="0"/>
              </a:spcAft>
              <a:buNone/>
              <a:defRPr>
                <a:solidFill>
                  <a:schemeClr val="bg1"/>
                </a:solidFill>
              </a:defRPr>
            </a:lvl8pPr>
            <a:lvl9pPr marL="0" indent="0">
              <a:spcBef>
                <a:spcPts val="0"/>
              </a:spcBef>
              <a:spcAft>
                <a:spcPts val="0"/>
              </a:spcAft>
              <a:buNone/>
              <a:defRPr>
                <a:solidFill>
                  <a:schemeClr val="bg1"/>
                </a:solidFill>
              </a:defRPr>
            </a:lvl9pPr>
          </a:lstStyle>
          <a:p>
            <a:r>
              <a:rPr lang="en-GB"/>
              <a:t>C2 Internal</a:t>
            </a:r>
          </a:p>
        </p:txBody>
      </p:sp>
    </p:spTree>
    <p:extLst>
      <p:ext uri="{BB962C8B-B14F-4D97-AF65-F5344CB8AC3E}">
        <p14:creationId xmlns:p14="http://schemas.microsoft.com/office/powerpoint/2010/main" val="17950618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CDFDE9-18F4-48C4-A401-3E984B392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a:extLst>
              <a:ext uri="{FF2B5EF4-FFF2-40B4-BE49-F238E27FC236}">
                <a16:creationId xmlns:a16="http://schemas.microsoft.com/office/drawing/2014/main" id="{E517C9F2-47EC-46EF-9DAA-721B9E5EF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B3B2DCEB-FFB0-4E16-B62A-C5FBA3476A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B238C-2335-4007-98C9-471C02CC43B6}" type="datetimeFigureOut">
              <a:rPr lang="de-CH" smtClean="0"/>
              <a:t>14.03.2026</a:t>
            </a:fld>
            <a:endParaRPr lang="de-CH"/>
          </a:p>
        </p:txBody>
      </p:sp>
      <p:sp>
        <p:nvSpPr>
          <p:cNvPr id="5" name="Footer Placeholder 4">
            <a:extLst>
              <a:ext uri="{FF2B5EF4-FFF2-40B4-BE49-F238E27FC236}">
                <a16:creationId xmlns:a16="http://schemas.microsoft.com/office/drawing/2014/main" id="{028C72CA-B967-43BF-81A8-8AE258386D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a:extLst>
              <a:ext uri="{FF2B5EF4-FFF2-40B4-BE49-F238E27FC236}">
                <a16:creationId xmlns:a16="http://schemas.microsoft.com/office/drawing/2014/main" id="{EDD67793-ADCE-4178-B0C6-9992EC74B2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4AC485-25DE-431E-B345-9C0A15BB7F8A}" type="slidenum">
              <a:rPr lang="de-CH" smtClean="0"/>
              <a:t>‹#›</a:t>
            </a:fld>
            <a:endParaRPr lang="de-CH"/>
          </a:p>
        </p:txBody>
      </p:sp>
    </p:spTree>
    <p:extLst>
      <p:ext uri="{BB962C8B-B14F-4D97-AF65-F5344CB8AC3E}">
        <p14:creationId xmlns:p14="http://schemas.microsoft.com/office/powerpoint/2010/main" val="1575956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datatracker.ietf.org/doc/html/draft-ietf-nmop-message-broker-telemetry-message" TargetMode="External"/><Relationship Id="rId2" Type="http://schemas.openxmlformats.org/officeDocument/2006/relationships/hyperlink" Target="https://datatracker.ietf.org/doc/html/draft-ietf-nmop-yang-message-broker-integration" TargetMode="External"/><Relationship Id="rId1" Type="http://schemas.openxmlformats.org/officeDocument/2006/relationships/slideLayout" Target="../slideLayouts/slideLayout2.xml"/><Relationship Id="rId5" Type="http://schemas.openxmlformats.org/officeDocument/2006/relationships/hyperlink" Target="https://datatracker.ietf.org/doc/html/draft-netana-nmop-message-broker-bmp-telemetry-msg" TargetMode="External"/><Relationship Id="rId4" Type="http://schemas.openxmlformats.org/officeDocument/2006/relationships/hyperlink" Target="https://datatracker.ietf.org/doc/html/draft-ietf-nmop-yang-message-broker-message-key"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datatracker.ietf.org/doc/html/draft-ietf-nmop-simap-concept-06#section-3.2" TargetMode="External"/><Relationship Id="rId2" Type="http://schemas.openxmlformats.org/officeDocument/2006/relationships/hyperlink" Target="https://datatracker.ietf.org/doc/html/draft-ietf-nmop-simap-concept-06#section-3.8"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atatracker.ietf.org/doc/html/rfc7950#section-6.5" TargetMode="External"/><Relationship Id="rId2" Type="http://schemas.openxmlformats.org/officeDocument/2006/relationships/hyperlink" Target="https://datatracker.ietf.org/doc/html/rfc9254"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C26208B2-0D10-4C23-B2DE-372A62E98644}"/>
              </a:ext>
            </a:extLst>
          </p:cNvPr>
          <p:cNvSpPr txBox="1">
            <a:spLocks/>
          </p:cNvSpPr>
          <p:nvPr/>
        </p:nvSpPr>
        <p:spPr>
          <a:xfrm>
            <a:off x="606830" y="1365772"/>
            <a:ext cx="11395314" cy="32390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t>YANG </a:t>
            </a:r>
            <a:r>
              <a:rPr lang="en-US" sz="3400" b="1" dirty="0">
                <a:solidFill>
                  <a:srgbClr val="FF0000"/>
                </a:solidFill>
              </a:rPr>
              <a:t>Message Keys </a:t>
            </a:r>
            <a:r>
              <a:rPr lang="en-US" sz="3400" b="1" dirty="0"/>
              <a:t>for Message Broker Integration</a:t>
            </a:r>
            <a:br>
              <a:rPr lang="en-US" sz="3600" b="1" dirty="0"/>
            </a:br>
            <a:r>
              <a:rPr lang="en-US" sz="2800" dirty="0"/>
              <a:t>draft-ietf-nmop-yang-message-broker-message-key-01</a:t>
            </a:r>
          </a:p>
          <a:p>
            <a:endParaRPr lang="en-US" sz="2800" dirty="0"/>
          </a:p>
          <a:p>
            <a:r>
              <a:rPr lang="en-US" sz="2800" dirty="0">
                <a:solidFill>
                  <a:schemeClr val="bg2">
                    <a:lumMod val="75000"/>
                  </a:schemeClr>
                </a:solidFill>
              </a:rPr>
              <a:t>A mechanism to define a unique message key for a</a:t>
            </a:r>
          </a:p>
          <a:p>
            <a:r>
              <a:rPr lang="en-US" sz="2800" dirty="0">
                <a:solidFill>
                  <a:schemeClr val="bg2">
                    <a:lumMod val="75000"/>
                  </a:schemeClr>
                </a:solidFill>
              </a:rPr>
              <a:t>	YANG to message broker integration and a topic addressing scheme 			based on YANG-Push subscription type and a YANG index</a:t>
            </a:r>
          </a:p>
        </p:txBody>
      </p:sp>
      <p:sp>
        <p:nvSpPr>
          <p:cNvPr id="2" name="Slide Number Placeholder 1">
            <a:extLst>
              <a:ext uri="{FF2B5EF4-FFF2-40B4-BE49-F238E27FC236}">
                <a16:creationId xmlns:a16="http://schemas.microsoft.com/office/drawing/2014/main" id="{AD23057C-339A-4254-8994-8EB77B8B4163}"/>
              </a:ext>
            </a:extLst>
          </p:cNvPr>
          <p:cNvSpPr>
            <a:spLocks noGrp="1"/>
          </p:cNvSpPr>
          <p:nvPr>
            <p:ph type="sldNum" sz="quarter" idx="12"/>
          </p:nvPr>
        </p:nvSpPr>
        <p:spPr>
          <a:xfrm>
            <a:off x="11587892" y="6361637"/>
            <a:ext cx="414251" cy="365125"/>
          </a:xfrm>
        </p:spPr>
        <p:txBody>
          <a:bodyPr/>
          <a:lstStyle/>
          <a:p>
            <a:fld id="{FC4AC485-25DE-431E-B345-9C0A15BB7F8A}" type="slidenum">
              <a:rPr lang="en-US" sz="2200" smtClean="0"/>
              <a:t>1</a:t>
            </a:fld>
            <a:endParaRPr lang="en-US" sz="2200" dirty="0"/>
          </a:p>
        </p:txBody>
      </p:sp>
      <p:sp>
        <p:nvSpPr>
          <p:cNvPr id="6" name="Subtitle 4">
            <a:extLst>
              <a:ext uri="{FF2B5EF4-FFF2-40B4-BE49-F238E27FC236}">
                <a16:creationId xmlns:a16="http://schemas.microsoft.com/office/drawing/2014/main" id="{6CAA0765-1318-4A03-8F91-D3ECC43D8FA7}"/>
              </a:ext>
            </a:extLst>
          </p:cNvPr>
          <p:cNvSpPr txBox="1">
            <a:spLocks/>
          </p:cNvSpPr>
          <p:nvPr/>
        </p:nvSpPr>
        <p:spPr>
          <a:xfrm>
            <a:off x="838200" y="5041232"/>
            <a:ext cx="11163943" cy="132040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en-US" sz="1400" b="1" dirty="0">
                <a:latin typeface="+mj-lt"/>
              </a:rPr>
              <a:t>thomas.graf@swisscom.com</a:t>
            </a:r>
            <a:br>
              <a:rPr lang="en-US" sz="1400" b="1" dirty="0">
                <a:latin typeface="+mj-lt"/>
              </a:rPr>
            </a:br>
            <a:r>
              <a:rPr lang="en-US" sz="1400" dirty="0">
                <a:latin typeface="+mj-lt"/>
              </a:rPr>
              <a:t>ahmed.elhassany@swisscom.com</a:t>
            </a:r>
          </a:p>
          <a:p>
            <a:pPr marL="0" indent="0" algn="r">
              <a:spcBef>
                <a:spcPts val="300"/>
              </a:spcBef>
              <a:buNone/>
              <a:defRPr sz="1782"/>
            </a:pPr>
            <a:r>
              <a:rPr lang="en-US" sz="1400" dirty="0">
                <a:latin typeface="+mj-lt"/>
              </a:rPr>
              <a:t>alex.huang-feng@insa-lyon.fr</a:t>
            </a:r>
            <a:br>
              <a:rPr lang="en-US" sz="1400" dirty="0">
                <a:latin typeface="+mj-lt"/>
              </a:rPr>
            </a:br>
            <a:r>
              <a:rPr lang="en-US" sz="1400" dirty="0">
                <a:latin typeface="+mj-lt"/>
              </a:rPr>
              <a:t>benoit@everything-ops.net</a:t>
            </a:r>
          </a:p>
          <a:p>
            <a:pPr marL="0" indent="0" algn="r">
              <a:spcBef>
                <a:spcPts val="300"/>
              </a:spcBef>
              <a:buNone/>
              <a:defRPr sz="1782"/>
            </a:pPr>
            <a:r>
              <a:rPr lang="en-US" sz="1400" dirty="0">
                <a:latin typeface="+mj-lt"/>
              </a:rPr>
              <a:t>paolo@ntt.net</a:t>
            </a:r>
            <a:br>
              <a:rPr lang="en-US" sz="1400" dirty="0">
                <a:latin typeface="+mj-lt"/>
              </a:rPr>
            </a:br>
            <a:endParaRPr lang="en-US" sz="1400" dirty="0">
              <a:latin typeface="+mj-lt"/>
            </a:endParaRPr>
          </a:p>
          <a:p>
            <a:pPr marL="0" indent="0" algn="r">
              <a:spcBef>
                <a:spcPts val="300"/>
              </a:spcBef>
              <a:buNone/>
            </a:pPr>
            <a:r>
              <a:rPr lang="en-US" sz="1400" dirty="0">
                <a:latin typeface="+mj-lt"/>
              </a:rPr>
              <a:t>14. March </a:t>
            </a:r>
            <a:r>
              <a:rPr lang="en-US" sz="1400" dirty="0">
                <a:latin typeface="+mj-lt"/>
                <a:ea typeface="+mj-ea"/>
                <a:cs typeface="+mj-cs"/>
              </a:rPr>
              <a:t>2026</a:t>
            </a:r>
            <a:endParaRPr lang="en-US" sz="1400" dirty="0">
              <a:latin typeface="+mj-lt"/>
            </a:endParaRPr>
          </a:p>
          <a:p>
            <a:pPr algn="r"/>
            <a:endParaRPr lang="en-US" sz="2200" dirty="0"/>
          </a:p>
        </p:txBody>
      </p:sp>
    </p:spTree>
    <p:extLst>
      <p:ext uri="{BB962C8B-B14F-4D97-AF65-F5344CB8AC3E}">
        <p14:creationId xmlns:p14="http://schemas.microsoft.com/office/powerpoint/2010/main" val="3578665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55DE4-90E0-6888-D53C-A5BA3A11BF79}"/>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0043E546-3EFB-8EDB-7A28-39107D8F2FD6}"/>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2</a:t>
            </a:fld>
            <a:endParaRPr lang="de-CH" sz="1400" dirty="0"/>
          </a:p>
        </p:txBody>
      </p:sp>
      <p:sp>
        <p:nvSpPr>
          <p:cNvPr id="5" name="Inhaltsplatzhalter 2">
            <a:extLst>
              <a:ext uri="{FF2B5EF4-FFF2-40B4-BE49-F238E27FC236}">
                <a16:creationId xmlns:a16="http://schemas.microsoft.com/office/drawing/2014/main" id="{90BA4D8C-8860-D940-C29D-3420754484A0}"/>
              </a:ext>
            </a:extLst>
          </p:cNvPr>
          <p:cNvSpPr txBox="1">
            <a:spLocks/>
          </p:cNvSpPr>
          <p:nvPr/>
        </p:nvSpPr>
        <p:spPr bwMode="black">
          <a:xfrm>
            <a:off x="838200" y="4645099"/>
            <a:ext cx="10779856" cy="1538210"/>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marL="285750" indent="-285750">
              <a:spcBef>
                <a:spcPts val="0"/>
              </a:spcBef>
              <a:spcAft>
                <a:spcPts val="0"/>
              </a:spcAft>
              <a:buFont typeface="Arial" panose="020B0604020202020204" pitchFamily="34" charset="0"/>
              <a:buChar char="•"/>
            </a:pPr>
            <a:r>
              <a:rPr lang="en-US" sz="1600" b="1" dirty="0"/>
              <a:t>At the YANG data producer, </a:t>
            </a:r>
            <a:r>
              <a:rPr lang="en-US" sz="1600" dirty="0"/>
              <a:t>thanks to the YANG awareness to the YANG data producer and the YANG schema registry, </a:t>
            </a:r>
            <a:r>
              <a:rPr lang="en-US" sz="1600" b="1" dirty="0">
                <a:solidFill>
                  <a:srgbClr val="FF0000"/>
                </a:solidFill>
              </a:rPr>
              <a:t>for each unique YANG schema tree a message broker topic and subject is being created, and messages are being indexed and hashed according to the message key</a:t>
            </a:r>
            <a:r>
              <a:rPr lang="en-US" sz="1600" dirty="0"/>
              <a:t>.</a:t>
            </a:r>
          </a:p>
          <a:p>
            <a:pPr marL="285750" indent="-285750">
              <a:spcBef>
                <a:spcPts val="0"/>
              </a:spcBef>
              <a:spcAft>
                <a:spcPts val="0"/>
              </a:spcAft>
              <a:buFont typeface="Arial" panose="020B0604020202020204" pitchFamily="34" charset="0"/>
              <a:buChar char="•"/>
            </a:pPr>
            <a:r>
              <a:rPr lang="en-US" sz="1600" b="1" dirty="0"/>
              <a:t>At the message broker, </a:t>
            </a:r>
            <a:r>
              <a:rPr lang="en-US" sz="1600" dirty="0"/>
              <a:t>thanks to the dedicated topic per YANG schema and its message key, </a:t>
            </a:r>
            <a:r>
              <a:rPr lang="en-US" sz="1600" b="1" dirty="0">
                <a:solidFill>
                  <a:srgbClr val="FF0000"/>
                </a:solidFill>
              </a:rPr>
              <a:t>YANG state metrics can be compacted to the latest state; </a:t>
            </a:r>
            <a:r>
              <a:rPr lang="en-US" sz="1600" b="1" dirty="0">
                <a:solidFill>
                  <a:schemeClr val="accent6"/>
                </a:solidFill>
              </a:rPr>
              <a:t>reducing the number of stored messages.</a:t>
            </a:r>
          </a:p>
          <a:p>
            <a:pPr marL="285750" indent="-285750">
              <a:spcBef>
                <a:spcPts val="0"/>
              </a:spcBef>
              <a:spcAft>
                <a:spcPts val="0"/>
              </a:spcAft>
              <a:buFont typeface="Arial" panose="020B0604020202020204" pitchFamily="34" charset="0"/>
              <a:buChar char="•"/>
            </a:pPr>
            <a:r>
              <a:rPr lang="en-US" sz="1600" b="1" dirty="0"/>
              <a:t>At the YANG data consumer, </a:t>
            </a:r>
            <a:r>
              <a:rPr lang="en-US" sz="1600" dirty="0"/>
              <a:t>thanks to the YANG awareness of the stream catalog and consumer, a specific topic, partition and subject can be consumed for the interested YANG metrics; </a:t>
            </a:r>
            <a:r>
              <a:rPr lang="en-US" sz="1600" b="1" dirty="0">
                <a:solidFill>
                  <a:schemeClr val="accent6"/>
                </a:solidFill>
              </a:rPr>
              <a:t>reducing the number of messages to be consumed.</a:t>
            </a:r>
          </a:p>
        </p:txBody>
      </p:sp>
      <p:sp>
        <p:nvSpPr>
          <p:cNvPr id="19" name="Title 1">
            <a:extLst>
              <a:ext uri="{FF2B5EF4-FFF2-40B4-BE49-F238E27FC236}">
                <a16:creationId xmlns:a16="http://schemas.microsoft.com/office/drawing/2014/main" id="{1FB5448B-9146-4CF5-54FA-872A8BB2B5BC}"/>
              </a:ext>
            </a:extLst>
          </p:cNvPr>
          <p:cNvSpPr>
            <a:spLocks noGrp="1"/>
          </p:cNvSpPr>
          <p:nvPr>
            <p:ph type="title"/>
          </p:nvPr>
        </p:nvSpPr>
        <p:spPr>
          <a:xfrm>
            <a:off x="838200" y="365125"/>
            <a:ext cx="8314568" cy="1325563"/>
          </a:xfrm>
        </p:spPr>
        <p:txBody>
          <a:bodyPr>
            <a:normAutofit/>
          </a:bodyPr>
          <a:lstStyle/>
          <a:p>
            <a:r>
              <a:rPr lang="en-US" sz="2800" b="1" dirty="0"/>
              <a:t>We aim for a fully YANG aware Data Pipeline</a:t>
            </a:r>
            <a:br>
              <a:rPr lang="en-US" sz="3600" dirty="0"/>
            </a:br>
            <a:r>
              <a:rPr lang="en-US" sz="2700" dirty="0">
                <a:solidFill>
                  <a:schemeClr val="bg2">
                    <a:lumMod val="75000"/>
                  </a:schemeClr>
                </a:solidFill>
              </a:rPr>
              <a:t>From network nodes to message broker nodes</a:t>
            </a:r>
          </a:p>
        </p:txBody>
      </p:sp>
      <p:pic>
        <p:nvPicPr>
          <p:cNvPr id="3" name="Picture 2">
            <a:extLst>
              <a:ext uri="{FF2B5EF4-FFF2-40B4-BE49-F238E27FC236}">
                <a16:creationId xmlns:a16="http://schemas.microsoft.com/office/drawing/2014/main" id="{E99BCB33-C892-431B-F8AF-15D7375C59BA}"/>
              </a:ext>
            </a:extLst>
          </p:cNvPr>
          <p:cNvPicPr>
            <a:picLocks noChangeAspect="1"/>
          </p:cNvPicPr>
          <p:nvPr/>
        </p:nvPicPr>
        <p:blipFill>
          <a:blip r:embed="rId2"/>
          <a:stretch>
            <a:fillRect/>
          </a:stretch>
        </p:blipFill>
        <p:spPr>
          <a:xfrm>
            <a:off x="384087" y="1690688"/>
            <a:ext cx="11618056" cy="2750147"/>
          </a:xfrm>
          <a:prstGeom prst="rect">
            <a:avLst/>
          </a:prstGeom>
        </p:spPr>
      </p:pic>
    </p:spTree>
    <p:extLst>
      <p:ext uri="{BB962C8B-B14F-4D97-AF65-F5344CB8AC3E}">
        <p14:creationId xmlns:p14="http://schemas.microsoft.com/office/powerpoint/2010/main" val="3625312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76F2D-4A59-3EAC-54AD-8473DAE26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E132A-D116-CDE2-7382-6119AE1C937E}"/>
              </a:ext>
            </a:extLst>
          </p:cNvPr>
          <p:cNvSpPr>
            <a:spLocks noGrp="1"/>
          </p:cNvSpPr>
          <p:nvPr>
            <p:ph type="title"/>
          </p:nvPr>
        </p:nvSpPr>
        <p:spPr/>
        <p:txBody>
          <a:bodyPr>
            <a:normAutofit/>
          </a:bodyPr>
          <a:lstStyle/>
          <a:p>
            <a:r>
              <a:rPr lang="en-US" sz="2800" b="1" dirty="0"/>
              <a:t>Message Broker Integration</a:t>
            </a:r>
            <a:br>
              <a:rPr lang="en-US" sz="3600" dirty="0"/>
            </a:br>
            <a:r>
              <a:rPr lang="en-US" sz="2700" dirty="0">
                <a:solidFill>
                  <a:schemeClr val="bg2">
                    <a:lumMod val="75000"/>
                  </a:schemeClr>
                </a:solidFill>
              </a:rPr>
              <a:t>Document Relationships</a:t>
            </a:r>
          </a:p>
        </p:txBody>
      </p:sp>
      <p:sp>
        <p:nvSpPr>
          <p:cNvPr id="3" name="Content Placeholder 2">
            <a:extLst>
              <a:ext uri="{FF2B5EF4-FFF2-40B4-BE49-F238E27FC236}">
                <a16:creationId xmlns:a16="http://schemas.microsoft.com/office/drawing/2014/main" id="{C1F459B2-AF0B-A44B-E182-6B111FE67A0A}"/>
              </a:ext>
            </a:extLst>
          </p:cNvPr>
          <p:cNvSpPr>
            <a:spLocks noGrp="1"/>
          </p:cNvSpPr>
          <p:nvPr>
            <p:ph idx="1"/>
          </p:nvPr>
        </p:nvSpPr>
        <p:spPr>
          <a:xfrm>
            <a:off x="838199" y="1690688"/>
            <a:ext cx="10515600" cy="4486275"/>
          </a:xfrm>
        </p:spPr>
        <p:txBody>
          <a:bodyPr>
            <a:noAutofit/>
          </a:bodyPr>
          <a:lstStyle/>
          <a:p>
            <a:pPr marL="0" indent="0">
              <a:spcBef>
                <a:spcPts val="600"/>
              </a:spcBef>
              <a:spcAft>
                <a:spcPts val="1200"/>
              </a:spcAft>
              <a:buNone/>
            </a:pPr>
            <a:r>
              <a:rPr lang="en-US" sz="2100" dirty="0"/>
              <a:t>These are the documents related to the Message Broker integration:</a:t>
            </a:r>
          </a:p>
          <a:p>
            <a:pPr>
              <a:spcBef>
                <a:spcPts val="600"/>
              </a:spcBef>
            </a:pPr>
            <a:r>
              <a:rPr lang="en-US" sz="2100" dirty="0">
                <a:hlinkClick r:id="rId2"/>
              </a:rPr>
              <a:t>draft-</a:t>
            </a:r>
            <a:r>
              <a:rPr lang="en-US" sz="2100" dirty="0" err="1">
                <a:hlinkClick r:id="rId2"/>
              </a:rPr>
              <a:t>ietf</a:t>
            </a:r>
            <a:r>
              <a:rPr lang="en-US" sz="2100" dirty="0">
                <a:hlinkClick r:id="rId2"/>
              </a:rPr>
              <a:t>-</a:t>
            </a:r>
            <a:r>
              <a:rPr lang="en-US" sz="2100" dirty="0" err="1">
                <a:hlinkClick r:id="rId2"/>
              </a:rPr>
              <a:t>nmop</a:t>
            </a:r>
            <a:r>
              <a:rPr lang="en-US" sz="2100" dirty="0">
                <a:hlinkClick r:id="rId2"/>
              </a:rPr>
              <a:t>-yang-message-broker-integration</a:t>
            </a:r>
            <a:r>
              <a:rPr lang="en-US" sz="2100" dirty="0"/>
              <a:t> defines the YANG-Push to message broker integration architecture.</a:t>
            </a:r>
          </a:p>
          <a:p>
            <a:pPr>
              <a:spcBef>
                <a:spcPts val="0"/>
              </a:spcBef>
            </a:pPr>
            <a:r>
              <a:rPr lang="en-US" sz="2100" dirty="0">
                <a:hlinkClick r:id="rId3"/>
              </a:rPr>
              <a:t>draft-</a:t>
            </a:r>
            <a:r>
              <a:rPr lang="en-US" sz="2100" dirty="0" err="1">
                <a:hlinkClick r:id="rId3"/>
              </a:rPr>
              <a:t>ietf</a:t>
            </a:r>
            <a:r>
              <a:rPr lang="en-US" sz="2100" dirty="0">
                <a:hlinkClick r:id="rId3"/>
              </a:rPr>
              <a:t>-</a:t>
            </a:r>
            <a:r>
              <a:rPr lang="en-US" sz="2100" dirty="0" err="1">
                <a:hlinkClick r:id="rId3"/>
              </a:rPr>
              <a:t>nmop</a:t>
            </a:r>
            <a:r>
              <a:rPr lang="en-US" sz="2100" dirty="0">
                <a:hlinkClick r:id="rId3"/>
              </a:rPr>
              <a:t>-message-broker-telemetry-message</a:t>
            </a:r>
            <a:r>
              <a:rPr lang="en-US" sz="2100" dirty="0"/>
              <a:t> defines the message schema being used between YANG data producer and consumer.</a:t>
            </a:r>
          </a:p>
          <a:p>
            <a:pPr>
              <a:spcBef>
                <a:spcPts val="0"/>
              </a:spcBef>
            </a:pPr>
            <a:r>
              <a:rPr lang="en-US" sz="2100" b="1" dirty="0">
                <a:solidFill>
                  <a:srgbClr val="FF0000"/>
                </a:solidFill>
                <a:highlight>
                  <a:srgbClr val="FFFF00"/>
                </a:highlight>
              </a:rPr>
              <a:t>Adopted: </a:t>
            </a:r>
            <a:r>
              <a:rPr lang="en-US" sz="2100" dirty="0">
                <a:highlight>
                  <a:srgbClr val="FFFF00"/>
                </a:highlight>
                <a:hlinkClick r:id="rId4"/>
              </a:rPr>
              <a:t>draft-</a:t>
            </a:r>
            <a:r>
              <a:rPr lang="en-US" sz="2100" dirty="0" err="1">
                <a:highlight>
                  <a:srgbClr val="FFFF00"/>
                </a:highlight>
                <a:hlinkClick r:id="rId4"/>
              </a:rPr>
              <a:t>ietf</a:t>
            </a:r>
            <a:r>
              <a:rPr lang="en-US" sz="2100" dirty="0">
                <a:highlight>
                  <a:srgbClr val="FFFF00"/>
                </a:highlight>
                <a:hlinkClick r:id="rId4"/>
              </a:rPr>
              <a:t>-</a:t>
            </a:r>
            <a:r>
              <a:rPr lang="en-US" sz="2100" dirty="0" err="1">
                <a:highlight>
                  <a:srgbClr val="FFFF00"/>
                </a:highlight>
                <a:hlinkClick r:id="rId4"/>
              </a:rPr>
              <a:t>nmop</a:t>
            </a:r>
            <a:r>
              <a:rPr lang="en-US" sz="2100" dirty="0">
                <a:highlight>
                  <a:srgbClr val="FFFF00"/>
                </a:highlight>
                <a:hlinkClick r:id="rId4"/>
              </a:rPr>
              <a:t>-yang-message-broker-message-key</a:t>
            </a:r>
            <a:r>
              <a:rPr lang="en-US" sz="2100" dirty="0">
                <a:highlight>
                  <a:srgbClr val="FFFF00"/>
                </a:highlight>
              </a:rPr>
              <a:t> defines how YANG-Push metrics can be indexed and addressed efficiently and therefore reduce the number of consumed messages and reduce the number of stored metrics with topic compaction.</a:t>
            </a:r>
          </a:p>
          <a:p>
            <a:pPr>
              <a:spcBef>
                <a:spcPts val="0"/>
              </a:spcBef>
            </a:pPr>
            <a:r>
              <a:rPr lang="en-US" sz="2100" b="1" dirty="0">
                <a:solidFill>
                  <a:srgbClr val="FF0000"/>
                </a:solidFill>
              </a:rPr>
              <a:t>New: </a:t>
            </a:r>
            <a:r>
              <a:rPr lang="en-US" sz="2100" dirty="0">
                <a:hlinkClick r:id="rId5"/>
              </a:rPr>
              <a:t>draft-</a:t>
            </a:r>
            <a:r>
              <a:rPr lang="en-US" sz="2100" dirty="0" err="1">
                <a:hlinkClick r:id="rId5"/>
              </a:rPr>
              <a:t>netana</a:t>
            </a:r>
            <a:r>
              <a:rPr lang="en-US" sz="2100" dirty="0">
                <a:hlinkClick r:id="rId5"/>
              </a:rPr>
              <a:t>-</a:t>
            </a:r>
            <a:r>
              <a:rPr lang="en-US" sz="2100" dirty="0" err="1">
                <a:hlinkClick r:id="rId5"/>
              </a:rPr>
              <a:t>nmop</a:t>
            </a:r>
            <a:r>
              <a:rPr lang="en-US" sz="2100" dirty="0">
                <a:hlinkClick r:id="rId5"/>
              </a:rPr>
              <a:t>-message-broker-bmp-telemetry-msg</a:t>
            </a:r>
            <a:r>
              <a:rPr lang="en-US" sz="2100" dirty="0"/>
              <a:t> defines the message schema extensions for BMP transformation and how message keys and topic names are derived.</a:t>
            </a:r>
          </a:p>
          <a:p>
            <a:pPr marL="0" indent="0">
              <a:spcBef>
                <a:spcPts val="1200"/>
              </a:spcBef>
              <a:buNone/>
            </a:pPr>
            <a:r>
              <a:rPr lang="en-US" sz="2100" dirty="0"/>
              <a:t>At the IETF 124 NMOP session we introduced the working group to the differences between topics, partitions, subjects, segments, messages and message keys and how the apply to topic naming and compaction and how YANG-Push capabilities and YANG catalogs facilitate YANG metrics subscription in the network and data mesh.</a:t>
            </a:r>
          </a:p>
        </p:txBody>
      </p:sp>
      <p:sp>
        <p:nvSpPr>
          <p:cNvPr id="6" name="Slide Number Placeholder 1">
            <a:extLst>
              <a:ext uri="{FF2B5EF4-FFF2-40B4-BE49-F238E27FC236}">
                <a16:creationId xmlns:a16="http://schemas.microsoft.com/office/drawing/2014/main" id="{26AA2D5F-D741-6D6F-EF24-BE22738048DF}"/>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3</a:t>
            </a:fld>
            <a:endParaRPr lang="en-US" sz="1400" dirty="0"/>
          </a:p>
        </p:txBody>
      </p:sp>
    </p:spTree>
    <p:extLst>
      <p:ext uri="{BB962C8B-B14F-4D97-AF65-F5344CB8AC3E}">
        <p14:creationId xmlns:p14="http://schemas.microsoft.com/office/powerpoint/2010/main" val="3686017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6891B-662A-4F2C-DF54-E78083D99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96293-090C-9776-9593-882BE2834B00}"/>
              </a:ext>
            </a:extLst>
          </p:cNvPr>
          <p:cNvSpPr>
            <a:spLocks noGrp="1"/>
          </p:cNvSpPr>
          <p:nvPr>
            <p:ph type="title"/>
          </p:nvPr>
        </p:nvSpPr>
        <p:spPr/>
        <p:txBody>
          <a:bodyPr>
            <a:normAutofit/>
          </a:bodyPr>
          <a:lstStyle/>
          <a:p>
            <a:r>
              <a:rPr lang="en-US" sz="2800" b="1" dirty="0"/>
              <a:t>Covering the following Use Cases</a:t>
            </a:r>
            <a:br>
              <a:rPr lang="en-US" sz="3600" dirty="0"/>
            </a:br>
            <a:r>
              <a:rPr lang="en-US" sz="2700" dirty="0">
                <a:solidFill>
                  <a:schemeClr val="bg2">
                    <a:lumMod val="75000"/>
                  </a:schemeClr>
                </a:solidFill>
              </a:rPr>
              <a:t>From network engineer to network controller to network management</a:t>
            </a:r>
          </a:p>
        </p:txBody>
      </p:sp>
      <p:sp>
        <p:nvSpPr>
          <p:cNvPr id="3" name="Content Placeholder 2">
            <a:extLst>
              <a:ext uri="{FF2B5EF4-FFF2-40B4-BE49-F238E27FC236}">
                <a16:creationId xmlns:a16="http://schemas.microsoft.com/office/drawing/2014/main" id="{BF3239C7-8F4E-0634-8F9F-D16A95D3AAE8}"/>
              </a:ext>
            </a:extLst>
          </p:cNvPr>
          <p:cNvSpPr>
            <a:spLocks noGrp="1"/>
          </p:cNvSpPr>
          <p:nvPr>
            <p:ph idx="1"/>
          </p:nvPr>
        </p:nvSpPr>
        <p:spPr>
          <a:xfrm>
            <a:off x="838199" y="1690688"/>
            <a:ext cx="10515600" cy="4486275"/>
          </a:xfrm>
        </p:spPr>
        <p:txBody>
          <a:bodyPr>
            <a:noAutofit/>
          </a:bodyPr>
          <a:lstStyle/>
          <a:p>
            <a:pPr marL="0" indent="0">
              <a:spcBef>
                <a:spcPts val="600"/>
              </a:spcBef>
              <a:spcAft>
                <a:spcPts val="600"/>
              </a:spcAft>
              <a:buNone/>
            </a:pPr>
            <a:r>
              <a:rPr lang="en-US" sz="2100" b="1" dirty="0">
                <a:solidFill>
                  <a:srgbClr val="FF0000"/>
                </a:solidFill>
              </a:rPr>
              <a:t>A network engineer </a:t>
            </a:r>
            <a:r>
              <a:rPr lang="en-US" sz="2100" dirty="0"/>
              <a:t>performs a SQL query on a set of message broker topics to obtain the current state and statistics of a given network dimension to verify a maintenance window or perform troubleshooting instead of logging into each network node to perform a show command.</a:t>
            </a:r>
          </a:p>
          <a:p>
            <a:pPr marL="0" indent="0">
              <a:spcBef>
                <a:spcPts val="600"/>
              </a:spcBef>
              <a:spcAft>
                <a:spcPts val="600"/>
              </a:spcAft>
              <a:buNone/>
            </a:pPr>
            <a:r>
              <a:rPr lang="en-US" sz="2100" b="1" dirty="0">
                <a:solidFill>
                  <a:srgbClr val="FF0000"/>
                </a:solidFill>
              </a:rPr>
              <a:t>A network controller </a:t>
            </a:r>
            <a:r>
              <a:rPr lang="en-US" sz="2100" dirty="0"/>
              <a:t>performs a SQL query on a set of message broker topics to obtain the current state and statistics of a given network dimension to verify before and after the SRv6 traffic engineering configuration change instead of obtaining the metrics from the network. See: </a:t>
            </a:r>
            <a:r>
              <a:rPr lang="en-US" sz="2100" dirty="0">
                <a:hlinkClick r:id="rId2"/>
              </a:rPr>
              <a:t>Section 3.8 of draft-</a:t>
            </a:r>
            <a:r>
              <a:rPr lang="en-US" sz="2100" dirty="0" err="1">
                <a:hlinkClick r:id="rId2"/>
              </a:rPr>
              <a:t>ietf</a:t>
            </a:r>
            <a:r>
              <a:rPr lang="en-US" sz="2100" dirty="0">
                <a:hlinkClick r:id="rId2"/>
              </a:rPr>
              <a:t>-</a:t>
            </a:r>
            <a:r>
              <a:rPr lang="en-US" sz="2100" dirty="0" err="1">
                <a:hlinkClick r:id="rId2"/>
              </a:rPr>
              <a:t>nmop</a:t>
            </a:r>
            <a:r>
              <a:rPr lang="en-US" sz="2100" dirty="0">
                <a:hlinkClick r:id="rId2"/>
              </a:rPr>
              <a:t>-</a:t>
            </a:r>
            <a:r>
              <a:rPr lang="en-US" sz="2100" dirty="0" err="1">
                <a:hlinkClick r:id="rId2"/>
              </a:rPr>
              <a:t>simap</a:t>
            </a:r>
            <a:r>
              <a:rPr lang="en-US" sz="2100" dirty="0">
                <a:hlinkClick r:id="rId2"/>
              </a:rPr>
              <a:t>-concept</a:t>
            </a:r>
            <a:r>
              <a:rPr lang="en-US" sz="2100" dirty="0"/>
              <a:t>.</a:t>
            </a:r>
          </a:p>
          <a:p>
            <a:pPr marL="0" indent="0">
              <a:spcBef>
                <a:spcPts val="600"/>
              </a:spcBef>
              <a:spcAft>
                <a:spcPts val="600"/>
              </a:spcAft>
              <a:buNone/>
            </a:pPr>
            <a:r>
              <a:rPr lang="en-US" sz="2100" b="1" dirty="0">
                <a:solidFill>
                  <a:srgbClr val="FF0000"/>
                </a:solidFill>
              </a:rPr>
              <a:t>A network management or network anomaly detection system </a:t>
            </a:r>
          </a:p>
          <a:p>
            <a:pPr>
              <a:spcBef>
                <a:spcPts val="600"/>
              </a:spcBef>
              <a:spcAft>
                <a:spcPts val="600"/>
              </a:spcAft>
            </a:pPr>
            <a:r>
              <a:rPr lang="en-US" sz="2100" dirty="0"/>
              <a:t>Obtains the current YANG management plane state metrics from project.enviroment.states.yang.* for building a network inventory model and its state See: </a:t>
            </a:r>
            <a:r>
              <a:rPr lang="en-US" sz="2100" dirty="0">
                <a:hlinkClick r:id="rId3"/>
              </a:rPr>
              <a:t>Section 3.2 from draft-</a:t>
            </a:r>
            <a:r>
              <a:rPr lang="en-US" sz="2100" dirty="0" err="1">
                <a:hlinkClick r:id="rId3"/>
              </a:rPr>
              <a:t>ietf</a:t>
            </a:r>
            <a:r>
              <a:rPr lang="en-US" sz="2100" dirty="0">
                <a:hlinkClick r:id="rId3"/>
              </a:rPr>
              <a:t>-</a:t>
            </a:r>
            <a:r>
              <a:rPr lang="en-US" sz="2100" dirty="0" err="1">
                <a:hlinkClick r:id="rId3"/>
              </a:rPr>
              <a:t>nmop</a:t>
            </a:r>
            <a:r>
              <a:rPr lang="en-US" sz="2100" dirty="0">
                <a:hlinkClick r:id="rId3"/>
              </a:rPr>
              <a:t>-</a:t>
            </a:r>
            <a:r>
              <a:rPr lang="en-US" sz="2100" dirty="0" err="1">
                <a:hlinkClick r:id="rId3"/>
              </a:rPr>
              <a:t>simap</a:t>
            </a:r>
            <a:r>
              <a:rPr lang="en-US" sz="2100" dirty="0">
                <a:hlinkClick r:id="rId3"/>
              </a:rPr>
              <a:t>-concept</a:t>
            </a:r>
            <a:r>
              <a:rPr lang="en-US" sz="2100" dirty="0"/>
              <a:t>. </a:t>
            </a:r>
          </a:p>
          <a:p>
            <a:pPr>
              <a:spcBef>
                <a:spcPts val="600"/>
              </a:spcBef>
              <a:spcAft>
                <a:spcPts val="600"/>
              </a:spcAft>
            </a:pPr>
            <a:r>
              <a:rPr lang="en-US" sz="2100" dirty="0"/>
              <a:t>From project.enviroment.statistis.yang.* it obtains statistics and maps them to the previously obtained network inventory model. </a:t>
            </a:r>
          </a:p>
          <a:p>
            <a:pPr marL="0" indent="0">
              <a:spcBef>
                <a:spcPts val="600"/>
              </a:spcBef>
              <a:spcAft>
                <a:spcPts val="600"/>
              </a:spcAft>
              <a:buNone/>
            </a:pPr>
            <a:endParaRPr lang="en-US" sz="2100" dirty="0"/>
          </a:p>
        </p:txBody>
      </p:sp>
      <p:sp>
        <p:nvSpPr>
          <p:cNvPr id="6" name="Slide Number Placeholder 1">
            <a:extLst>
              <a:ext uri="{FF2B5EF4-FFF2-40B4-BE49-F238E27FC236}">
                <a16:creationId xmlns:a16="http://schemas.microsoft.com/office/drawing/2014/main" id="{9440010B-7A13-162E-DA83-39AB61390BE4}"/>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4</a:t>
            </a:fld>
            <a:endParaRPr lang="en-US" sz="1400" dirty="0"/>
          </a:p>
        </p:txBody>
      </p:sp>
    </p:spTree>
    <p:extLst>
      <p:ext uri="{BB962C8B-B14F-4D97-AF65-F5344CB8AC3E}">
        <p14:creationId xmlns:p14="http://schemas.microsoft.com/office/powerpoint/2010/main" val="2204044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30A70-FC9F-6E89-ADE8-150C7C6DA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520E1-A4E0-F3CA-29AD-D2D9ADADBEF0}"/>
              </a:ext>
            </a:extLst>
          </p:cNvPr>
          <p:cNvSpPr>
            <a:spLocks noGrp="1"/>
          </p:cNvSpPr>
          <p:nvPr>
            <p:ph type="title"/>
          </p:nvPr>
        </p:nvSpPr>
        <p:spPr/>
        <p:txBody>
          <a:bodyPr>
            <a:normAutofit/>
          </a:bodyPr>
          <a:lstStyle/>
          <a:p>
            <a:r>
              <a:rPr lang="en-US" sz="2800" b="1" dirty="0"/>
              <a:t>Status and Next Steps</a:t>
            </a:r>
            <a:br>
              <a:rPr lang="en-US" sz="3600" dirty="0"/>
            </a:br>
            <a:r>
              <a:rPr lang="en-US" sz="2700" dirty="0">
                <a:solidFill>
                  <a:schemeClr val="bg2">
                    <a:lumMod val="75000"/>
                  </a:schemeClr>
                </a:solidFill>
              </a:rPr>
              <a:t>Working Group Adoption Feedback, Proof of Concept, Implementation</a:t>
            </a:r>
          </a:p>
        </p:txBody>
      </p:sp>
      <p:sp>
        <p:nvSpPr>
          <p:cNvPr id="3" name="Content Placeholder 2">
            <a:extLst>
              <a:ext uri="{FF2B5EF4-FFF2-40B4-BE49-F238E27FC236}">
                <a16:creationId xmlns:a16="http://schemas.microsoft.com/office/drawing/2014/main" id="{3EA36F6F-A76C-ACD7-BA9E-6565DCCE91FE}"/>
              </a:ext>
            </a:extLst>
          </p:cNvPr>
          <p:cNvSpPr>
            <a:spLocks noGrp="1"/>
          </p:cNvSpPr>
          <p:nvPr>
            <p:ph idx="1"/>
          </p:nvPr>
        </p:nvSpPr>
        <p:spPr>
          <a:xfrm>
            <a:off x="838199" y="1690688"/>
            <a:ext cx="8748254" cy="4486275"/>
          </a:xfrm>
        </p:spPr>
        <p:txBody>
          <a:bodyPr>
            <a:noAutofit/>
          </a:bodyPr>
          <a:lstStyle/>
          <a:p>
            <a:pPr marL="0" indent="0">
              <a:spcBef>
                <a:spcPts val="600"/>
              </a:spcBef>
              <a:buNone/>
            </a:pPr>
            <a:r>
              <a:rPr lang="en-US" sz="1800" b="1" dirty="0">
                <a:solidFill>
                  <a:srgbClr val="FF0000"/>
                </a:solidFill>
              </a:rPr>
              <a:t>Working group adoption call concluded successfully. </a:t>
            </a:r>
            <a:r>
              <a:rPr lang="en-US" sz="1800" dirty="0"/>
              <a:t>Many thanks for the support on the mailing list and especially to Olga Havel, Rob Wilton and Michael Mackey for their reviews.</a:t>
            </a:r>
          </a:p>
          <a:p>
            <a:pPr marL="0" indent="0">
              <a:spcBef>
                <a:spcPts val="600"/>
              </a:spcBef>
              <a:buNone/>
            </a:pPr>
            <a:r>
              <a:rPr lang="en-US" sz="1800" dirty="0"/>
              <a:t>We started to address the reviews as following:</a:t>
            </a:r>
          </a:p>
          <a:p>
            <a:pPr lvl="1">
              <a:spcBef>
                <a:spcPts val="600"/>
              </a:spcBef>
            </a:pPr>
            <a:r>
              <a:rPr lang="en-US" sz="1800" dirty="0"/>
              <a:t>Added YANG Schema ID, YANG Schema Registry, YANG Data Consumer and YANG data node as terms. </a:t>
            </a:r>
          </a:p>
          <a:p>
            <a:pPr lvl="1">
              <a:spcBef>
                <a:spcPts val="600"/>
              </a:spcBef>
            </a:pPr>
            <a:r>
              <a:rPr lang="en-US" sz="1800" dirty="0"/>
              <a:t>Removed the </a:t>
            </a:r>
            <a:r>
              <a:rPr lang="en-US" sz="1800" dirty="0">
                <a:hlinkClick r:id="rId2"/>
              </a:rPr>
              <a:t>RFC 9254 </a:t>
            </a:r>
            <a:r>
              <a:rPr lang="en-US" sz="1800" dirty="0"/>
              <a:t>dependency on YANG schema identifiers</a:t>
            </a:r>
          </a:p>
          <a:p>
            <a:pPr lvl="1">
              <a:spcBef>
                <a:spcPts val="600"/>
              </a:spcBef>
            </a:pPr>
            <a:r>
              <a:rPr lang="en-US" sz="1800" dirty="0"/>
              <a:t>Removed the definition of YANG index and the requirement that the YANG module name or prefix needs to be used for generating the message key since the topic addressing already takes care of global uniqueness.</a:t>
            </a:r>
          </a:p>
          <a:p>
            <a:pPr lvl="1">
              <a:spcBef>
                <a:spcPts val="600"/>
              </a:spcBef>
            </a:pPr>
            <a:r>
              <a:rPr lang="en-US" sz="1800" dirty="0"/>
              <a:t>The "absolute-schema-</a:t>
            </a:r>
            <a:r>
              <a:rPr lang="en-US" sz="1800" dirty="0" err="1"/>
              <a:t>nodeid</a:t>
            </a:r>
            <a:r>
              <a:rPr lang="en-US" sz="1800" dirty="0"/>
              <a:t>" </a:t>
            </a:r>
            <a:r>
              <a:rPr lang="en-US" sz="1800" dirty="0">
                <a:hlinkClick r:id="rId3"/>
              </a:rPr>
              <a:t>Section 6.5 of RFC 7950 </a:t>
            </a:r>
            <a:r>
              <a:rPr lang="en-US" sz="1800" dirty="0"/>
              <a:t>with the</a:t>
            </a:r>
            <a:br>
              <a:rPr lang="en-US" sz="1800" dirty="0"/>
            </a:br>
            <a:r>
              <a:rPr lang="en-US" sz="1800" dirty="0"/>
              <a:t>hostname and the name of the datastore is therefore enough.</a:t>
            </a:r>
          </a:p>
          <a:p>
            <a:pPr lvl="1">
              <a:spcBef>
                <a:spcPts val="600"/>
              </a:spcBef>
            </a:pPr>
            <a:r>
              <a:rPr lang="en-US" sz="1800" b="1" dirty="0">
                <a:solidFill>
                  <a:srgbClr val="FF0000"/>
                </a:solidFill>
              </a:rPr>
              <a:t>Changed from module name to prefix for the topic name </a:t>
            </a:r>
            <a:r>
              <a:rPr lang="en-US" sz="1800" dirty="0"/>
              <a:t>to reduce the length of the topic name. We believe that the content of the topic should be deducted from the subject, the semantics of the YANG schema. </a:t>
            </a:r>
            <a:r>
              <a:rPr lang="en-US" sz="1800" b="1" dirty="0">
                <a:solidFill>
                  <a:srgbClr val="FF0000"/>
                </a:solidFill>
              </a:rPr>
              <a:t>What is the opinion from the working group?</a:t>
            </a:r>
          </a:p>
          <a:p>
            <a:pPr marL="0" indent="0">
              <a:spcBef>
                <a:spcPts val="600"/>
              </a:spcBef>
              <a:buNone/>
            </a:pPr>
            <a:r>
              <a:rPr lang="en-US" sz="1800" dirty="0"/>
              <a:t>Maxence Younsi volunteered to implement a message key and topic name proof of concept at IETF 125 hackathon. Many thanks! See next presentation.</a:t>
            </a:r>
          </a:p>
        </p:txBody>
      </p:sp>
      <p:sp>
        <p:nvSpPr>
          <p:cNvPr id="6" name="Slide Number Placeholder 1">
            <a:extLst>
              <a:ext uri="{FF2B5EF4-FFF2-40B4-BE49-F238E27FC236}">
                <a16:creationId xmlns:a16="http://schemas.microsoft.com/office/drawing/2014/main" id="{B9866352-2EDF-D4FC-27E7-72035010FE1B}"/>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5</a:t>
            </a:fld>
            <a:endParaRPr lang="en-US" sz="1400" dirty="0"/>
          </a:p>
        </p:txBody>
      </p:sp>
      <p:sp>
        <p:nvSpPr>
          <p:cNvPr id="4" name="Subtitle 4">
            <a:extLst>
              <a:ext uri="{FF2B5EF4-FFF2-40B4-BE49-F238E27FC236}">
                <a16:creationId xmlns:a16="http://schemas.microsoft.com/office/drawing/2014/main" id="{59CFE947-4A29-3EDA-9CF4-2F6E346A50BB}"/>
              </a:ext>
            </a:extLst>
          </p:cNvPr>
          <p:cNvSpPr txBox="1">
            <a:spLocks/>
          </p:cNvSpPr>
          <p:nvPr/>
        </p:nvSpPr>
        <p:spPr>
          <a:xfrm>
            <a:off x="838200" y="5041232"/>
            <a:ext cx="11163943" cy="132040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en-US" sz="1400" b="1" dirty="0"/>
              <a:t>thomas.graf@swisscom.com</a:t>
            </a:r>
            <a:br>
              <a:rPr lang="en-US" sz="1400" b="1" dirty="0"/>
            </a:br>
            <a:r>
              <a:rPr lang="en-US" sz="1400" dirty="0"/>
              <a:t>ahmed.elhassany@swisscom.com</a:t>
            </a:r>
          </a:p>
          <a:p>
            <a:pPr marL="0" indent="0" algn="r">
              <a:spcBef>
                <a:spcPts val="300"/>
              </a:spcBef>
              <a:buNone/>
              <a:defRPr sz="1782"/>
            </a:pPr>
            <a:r>
              <a:rPr lang="en-US" sz="1400" dirty="0"/>
              <a:t>alex.huang-feng@insa-lyon.fr</a:t>
            </a:r>
            <a:br>
              <a:rPr lang="en-US" sz="1400" dirty="0"/>
            </a:br>
            <a:r>
              <a:rPr lang="en-US" sz="1400" dirty="0"/>
              <a:t>benoit@everything-ops.net</a:t>
            </a:r>
          </a:p>
          <a:p>
            <a:pPr marL="0" indent="0" algn="r">
              <a:spcBef>
                <a:spcPts val="300"/>
              </a:spcBef>
              <a:buNone/>
              <a:defRPr sz="1782"/>
            </a:pPr>
            <a:r>
              <a:rPr lang="en-US" sz="1400" dirty="0"/>
              <a:t>paolo@ntt.net</a:t>
            </a:r>
            <a:br>
              <a:rPr lang="en-US" sz="1400" dirty="0"/>
            </a:br>
            <a:endParaRPr lang="en-US" sz="1400" dirty="0"/>
          </a:p>
          <a:p>
            <a:pPr marL="0" indent="0" algn="r">
              <a:spcBef>
                <a:spcPts val="300"/>
              </a:spcBef>
              <a:buNone/>
            </a:pPr>
            <a:r>
              <a:rPr lang="en-US" sz="1400" dirty="0"/>
              <a:t>14. March 2026</a:t>
            </a:r>
          </a:p>
          <a:p>
            <a:pPr marL="0" indent="0" algn="r">
              <a:buNone/>
            </a:pPr>
            <a:endParaRPr lang="en-US" sz="2200" dirty="0"/>
          </a:p>
        </p:txBody>
      </p:sp>
    </p:spTree>
    <p:extLst>
      <p:ext uri="{BB962C8B-B14F-4D97-AF65-F5344CB8AC3E}">
        <p14:creationId xmlns:p14="http://schemas.microsoft.com/office/powerpoint/2010/main" val="3305081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 name="Picture 109" descr="A cake with a message on it&#10;&#10;Description automatically generated with medium confidence">
            <a:extLst>
              <a:ext uri="{FF2B5EF4-FFF2-40B4-BE49-F238E27FC236}">
                <a16:creationId xmlns:a16="http://schemas.microsoft.com/office/drawing/2014/main" id="{BE29D9A2-AA39-4B1B-B366-9C43E70E331D}"/>
              </a:ext>
            </a:extLst>
          </p:cNvPr>
          <p:cNvPicPr>
            <a:picLocks noChangeAspect="1"/>
          </p:cNvPicPr>
          <p:nvPr/>
        </p:nvPicPr>
        <p:blipFill rotWithShape="1">
          <a:blip r:embed="rId3">
            <a:extLst>
              <a:ext uri="{28A0092B-C50C-407E-A947-70E740481C1C}">
                <a14:useLocalDpi xmlns:a14="http://schemas.microsoft.com/office/drawing/2010/main" val="0"/>
              </a:ext>
            </a:extLst>
          </a:blip>
          <a:srcRect t="802" b="24198"/>
          <a:stretch/>
        </p:blipFill>
        <p:spPr>
          <a:xfrm>
            <a:off x="20" y="10"/>
            <a:ext cx="12191980" cy="6857990"/>
          </a:xfrm>
          <a:prstGeom prst="rect">
            <a:avLst/>
          </a:prstGeom>
          <a:noFill/>
        </p:spPr>
      </p:pic>
      <p:sp>
        <p:nvSpPr>
          <p:cNvPr id="3" name="Slide Number Placeholder 2" hidden="1">
            <a:extLst>
              <a:ext uri="{FF2B5EF4-FFF2-40B4-BE49-F238E27FC236}">
                <a16:creationId xmlns:a16="http://schemas.microsoft.com/office/drawing/2014/main" id="{9690665C-8566-4537-9D7A-7F19909CBCF1}"/>
              </a:ext>
            </a:extLst>
          </p:cNvPr>
          <p:cNvSpPr>
            <a:spLocks noGrp="1"/>
          </p:cNvSpPr>
          <p:nvPr>
            <p:ph type="sldNum" sz="quarter" idx="4294967295"/>
          </p:nvPr>
        </p:nvSpPr>
        <p:spPr bwMode="gray">
          <a:xfrm flipH="1">
            <a:off x="191344" y="6093336"/>
            <a:ext cx="432048" cy="360000"/>
          </a:xfrm>
        </p:spPr>
        <p:txBody>
          <a:bodyPr/>
          <a:lstStyle/>
          <a:p>
            <a:pPr>
              <a:spcAft>
                <a:spcPts val="600"/>
              </a:spcAft>
            </a:pPr>
            <a:fld id="{8FF9B0DE-3FEB-4AA0-B465-B80EF7C1333D}" type="slidenum">
              <a:rPr lang="de-CH" smtClean="0"/>
              <a:pPr>
                <a:spcAft>
                  <a:spcPts val="600"/>
                </a:spcAft>
              </a:pPr>
              <a:t>6</a:t>
            </a:fld>
            <a:endParaRPr lang="de-CH"/>
          </a:p>
        </p:txBody>
      </p:sp>
    </p:spTree>
    <p:extLst>
      <p:ext uri="{BB962C8B-B14F-4D97-AF65-F5344CB8AC3E}">
        <p14:creationId xmlns:p14="http://schemas.microsoft.com/office/powerpoint/2010/main" val="6707725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e1fccfb-80ca-4fe1-a574-1516544edb53}" enabled="1" method="Standard" siteId="{364e5b87-c1c7-420d-9bee-c35d19b557a1}" removed="0"/>
</clbl:labelList>
</file>

<file path=docProps/app.xml><?xml version="1.0" encoding="utf-8"?>
<Properties xmlns="http://schemas.openxmlformats.org/officeDocument/2006/extended-properties" xmlns:vt="http://schemas.openxmlformats.org/officeDocument/2006/docPropsVTypes">
  <Template/>
  <TotalTime>0</TotalTime>
  <Words>817</Words>
  <Application>Microsoft Office PowerPoint</Application>
  <PresentationFormat>Widescreen</PresentationFormat>
  <Paragraphs>45</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PowerPoint Presentation</vt:lpstr>
      <vt:lpstr>We aim for a fully YANG aware Data Pipeline From network nodes to message broker nodes</vt:lpstr>
      <vt:lpstr>Message Broker Integration Document Relationships</vt:lpstr>
      <vt:lpstr>Covering the following Use Cases From network engineer to network controller to network management</vt:lpstr>
      <vt:lpstr>Status and Next Steps Working Group Adoption Feedback, Proof of Concept, Implementation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Präsentation</dc:title>
  <dc:creator>Graf Thomas, INI-ONE-WSN-DCF</dc:creator>
  <cp:lastModifiedBy>Graf Thomas, SCS-INI-NET-VNC-E2E</cp:lastModifiedBy>
  <cp:revision>266</cp:revision>
  <dcterms:created xsi:type="dcterms:W3CDTF">2019-11-29T14:22:02Z</dcterms:created>
  <dcterms:modified xsi:type="dcterms:W3CDTF">2026-03-14T09:27:59Z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e1fccfb-80ca-4fe1-a574-1516544edb53_Enabled">
    <vt:lpwstr>true</vt:lpwstr>
  </property>
  <property fmtid="{D5CDD505-2E9C-101B-9397-08002B2CF9AE}" pid="3" name="MSIP_Label_2e1fccfb-80ca-4fe1-a574-1516544edb53_SetDate">
    <vt:lpwstr>2023-03-20T10:46:29Z</vt:lpwstr>
  </property>
  <property fmtid="{D5CDD505-2E9C-101B-9397-08002B2CF9AE}" pid="4" name="MSIP_Label_2e1fccfb-80ca-4fe1-a574-1516544edb53_Method">
    <vt:lpwstr>Standard</vt:lpwstr>
  </property>
  <property fmtid="{D5CDD505-2E9C-101B-9397-08002B2CF9AE}" pid="5" name="MSIP_Label_2e1fccfb-80ca-4fe1-a574-1516544edb53_Name">
    <vt:lpwstr>C2 Internal</vt:lpwstr>
  </property>
  <property fmtid="{D5CDD505-2E9C-101B-9397-08002B2CF9AE}" pid="6" name="MSIP_Label_2e1fccfb-80ca-4fe1-a574-1516544edb53_SiteId">
    <vt:lpwstr>364e5b87-c1c7-420d-9bee-c35d19b557a1</vt:lpwstr>
  </property>
  <property fmtid="{D5CDD505-2E9C-101B-9397-08002B2CF9AE}" pid="7" name="MSIP_Label_2e1fccfb-80ca-4fe1-a574-1516544edb53_ActionId">
    <vt:lpwstr>f20e7325-fc30-45a7-a02f-991797c0d813</vt:lpwstr>
  </property>
  <property fmtid="{D5CDD505-2E9C-101B-9397-08002B2CF9AE}" pid="8" name="MSIP_Label_2e1fccfb-80ca-4fe1-a574-1516544edb53_ContentBits">
    <vt:lpwstr>0</vt:lpwstr>
  </property>
  <property fmtid="{D5CDD505-2E9C-101B-9397-08002B2CF9AE}" pid="9" name="Sensitivity">
    <vt:lpwstr>C2 General</vt:lpwstr>
  </property>
</Properties>
</file>