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1041" r:id="rId2"/>
    <p:sldId id="2145706243" r:id="rId3"/>
    <p:sldId id="2145706300" r:id="rId4"/>
    <p:sldId id="2145706307" r:id="rId5"/>
    <p:sldId id="2145706308" r:id="rId6"/>
    <p:sldId id="26422" r:id="rId7"/>
    <p:sldId id="2145706301" r:id="rId8"/>
    <p:sldId id="2145706280" r:id="rId9"/>
    <p:sldId id="2145706295" r:id="rId10"/>
    <p:sldId id="2145706296" r:id="rId11"/>
    <p:sldId id="2145706303" r:id="rId12"/>
    <p:sldId id="2145706302" r:id="rId13"/>
    <p:sldId id="2145706297" r:id="rId14"/>
    <p:sldId id="2145706298" r:id="rId15"/>
    <p:sldId id="2145706304" r:id="rId16"/>
    <p:sldId id="2145706306" r:id="rId17"/>
    <p:sldId id="2145706310" r:id="rId18"/>
    <p:sldId id="2145706309" r:id="rId19"/>
    <p:sldId id="2145706305" r:id="rId20"/>
    <p:sldId id="2145706220" r:id="rId21"/>
    <p:sldId id="2145706311" r:id="rId22"/>
    <p:sldId id="2145706312" r:id="rId23"/>
    <p:sldId id="2145706313" r:id="rId24"/>
    <p:sldId id="2145706314" r:id="rId25"/>
    <p:sldId id="2145706315" r:id="rId2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B30"/>
    <a:srgbClr val="ACAB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1EC261-B2B2-4787-B7E3-5E187C774CAB}" v="103" dt="2026-03-06T15:26:05.8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3" autoAdjust="0"/>
    <p:restoredTop sz="91695" autoAdjust="0"/>
  </p:normalViewPr>
  <p:slideViewPr>
    <p:cSldViewPr snapToGrid="0">
      <p:cViewPr varScale="1">
        <p:scale>
          <a:sx n="87" d="100"/>
          <a:sy n="87" d="100"/>
        </p:scale>
        <p:origin x="432" y="77"/>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INI-NET-VNC-E2E" userId="487bc3e3-9ce7-4cdd-b7b4-8899ea88d289" providerId="ADAL" clId="{23DAAAFE-1C75-48F9-94BE-1C45A7C23D09}"/>
    <pc:docChg chg="undo custSel addSld delSld modSld sldOrd">
      <pc:chgData name="Graf Thomas, INI-NET-VNC-E2E" userId="487bc3e3-9ce7-4cdd-b7b4-8899ea88d289" providerId="ADAL" clId="{23DAAAFE-1C75-48F9-94BE-1C45A7C23D09}" dt="2025-02-21T09:51:52.396" v="1422" actId="20577"/>
      <pc:docMkLst>
        <pc:docMk/>
      </pc:docMkLst>
      <pc:sldChg chg="del">
        <pc:chgData name="Graf Thomas, INI-NET-VNC-E2E" userId="487bc3e3-9ce7-4cdd-b7b4-8899ea88d289" providerId="ADAL" clId="{23DAAAFE-1C75-48F9-94BE-1C45A7C23D09}" dt="2025-02-13T13:09:40.878" v="1411" actId="47"/>
        <pc:sldMkLst>
          <pc:docMk/>
          <pc:sldMk cId="0" sldId="273"/>
        </pc:sldMkLst>
      </pc:sldChg>
      <pc:sldChg chg="modSp mod">
        <pc:chgData name="Graf Thomas, INI-NET-VNC-E2E" userId="487bc3e3-9ce7-4cdd-b7b4-8899ea88d289" providerId="ADAL" clId="{23DAAAFE-1C75-48F9-94BE-1C45A7C23D09}" dt="2025-02-21T09:51:03.272" v="1418" actId="20577"/>
        <pc:sldMkLst>
          <pc:docMk/>
          <pc:sldMk cId="3578665336" sldId="1041"/>
        </pc:sldMkLst>
      </pc:sldChg>
      <pc:sldChg chg="add ord">
        <pc:chgData name="Graf Thomas, INI-NET-VNC-E2E" userId="487bc3e3-9ce7-4cdd-b7b4-8899ea88d289" providerId="ADAL" clId="{23DAAAFE-1C75-48F9-94BE-1C45A7C23D09}" dt="2025-02-13T12:10:28.301" v="20"/>
        <pc:sldMkLst>
          <pc:docMk/>
          <pc:sldMk cId="1088069469" sldId="26422"/>
        </pc:sldMkLst>
      </pc:sldChg>
      <pc:sldChg chg="add">
        <pc:chgData name="Graf Thomas, INI-NET-VNC-E2E" userId="487bc3e3-9ce7-4cdd-b7b4-8899ea88d289" providerId="ADAL" clId="{23DAAAFE-1C75-48F9-94BE-1C45A7C23D09}" dt="2025-02-13T13:10:06.531" v="1412"/>
        <pc:sldMkLst>
          <pc:docMk/>
          <pc:sldMk cId="670772560" sldId="2145706220"/>
        </pc:sldMkLst>
      </pc:sldChg>
      <pc:sldChg chg="add del">
        <pc:chgData name="Graf Thomas, INI-NET-VNC-E2E" userId="487bc3e3-9ce7-4cdd-b7b4-8899ea88d289" providerId="ADAL" clId="{23DAAAFE-1C75-48F9-94BE-1C45A7C23D09}" dt="2025-02-13T12:22:14.010" v="69" actId="47"/>
        <pc:sldMkLst>
          <pc:docMk/>
          <pc:sldMk cId="3864283889" sldId="2145706236"/>
        </pc:sldMkLst>
      </pc:sldChg>
      <pc:sldChg chg="del">
        <pc:chgData name="Graf Thomas, INI-NET-VNC-E2E" userId="487bc3e3-9ce7-4cdd-b7b4-8899ea88d289" providerId="ADAL" clId="{23DAAAFE-1C75-48F9-94BE-1C45A7C23D09}" dt="2025-02-13T12:09:00.050" v="10" actId="47"/>
        <pc:sldMkLst>
          <pc:docMk/>
          <pc:sldMk cId="2617504443" sldId="2145706242"/>
        </pc:sldMkLst>
      </pc:sldChg>
      <pc:sldChg chg="modSp add mod ord">
        <pc:chgData name="Graf Thomas, INI-NET-VNC-E2E" userId="487bc3e3-9ce7-4cdd-b7b4-8899ea88d289" providerId="ADAL" clId="{23DAAAFE-1C75-48F9-94BE-1C45A7C23D09}" dt="2025-02-13T12:26:03.115" v="93" actId="20577"/>
        <pc:sldMkLst>
          <pc:docMk/>
          <pc:sldMk cId="2325717052" sldId="2145706246"/>
        </pc:sldMkLst>
      </pc:sldChg>
      <pc:sldChg chg="modSp mod ord">
        <pc:chgData name="Graf Thomas, INI-NET-VNC-E2E" userId="487bc3e3-9ce7-4cdd-b7b4-8899ea88d289" providerId="ADAL" clId="{23DAAAFE-1C75-48F9-94BE-1C45A7C23D09}" dt="2025-02-13T12:25:42.282" v="91" actId="13926"/>
        <pc:sldMkLst>
          <pc:docMk/>
          <pc:sldMk cId="2701002203" sldId="2145706256"/>
        </pc:sldMkLst>
      </pc:sldChg>
      <pc:sldChg chg="add ord">
        <pc:chgData name="Graf Thomas, INI-NET-VNC-E2E" userId="487bc3e3-9ce7-4cdd-b7b4-8899ea88d289" providerId="ADAL" clId="{23DAAAFE-1C75-48F9-94BE-1C45A7C23D09}" dt="2025-02-13T12:18:25.700" v="54"/>
        <pc:sldMkLst>
          <pc:docMk/>
          <pc:sldMk cId="3965782337" sldId="2145706257"/>
        </pc:sldMkLst>
      </pc:sldChg>
      <pc:sldChg chg="del">
        <pc:chgData name="Graf Thomas, INI-NET-VNC-E2E" userId="487bc3e3-9ce7-4cdd-b7b4-8899ea88d289" providerId="ADAL" clId="{23DAAAFE-1C75-48F9-94BE-1C45A7C23D09}" dt="2025-02-13T12:21:10.466" v="67" actId="47"/>
        <pc:sldMkLst>
          <pc:docMk/>
          <pc:sldMk cId="2684272815" sldId="2145706258"/>
        </pc:sldMkLst>
      </pc:sldChg>
      <pc:sldChg chg="modSp del mod">
        <pc:chgData name="Graf Thomas, INI-NET-VNC-E2E" userId="487bc3e3-9ce7-4cdd-b7b4-8899ea88d289" providerId="ADAL" clId="{23DAAAFE-1C75-48F9-94BE-1C45A7C23D09}" dt="2025-02-13T12:21:14.404" v="68" actId="47"/>
        <pc:sldMkLst>
          <pc:docMk/>
          <pc:sldMk cId="179949106" sldId="2145706259"/>
        </pc:sldMkLst>
      </pc:sldChg>
      <pc:sldChg chg="modSp add mod ord">
        <pc:chgData name="Graf Thomas, INI-NET-VNC-E2E" userId="487bc3e3-9ce7-4cdd-b7b4-8899ea88d289" providerId="ADAL" clId="{23DAAAFE-1C75-48F9-94BE-1C45A7C23D09}" dt="2025-02-13T12:35:26.707" v="220" actId="13926"/>
        <pc:sldMkLst>
          <pc:docMk/>
          <pc:sldMk cId="218410027" sldId="2145706260"/>
        </pc:sldMkLst>
      </pc:sldChg>
      <pc:sldChg chg="modSp mod">
        <pc:chgData name="Graf Thomas, INI-NET-VNC-E2E" userId="487bc3e3-9ce7-4cdd-b7b4-8899ea88d289" providerId="ADAL" clId="{23DAAAFE-1C75-48F9-94BE-1C45A7C23D09}" dt="2025-02-13T13:06:12.265" v="1265" actId="113"/>
        <pc:sldMkLst>
          <pc:docMk/>
          <pc:sldMk cId="461661054" sldId="2145706267"/>
        </pc:sldMkLst>
      </pc:sldChg>
      <pc:sldChg chg="add ord">
        <pc:chgData name="Graf Thomas, INI-NET-VNC-E2E" userId="487bc3e3-9ce7-4cdd-b7b4-8899ea88d289" providerId="ADAL" clId="{23DAAAFE-1C75-48F9-94BE-1C45A7C23D09}" dt="2025-02-13T12:18:08.286" v="50"/>
        <pc:sldMkLst>
          <pc:docMk/>
          <pc:sldMk cId="3562000331" sldId="2145706269"/>
        </pc:sldMkLst>
      </pc:sldChg>
      <pc:sldChg chg="add ord">
        <pc:chgData name="Graf Thomas, INI-NET-VNC-E2E" userId="487bc3e3-9ce7-4cdd-b7b4-8899ea88d289" providerId="ADAL" clId="{23DAAAFE-1C75-48F9-94BE-1C45A7C23D09}" dt="2025-02-13T12:18:52.283" v="58"/>
        <pc:sldMkLst>
          <pc:docMk/>
          <pc:sldMk cId="2855098073" sldId="2145706270"/>
        </pc:sldMkLst>
      </pc:sldChg>
      <pc:sldChg chg="del">
        <pc:chgData name="Graf Thomas, INI-NET-VNC-E2E" userId="487bc3e3-9ce7-4cdd-b7b4-8899ea88d289" providerId="ADAL" clId="{23DAAAFE-1C75-48F9-94BE-1C45A7C23D09}" dt="2025-02-13T12:08:57.381" v="9" actId="47"/>
        <pc:sldMkLst>
          <pc:docMk/>
          <pc:sldMk cId="2178954233" sldId="2145706271"/>
        </pc:sldMkLst>
      </pc:sldChg>
      <pc:sldChg chg="del">
        <pc:chgData name="Graf Thomas, INI-NET-VNC-E2E" userId="487bc3e3-9ce7-4cdd-b7b4-8899ea88d289" providerId="ADAL" clId="{23DAAAFE-1C75-48F9-94BE-1C45A7C23D09}" dt="2025-02-13T12:09:33.153" v="15" actId="47"/>
        <pc:sldMkLst>
          <pc:docMk/>
          <pc:sldMk cId="1170693214" sldId="2145706272"/>
        </pc:sldMkLst>
      </pc:sldChg>
      <pc:sldChg chg="modSp add mod">
        <pc:chgData name="Graf Thomas, INI-NET-VNC-E2E" userId="487bc3e3-9ce7-4cdd-b7b4-8899ea88d289" providerId="ADAL" clId="{23DAAAFE-1C75-48F9-94BE-1C45A7C23D09}" dt="2025-02-21T09:51:52.396" v="1422" actId="20577"/>
        <pc:sldMkLst>
          <pc:docMk/>
          <pc:sldMk cId="3524404663" sldId="2145706275"/>
        </pc:sldMkLst>
      </pc:sldChg>
      <pc:sldChg chg="modSp add del mod">
        <pc:chgData name="Graf Thomas, INI-NET-VNC-E2E" userId="487bc3e3-9ce7-4cdd-b7b4-8899ea88d289" providerId="ADAL" clId="{23DAAAFE-1C75-48F9-94BE-1C45A7C23D09}" dt="2025-02-13T13:08:56.206" v="1410" actId="47"/>
        <pc:sldMkLst>
          <pc:docMk/>
          <pc:sldMk cId="1674016052" sldId="2145706276"/>
        </pc:sldMkLst>
      </pc:sldChg>
      <pc:sldChg chg="del">
        <pc:chgData name="Graf Thomas, INI-NET-VNC-E2E" userId="487bc3e3-9ce7-4cdd-b7b4-8899ea88d289" providerId="ADAL" clId="{23DAAAFE-1C75-48F9-94BE-1C45A7C23D09}" dt="2025-02-13T12:09:04.367" v="11" actId="47"/>
        <pc:sldMkLst>
          <pc:docMk/>
          <pc:sldMk cId="2551479504" sldId="2145706277"/>
        </pc:sldMkLst>
      </pc:sldChg>
      <pc:sldChg chg="addSp delSp modSp add mod ord">
        <pc:chgData name="Graf Thomas, INI-NET-VNC-E2E" userId="487bc3e3-9ce7-4cdd-b7b4-8899ea88d289" providerId="ADAL" clId="{23DAAAFE-1C75-48F9-94BE-1C45A7C23D09}" dt="2025-02-13T12:13:18.334" v="32"/>
        <pc:sldMkLst>
          <pc:docMk/>
          <pc:sldMk cId="2764131050" sldId="2145706278"/>
        </pc:sldMkLst>
      </pc:sldChg>
      <pc:sldChg chg="add ord">
        <pc:chgData name="Graf Thomas, INI-NET-VNC-E2E" userId="487bc3e3-9ce7-4cdd-b7b4-8899ea88d289" providerId="ADAL" clId="{23DAAAFE-1C75-48F9-94BE-1C45A7C23D09}" dt="2025-02-13T12:10:16.750" v="18"/>
        <pc:sldMkLst>
          <pc:docMk/>
          <pc:sldMk cId="1315775908" sldId="2145706280"/>
        </pc:sldMkLst>
      </pc:sldChg>
      <pc:sldChg chg="add">
        <pc:chgData name="Graf Thomas, INI-NET-VNC-E2E" userId="487bc3e3-9ce7-4cdd-b7b4-8899ea88d289" providerId="ADAL" clId="{23DAAAFE-1C75-48F9-94BE-1C45A7C23D09}" dt="2025-02-13T12:03:35.452" v="2"/>
        <pc:sldMkLst>
          <pc:docMk/>
          <pc:sldMk cId="1875627337" sldId="2145706281"/>
        </pc:sldMkLst>
      </pc:sldChg>
      <pc:sldChg chg="modSp add mod ord">
        <pc:chgData name="Graf Thomas, INI-NET-VNC-E2E" userId="487bc3e3-9ce7-4cdd-b7b4-8899ea88d289" providerId="ADAL" clId="{23DAAAFE-1C75-48F9-94BE-1C45A7C23D09}" dt="2025-02-13T12:18:41.773" v="56"/>
        <pc:sldMkLst>
          <pc:docMk/>
          <pc:sldMk cId="3325836654" sldId="2145706282"/>
        </pc:sldMkLst>
      </pc:sldChg>
      <pc:sldChg chg="modSp add mod">
        <pc:chgData name="Graf Thomas, INI-NET-VNC-E2E" userId="487bc3e3-9ce7-4cdd-b7b4-8899ea88d289" providerId="ADAL" clId="{23DAAAFE-1C75-48F9-94BE-1C45A7C23D09}" dt="2025-02-13T12:28:00.132" v="143" actId="108"/>
        <pc:sldMkLst>
          <pc:docMk/>
          <pc:sldMk cId="1552717135" sldId="2145706283"/>
        </pc:sldMkLst>
      </pc:sldChg>
      <pc:sldChg chg="add del">
        <pc:chgData name="Graf Thomas, INI-NET-VNC-E2E" userId="487bc3e3-9ce7-4cdd-b7b4-8899ea88d289" providerId="ADAL" clId="{23DAAAFE-1C75-48F9-94BE-1C45A7C23D09}" dt="2025-02-13T12:22:45.492" v="70" actId="47"/>
        <pc:sldMkLst>
          <pc:docMk/>
          <pc:sldMk cId="1939643520" sldId="2145706287"/>
        </pc:sldMkLst>
      </pc:sldChg>
      <pc:sldChg chg="add del">
        <pc:chgData name="Graf Thomas, INI-NET-VNC-E2E" userId="487bc3e3-9ce7-4cdd-b7b4-8899ea88d289" providerId="ADAL" clId="{23DAAAFE-1C75-48F9-94BE-1C45A7C23D09}" dt="2025-02-13T12:23:05.178" v="71" actId="47"/>
        <pc:sldMkLst>
          <pc:docMk/>
          <pc:sldMk cId="1775271079" sldId="2145706290"/>
        </pc:sldMkLst>
      </pc:sldChg>
      <pc:sldChg chg="add del">
        <pc:chgData name="Graf Thomas, INI-NET-VNC-E2E" userId="487bc3e3-9ce7-4cdd-b7b4-8899ea88d289" providerId="ADAL" clId="{23DAAAFE-1C75-48F9-94BE-1C45A7C23D09}" dt="2025-02-13T12:23:05.178" v="71" actId="47"/>
        <pc:sldMkLst>
          <pc:docMk/>
          <pc:sldMk cId="1060752161" sldId="2145706291"/>
        </pc:sldMkLst>
      </pc:sldChg>
      <pc:sldChg chg="add del">
        <pc:chgData name="Graf Thomas, INI-NET-VNC-E2E" userId="487bc3e3-9ce7-4cdd-b7b4-8899ea88d289" providerId="ADAL" clId="{23DAAAFE-1C75-48F9-94BE-1C45A7C23D09}" dt="2025-02-13T12:23:05.178" v="71" actId="47"/>
        <pc:sldMkLst>
          <pc:docMk/>
          <pc:sldMk cId="2224309717" sldId="2145706292"/>
        </pc:sldMkLst>
      </pc:sldChg>
      <pc:sldChg chg="modSp add mod ord">
        <pc:chgData name="Graf Thomas, INI-NET-VNC-E2E" userId="487bc3e3-9ce7-4cdd-b7b4-8899ea88d289" providerId="ADAL" clId="{23DAAAFE-1C75-48F9-94BE-1C45A7C23D09}" dt="2025-02-13T12:24:48.450" v="87" actId="108"/>
        <pc:sldMkLst>
          <pc:docMk/>
          <pc:sldMk cId="1033377780" sldId="2145706293"/>
        </pc:sldMkLst>
      </pc:sldChg>
      <pc:sldChg chg="add del">
        <pc:chgData name="Graf Thomas, INI-NET-VNC-E2E" userId="487bc3e3-9ce7-4cdd-b7b4-8899ea88d289" providerId="ADAL" clId="{23DAAAFE-1C75-48F9-94BE-1C45A7C23D09}" dt="2025-02-13T12:09:35.316" v="16" actId="47"/>
        <pc:sldMkLst>
          <pc:docMk/>
          <pc:sldMk cId="2870000217" sldId="2145706294"/>
        </pc:sldMkLst>
      </pc:sldChg>
      <pc:sldChg chg="modSp add mod">
        <pc:chgData name="Graf Thomas, INI-NET-VNC-E2E" userId="487bc3e3-9ce7-4cdd-b7b4-8899ea88d289" providerId="ADAL" clId="{23DAAAFE-1C75-48F9-94BE-1C45A7C23D09}" dt="2025-02-13T12:24:06.050" v="76" actId="108"/>
        <pc:sldMkLst>
          <pc:docMk/>
          <pc:sldMk cId="3181337443" sldId="2145706294"/>
        </pc:sldMkLst>
      </pc:sldChg>
      <pc:sldChg chg="new del">
        <pc:chgData name="Graf Thomas, INI-NET-VNC-E2E" userId="487bc3e3-9ce7-4cdd-b7b4-8899ea88d289" providerId="ADAL" clId="{23DAAAFE-1C75-48F9-94BE-1C45A7C23D09}" dt="2025-02-13T13:26:43.466" v="1414" actId="47"/>
        <pc:sldMkLst>
          <pc:docMk/>
          <pc:sldMk cId="1838475321" sldId="2145706295"/>
        </pc:sldMkLst>
      </pc:sldChg>
    </pc:docChg>
  </pc:docChgLst>
  <pc:docChgLst>
    <pc:chgData name="Graf Thomas, SCS-INI-NET-VNC-E2E" userId="487bc3e3-9ce7-4cdd-b7b4-8899ea88d289" providerId="ADAL" clId="{54A39940-08FA-4A7E-9BB9-600FEA25ABAF}"/>
    <pc:docChg chg="undo redo custSel addSld delSld modSld sldOrd">
      <pc:chgData name="Graf Thomas, SCS-INI-NET-VNC-E2E" userId="487bc3e3-9ce7-4cdd-b7b4-8899ea88d289" providerId="ADAL" clId="{54A39940-08FA-4A7E-9BB9-600FEA25ABAF}" dt="2025-10-26T13:07:06.475" v="9735" actId="14100"/>
      <pc:docMkLst>
        <pc:docMk/>
      </pc:docMkLst>
      <pc:sldChg chg="modSp mod">
        <pc:chgData name="Graf Thomas, SCS-INI-NET-VNC-E2E" userId="487bc3e3-9ce7-4cdd-b7b4-8899ea88d289" providerId="ADAL" clId="{54A39940-08FA-4A7E-9BB9-600FEA25ABAF}" dt="2025-10-26T13:05:39.020" v="9726" actId="20577"/>
        <pc:sldMkLst>
          <pc:docMk/>
          <pc:sldMk cId="3578665336" sldId="1041"/>
        </pc:sldMkLst>
      </pc:sldChg>
      <pc:sldChg chg="addSp delSp modSp mod ord">
        <pc:chgData name="Graf Thomas, SCS-INI-NET-VNC-E2E" userId="487bc3e3-9ce7-4cdd-b7b4-8899ea88d289" providerId="ADAL" clId="{54A39940-08FA-4A7E-9BB9-600FEA25ABAF}" dt="2025-10-18T07:13:55.081" v="9527" actId="20577"/>
        <pc:sldMkLst>
          <pc:docMk/>
          <pc:sldMk cId="1088069469" sldId="26422"/>
        </pc:sldMkLst>
      </pc:sldChg>
      <pc:sldChg chg="del">
        <pc:chgData name="Graf Thomas, SCS-INI-NET-VNC-E2E" userId="487bc3e3-9ce7-4cdd-b7b4-8899ea88d289" providerId="ADAL" clId="{54A39940-08FA-4A7E-9BB9-600FEA25ABAF}" dt="2025-10-17T08:44:45.036" v="3045" actId="47"/>
        <pc:sldMkLst>
          <pc:docMk/>
          <pc:sldMk cId="2325717052" sldId="2145706246"/>
        </pc:sldMkLst>
      </pc:sldChg>
      <pc:sldChg chg="del">
        <pc:chgData name="Graf Thomas, SCS-INI-NET-VNC-E2E" userId="487bc3e3-9ce7-4cdd-b7b4-8899ea88d289" providerId="ADAL" clId="{54A39940-08FA-4A7E-9BB9-600FEA25ABAF}" dt="2025-10-17T08:44:45.036" v="3045" actId="47"/>
        <pc:sldMkLst>
          <pc:docMk/>
          <pc:sldMk cId="2701002203" sldId="2145706256"/>
        </pc:sldMkLst>
      </pc:sldChg>
      <pc:sldChg chg="del">
        <pc:chgData name="Graf Thomas, SCS-INI-NET-VNC-E2E" userId="487bc3e3-9ce7-4cdd-b7b4-8899ea88d289" providerId="ADAL" clId="{54A39940-08FA-4A7E-9BB9-600FEA25ABAF}" dt="2025-10-17T08:44:45.036" v="3045" actId="47"/>
        <pc:sldMkLst>
          <pc:docMk/>
          <pc:sldMk cId="3965782337" sldId="2145706257"/>
        </pc:sldMkLst>
      </pc:sldChg>
      <pc:sldChg chg="del">
        <pc:chgData name="Graf Thomas, SCS-INI-NET-VNC-E2E" userId="487bc3e3-9ce7-4cdd-b7b4-8899ea88d289" providerId="ADAL" clId="{54A39940-08FA-4A7E-9BB9-600FEA25ABAF}" dt="2025-10-17T08:44:45.036" v="3045" actId="47"/>
        <pc:sldMkLst>
          <pc:docMk/>
          <pc:sldMk cId="218410027" sldId="2145706260"/>
        </pc:sldMkLst>
      </pc:sldChg>
      <pc:sldChg chg="addSp delSp modSp del mod ord">
        <pc:chgData name="Graf Thomas, SCS-INI-NET-VNC-E2E" userId="487bc3e3-9ce7-4cdd-b7b4-8899ea88d289" providerId="ADAL" clId="{54A39940-08FA-4A7E-9BB9-600FEA25ABAF}" dt="2025-10-18T06:57:04.074" v="9521" actId="2696"/>
        <pc:sldMkLst>
          <pc:docMk/>
          <pc:sldMk cId="461661054" sldId="2145706267"/>
        </pc:sldMkLst>
      </pc:sldChg>
      <pc:sldChg chg="del">
        <pc:chgData name="Graf Thomas, SCS-INI-NET-VNC-E2E" userId="487bc3e3-9ce7-4cdd-b7b4-8899ea88d289" providerId="ADAL" clId="{54A39940-08FA-4A7E-9BB9-600FEA25ABAF}" dt="2025-10-17T08:44:45.036" v="3045" actId="47"/>
        <pc:sldMkLst>
          <pc:docMk/>
          <pc:sldMk cId="3562000331" sldId="2145706269"/>
        </pc:sldMkLst>
      </pc:sldChg>
      <pc:sldChg chg="del">
        <pc:chgData name="Graf Thomas, SCS-INI-NET-VNC-E2E" userId="487bc3e3-9ce7-4cdd-b7b4-8899ea88d289" providerId="ADAL" clId="{54A39940-08FA-4A7E-9BB9-600FEA25ABAF}" dt="2025-10-17T08:44:45.036" v="3045" actId="47"/>
        <pc:sldMkLst>
          <pc:docMk/>
          <pc:sldMk cId="2855098073" sldId="2145706270"/>
        </pc:sldMkLst>
      </pc:sldChg>
      <pc:sldChg chg="del">
        <pc:chgData name="Graf Thomas, SCS-INI-NET-VNC-E2E" userId="487bc3e3-9ce7-4cdd-b7b4-8899ea88d289" providerId="ADAL" clId="{54A39940-08FA-4A7E-9BB9-600FEA25ABAF}" dt="2025-10-17T08:44:45.036" v="3045" actId="47"/>
        <pc:sldMkLst>
          <pc:docMk/>
          <pc:sldMk cId="1062704173" sldId="2145706274"/>
        </pc:sldMkLst>
      </pc:sldChg>
      <pc:sldChg chg="del">
        <pc:chgData name="Graf Thomas, SCS-INI-NET-VNC-E2E" userId="487bc3e3-9ce7-4cdd-b7b4-8899ea88d289" providerId="ADAL" clId="{54A39940-08FA-4A7E-9BB9-600FEA25ABAF}" dt="2025-10-17T08:44:45.036" v="3045" actId="47"/>
        <pc:sldMkLst>
          <pc:docMk/>
          <pc:sldMk cId="3524404663" sldId="2145706275"/>
        </pc:sldMkLst>
      </pc:sldChg>
      <pc:sldChg chg="del">
        <pc:chgData name="Graf Thomas, SCS-INI-NET-VNC-E2E" userId="487bc3e3-9ce7-4cdd-b7b4-8899ea88d289" providerId="ADAL" clId="{54A39940-08FA-4A7E-9BB9-600FEA25ABAF}" dt="2025-10-17T07:49:59.140" v="177" actId="47"/>
        <pc:sldMkLst>
          <pc:docMk/>
          <pc:sldMk cId="2764131050" sldId="2145706278"/>
        </pc:sldMkLst>
      </pc:sldChg>
      <pc:sldChg chg="addSp delSp modSp mod ord">
        <pc:chgData name="Graf Thomas, SCS-INI-NET-VNC-E2E" userId="487bc3e3-9ce7-4cdd-b7b4-8899ea88d289" providerId="ADAL" clId="{54A39940-08FA-4A7E-9BB9-600FEA25ABAF}" dt="2025-10-18T06:49:48.158" v="9408" actId="14100"/>
        <pc:sldMkLst>
          <pc:docMk/>
          <pc:sldMk cId="1315775908" sldId="2145706280"/>
        </pc:sldMkLst>
      </pc:sldChg>
      <pc:sldChg chg="del">
        <pc:chgData name="Graf Thomas, SCS-INI-NET-VNC-E2E" userId="487bc3e3-9ce7-4cdd-b7b4-8899ea88d289" providerId="ADAL" clId="{54A39940-08FA-4A7E-9BB9-600FEA25ABAF}" dt="2025-10-17T08:44:45.036" v="3045" actId="47"/>
        <pc:sldMkLst>
          <pc:docMk/>
          <pc:sldMk cId="1875627337" sldId="2145706281"/>
        </pc:sldMkLst>
      </pc:sldChg>
      <pc:sldChg chg="del">
        <pc:chgData name="Graf Thomas, SCS-INI-NET-VNC-E2E" userId="487bc3e3-9ce7-4cdd-b7b4-8899ea88d289" providerId="ADAL" clId="{54A39940-08FA-4A7E-9BB9-600FEA25ABAF}" dt="2025-10-17T08:44:45.036" v="3045" actId="47"/>
        <pc:sldMkLst>
          <pc:docMk/>
          <pc:sldMk cId="3325836654" sldId="2145706282"/>
        </pc:sldMkLst>
      </pc:sldChg>
      <pc:sldChg chg="del">
        <pc:chgData name="Graf Thomas, SCS-INI-NET-VNC-E2E" userId="487bc3e3-9ce7-4cdd-b7b4-8899ea88d289" providerId="ADAL" clId="{54A39940-08FA-4A7E-9BB9-600FEA25ABAF}" dt="2025-10-17T08:44:45.036" v="3045" actId="47"/>
        <pc:sldMkLst>
          <pc:docMk/>
          <pc:sldMk cId="1552717135" sldId="2145706283"/>
        </pc:sldMkLst>
      </pc:sldChg>
      <pc:sldChg chg="del">
        <pc:chgData name="Graf Thomas, SCS-INI-NET-VNC-E2E" userId="487bc3e3-9ce7-4cdd-b7b4-8899ea88d289" providerId="ADAL" clId="{54A39940-08FA-4A7E-9BB9-600FEA25ABAF}" dt="2025-10-17T08:44:45.036" v="3045" actId="47"/>
        <pc:sldMkLst>
          <pc:docMk/>
          <pc:sldMk cId="1033377780" sldId="2145706293"/>
        </pc:sldMkLst>
      </pc:sldChg>
      <pc:sldChg chg="del ord">
        <pc:chgData name="Graf Thomas, SCS-INI-NET-VNC-E2E" userId="487bc3e3-9ce7-4cdd-b7b4-8899ea88d289" providerId="ADAL" clId="{54A39940-08FA-4A7E-9BB9-600FEA25ABAF}" dt="2025-10-17T10:25:52.156" v="5436" actId="47"/>
        <pc:sldMkLst>
          <pc:docMk/>
          <pc:sldMk cId="3181337443" sldId="2145706294"/>
        </pc:sldMkLst>
      </pc:sldChg>
      <pc:sldChg chg="addSp delSp modSp add mod ord">
        <pc:chgData name="Graf Thomas, SCS-INI-NET-VNC-E2E" userId="487bc3e3-9ce7-4cdd-b7b4-8899ea88d289" providerId="ADAL" clId="{54A39940-08FA-4A7E-9BB9-600FEA25ABAF}" dt="2025-10-18T06:49:37.411" v="9406" actId="255"/>
        <pc:sldMkLst>
          <pc:docMk/>
          <pc:sldMk cId="3685482022" sldId="2145706295"/>
        </pc:sldMkLst>
      </pc:sldChg>
      <pc:sldChg chg="addSp delSp modSp add mod">
        <pc:chgData name="Graf Thomas, SCS-INI-NET-VNC-E2E" userId="487bc3e3-9ce7-4cdd-b7b4-8899ea88d289" providerId="ADAL" clId="{54A39940-08FA-4A7E-9BB9-600FEA25ABAF}" dt="2025-10-18T07:15:00.500" v="9550" actId="20577"/>
        <pc:sldMkLst>
          <pc:docMk/>
          <pc:sldMk cId="1475201924" sldId="2145706296"/>
        </pc:sldMkLst>
      </pc:sldChg>
      <pc:sldChg chg="addSp delSp modSp add mod ord">
        <pc:chgData name="Graf Thomas, SCS-INI-NET-VNC-E2E" userId="487bc3e3-9ce7-4cdd-b7b4-8899ea88d289" providerId="ADAL" clId="{54A39940-08FA-4A7E-9BB9-600FEA25ABAF}" dt="2025-10-18T06:52:01.348" v="9487"/>
        <pc:sldMkLst>
          <pc:docMk/>
          <pc:sldMk cId="710783608" sldId="2145706297"/>
        </pc:sldMkLst>
      </pc:sldChg>
      <pc:sldChg chg="addSp delSp modSp add mod ord">
        <pc:chgData name="Graf Thomas, SCS-INI-NET-VNC-E2E" userId="487bc3e3-9ce7-4cdd-b7b4-8899ea88d289" providerId="ADAL" clId="{54A39940-08FA-4A7E-9BB9-600FEA25ABAF}" dt="2025-10-18T06:51:55.628" v="9485"/>
        <pc:sldMkLst>
          <pc:docMk/>
          <pc:sldMk cId="3625312977" sldId="2145706298"/>
        </pc:sldMkLst>
      </pc:sldChg>
      <pc:sldChg chg="addSp delSp modSp add mod ord">
        <pc:chgData name="Graf Thomas, SCS-INI-NET-VNC-E2E" userId="487bc3e3-9ce7-4cdd-b7b4-8899ea88d289" providerId="ADAL" clId="{54A39940-08FA-4A7E-9BB9-600FEA25ABAF}" dt="2025-10-18T06:51:34.868" v="9477" actId="20577"/>
        <pc:sldMkLst>
          <pc:docMk/>
          <pc:sldMk cId="2117458142" sldId="2145706299"/>
        </pc:sldMkLst>
      </pc:sldChg>
      <pc:sldChg chg="addSp delSp modSp add mod">
        <pc:chgData name="Graf Thomas, SCS-INI-NET-VNC-E2E" userId="487bc3e3-9ce7-4cdd-b7b4-8899ea88d289" providerId="ADAL" clId="{54A39940-08FA-4A7E-9BB9-600FEA25ABAF}" dt="2025-10-18T07:13:35.576" v="9523" actId="20577"/>
        <pc:sldMkLst>
          <pc:docMk/>
          <pc:sldMk cId="1230411846" sldId="2145706300"/>
        </pc:sldMkLst>
      </pc:sldChg>
      <pc:sldChg chg="addSp delSp modSp add mod">
        <pc:chgData name="Graf Thomas, SCS-INI-NET-VNC-E2E" userId="487bc3e3-9ce7-4cdd-b7b4-8899ea88d289" providerId="ADAL" clId="{54A39940-08FA-4A7E-9BB9-600FEA25ABAF}" dt="2025-10-18T07:13:58.738" v="9531" actId="20577"/>
        <pc:sldMkLst>
          <pc:docMk/>
          <pc:sldMk cId="4162477740" sldId="2145706301"/>
        </pc:sldMkLst>
      </pc:sldChg>
      <pc:sldChg chg="delSp modSp add mod ord">
        <pc:chgData name="Graf Thomas, SCS-INI-NET-VNC-E2E" userId="487bc3e3-9ce7-4cdd-b7b4-8899ea88d289" providerId="ADAL" clId="{54A39940-08FA-4A7E-9BB9-600FEA25ABAF}" dt="2025-10-18T06:10:02.903" v="6169" actId="20577"/>
        <pc:sldMkLst>
          <pc:docMk/>
          <pc:sldMk cId="1190312228" sldId="2145706302"/>
        </pc:sldMkLst>
      </pc:sldChg>
      <pc:sldChg chg="modSp add mod">
        <pc:chgData name="Graf Thomas, SCS-INI-NET-VNC-E2E" userId="487bc3e3-9ce7-4cdd-b7b4-8899ea88d289" providerId="ADAL" clId="{54A39940-08FA-4A7E-9BB9-600FEA25ABAF}" dt="2025-10-18T06:09:55.667" v="6164" actId="20577"/>
        <pc:sldMkLst>
          <pc:docMk/>
          <pc:sldMk cId="4251917088" sldId="2145706303"/>
        </pc:sldMkLst>
      </pc:sldChg>
      <pc:sldChg chg="modSp add mod ord">
        <pc:chgData name="Graf Thomas, SCS-INI-NET-VNC-E2E" userId="487bc3e3-9ce7-4cdd-b7b4-8899ea88d289" providerId="ADAL" clId="{54A39940-08FA-4A7E-9BB9-600FEA25ABAF}" dt="2025-10-18T06:55:07.919" v="9511" actId="207"/>
        <pc:sldMkLst>
          <pc:docMk/>
          <pc:sldMk cId="2204044421" sldId="2145706304"/>
        </pc:sldMkLst>
      </pc:sldChg>
      <pc:sldChg chg="modSp add mod ord">
        <pc:chgData name="Graf Thomas, SCS-INI-NET-VNC-E2E" userId="487bc3e3-9ce7-4cdd-b7b4-8899ea88d289" providerId="ADAL" clId="{54A39940-08FA-4A7E-9BB9-600FEA25ABAF}" dt="2025-10-18T07:18:31.215" v="9724" actId="20577"/>
        <pc:sldMkLst>
          <pc:docMk/>
          <pc:sldMk cId="3686017286" sldId="2145706305"/>
        </pc:sldMkLst>
      </pc:sldChg>
      <pc:sldChg chg="new del">
        <pc:chgData name="Graf Thomas, SCS-INI-NET-VNC-E2E" userId="487bc3e3-9ce7-4cdd-b7b4-8899ea88d289" providerId="ADAL" clId="{54A39940-08FA-4A7E-9BB9-600FEA25ABAF}" dt="2025-10-18T06:39:45.686" v="8594" actId="47"/>
        <pc:sldMkLst>
          <pc:docMk/>
          <pc:sldMk cId="1436051656" sldId="2145706306"/>
        </pc:sldMkLst>
      </pc:sldChg>
      <pc:sldChg chg="addSp modSp add mod">
        <pc:chgData name="Graf Thomas, SCS-INI-NET-VNC-E2E" userId="487bc3e3-9ce7-4cdd-b7b4-8899ea88d289" providerId="ADAL" clId="{54A39940-08FA-4A7E-9BB9-600FEA25ABAF}" dt="2025-10-26T13:07:06.475" v="9735" actId="14100"/>
        <pc:sldMkLst>
          <pc:docMk/>
          <pc:sldMk cId="3305081943" sldId="2145706306"/>
        </pc:sldMkLst>
      </pc:sldChg>
    </pc:docChg>
  </pc:docChgLst>
  <pc:docChgLst>
    <pc:chgData name="Graf Thomas, SCS-INI-NET-VNC-E2E" userId="487bc3e3-9ce7-4cdd-b7b4-8899ea88d289" providerId="ADAL" clId="{ADEEF08A-D719-4B50-A383-4105EDA2C206}"/>
    <pc:docChg chg="undo redo custSel addSld delSld modSld sldOrd">
      <pc:chgData name="Graf Thomas, SCS-INI-NET-VNC-E2E" userId="487bc3e3-9ce7-4cdd-b7b4-8899ea88d289" providerId="ADAL" clId="{ADEEF08A-D719-4B50-A383-4105EDA2C206}" dt="2026-03-14T09:34:21.101" v="6113" actId="20577"/>
      <pc:docMkLst>
        <pc:docMk/>
      </pc:docMkLst>
      <pc:sldChg chg="modSp mod">
        <pc:chgData name="Graf Thomas, SCS-INI-NET-VNC-E2E" userId="487bc3e3-9ce7-4cdd-b7b4-8899ea88d289" providerId="ADAL" clId="{ADEEF08A-D719-4B50-A383-4105EDA2C206}" dt="2026-03-14T09:34:21.101" v="6113" actId="20577"/>
        <pc:sldMkLst>
          <pc:docMk/>
          <pc:sldMk cId="3578665336" sldId="1041"/>
        </pc:sldMkLst>
        <pc:spChg chg="mod">
          <ac:chgData name="Graf Thomas, SCS-INI-NET-VNC-E2E" userId="487bc3e3-9ce7-4cdd-b7b4-8899ea88d289" providerId="ADAL" clId="{ADEEF08A-D719-4B50-A383-4105EDA2C206}" dt="2026-03-06T13:38:49.120" v="2017" actId="20577"/>
          <ac:spMkLst>
            <pc:docMk/>
            <pc:sldMk cId="3578665336" sldId="1041"/>
            <ac:spMk id="5" creationId="{C26208B2-0D10-4C23-B2DE-372A62E98644}"/>
          </ac:spMkLst>
        </pc:spChg>
        <pc:spChg chg="mod">
          <ac:chgData name="Graf Thomas, SCS-INI-NET-VNC-E2E" userId="487bc3e3-9ce7-4cdd-b7b4-8899ea88d289" providerId="ADAL" clId="{ADEEF08A-D719-4B50-A383-4105EDA2C206}" dt="2026-03-14T09:34:21.101" v="6113" actId="20577"/>
          <ac:spMkLst>
            <pc:docMk/>
            <pc:sldMk cId="3578665336" sldId="1041"/>
            <ac:spMk id="6" creationId="{6CAA0765-1318-4A03-8F91-D3ECC43D8FA7}"/>
          </ac:spMkLst>
        </pc:spChg>
      </pc:sldChg>
      <pc:sldChg chg="modSp mod">
        <pc:chgData name="Graf Thomas, SCS-INI-NET-VNC-E2E" userId="487bc3e3-9ce7-4cdd-b7b4-8899ea88d289" providerId="ADAL" clId="{ADEEF08A-D719-4B50-A383-4105EDA2C206}" dt="2026-03-01T13:15:17.163" v="562" actId="20577"/>
        <pc:sldMkLst>
          <pc:docMk/>
          <pc:sldMk cId="1088069469" sldId="26422"/>
        </pc:sldMkLst>
        <pc:spChg chg="mod">
          <ac:chgData name="Graf Thomas, SCS-INI-NET-VNC-E2E" userId="487bc3e3-9ce7-4cdd-b7b4-8899ea88d289" providerId="ADAL" clId="{ADEEF08A-D719-4B50-A383-4105EDA2C206}" dt="2026-03-01T13:15:17.163" v="562" actId="20577"/>
          <ac:spMkLst>
            <pc:docMk/>
            <pc:sldMk cId="1088069469" sldId="26422"/>
            <ac:spMk id="2" creationId="{FF20F271-6F0D-4AC0-BB1D-F5C338165C13}"/>
          </ac:spMkLst>
        </pc:spChg>
      </pc:sldChg>
      <pc:sldChg chg="addSp modSp mod">
        <pc:chgData name="Graf Thomas, SCS-INI-NET-VNC-E2E" userId="487bc3e3-9ce7-4cdd-b7b4-8899ea88d289" providerId="ADAL" clId="{ADEEF08A-D719-4B50-A383-4105EDA2C206}" dt="2026-03-06T15:14:32.681" v="6011" actId="14100"/>
        <pc:sldMkLst>
          <pc:docMk/>
          <pc:sldMk cId="670772560" sldId="2145706220"/>
        </pc:sldMkLst>
        <pc:spChg chg="add mod">
          <ac:chgData name="Graf Thomas, SCS-INI-NET-VNC-E2E" userId="487bc3e3-9ce7-4cdd-b7b4-8899ea88d289" providerId="ADAL" clId="{ADEEF08A-D719-4B50-A383-4105EDA2C206}" dt="2026-03-06T15:14:32.681" v="6011" actId="14100"/>
          <ac:spMkLst>
            <pc:docMk/>
            <pc:sldMk cId="670772560" sldId="2145706220"/>
            <ac:spMk id="2" creationId="{EEA3D53E-0417-612A-953E-97583F6E2AE3}"/>
          </ac:spMkLst>
        </pc:spChg>
        <pc:picChg chg="mod">
          <ac:chgData name="Graf Thomas, SCS-INI-NET-VNC-E2E" userId="487bc3e3-9ce7-4cdd-b7b4-8899ea88d289" providerId="ADAL" clId="{ADEEF08A-D719-4B50-A383-4105EDA2C206}" dt="2026-03-06T15:12:24.470" v="5981" actId="1076"/>
          <ac:picMkLst>
            <pc:docMk/>
            <pc:sldMk cId="670772560" sldId="2145706220"/>
            <ac:picMk id="110" creationId="{BE29D9A2-AA39-4B1B-B366-9C43E70E331D}"/>
          </ac:picMkLst>
        </pc:picChg>
      </pc:sldChg>
      <pc:sldChg chg="delSp modSp add mod">
        <pc:chgData name="Graf Thomas, SCS-INI-NET-VNC-E2E" userId="487bc3e3-9ce7-4cdd-b7b4-8899ea88d289" providerId="ADAL" clId="{ADEEF08A-D719-4B50-A383-4105EDA2C206}" dt="2026-03-06T15:26:59.415" v="6105" actId="20577"/>
        <pc:sldMkLst>
          <pc:docMk/>
          <pc:sldMk cId="2750719351" sldId="2145706243"/>
        </pc:sldMkLst>
        <pc:spChg chg="mod">
          <ac:chgData name="Graf Thomas, SCS-INI-NET-VNC-E2E" userId="487bc3e3-9ce7-4cdd-b7b4-8899ea88d289" providerId="ADAL" clId="{ADEEF08A-D719-4B50-A383-4105EDA2C206}" dt="2026-03-06T15:26:59.415" v="6105" actId="20577"/>
          <ac:spMkLst>
            <pc:docMk/>
            <pc:sldMk cId="2750719351" sldId="2145706243"/>
            <ac:spMk id="2" creationId="{925D8FC1-6AD2-4FDB-0618-87CF7F39767C}"/>
          </ac:spMkLst>
        </pc:spChg>
        <pc:spChg chg="mod">
          <ac:chgData name="Graf Thomas, SCS-INI-NET-VNC-E2E" userId="487bc3e3-9ce7-4cdd-b7b4-8899ea88d289" providerId="ADAL" clId="{ADEEF08A-D719-4B50-A383-4105EDA2C206}" dt="2026-03-06T15:25:54.231" v="6098" actId="14100"/>
          <ac:spMkLst>
            <pc:docMk/>
            <pc:sldMk cId="2750719351" sldId="2145706243"/>
            <ac:spMk id="3" creationId="{E1C8AC62-B5C5-ADE4-1957-88D3A14E964A}"/>
          </ac:spMkLst>
        </pc:spChg>
      </pc:sldChg>
      <pc:sldChg chg="addSp delSp modSp mod">
        <pc:chgData name="Graf Thomas, SCS-INI-NET-VNC-E2E" userId="487bc3e3-9ce7-4cdd-b7b4-8899ea88d289" providerId="ADAL" clId="{ADEEF08A-D719-4B50-A383-4105EDA2C206}" dt="2026-03-06T15:09:14.721" v="5916" actId="20577"/>
        <pc:sldMkLst>
          <pc:docMk/>
          <pc:sldMk cId="1315775908" sldId="2145706280"/>
        </pc:sldMkLst>
        <pc:spChg chg="mod">
          <ac:chgData name="Graf Thomas, SCS-INI-NET-VNC-E2E" userId="487bc3e3-9ce7-4cdd-b7b4-8899ea88d289" providerId="ADAL" clId="{ADEEF08A-D719-4B50-A383-4105EDA2C206}" dt="2026-03-06T15:09:14.721" v="5916" actId="20577"/>
          <ac:spMkLst>
            <pc:docMk/>
            <pc:sldMk cId="1315775908" sldId="2145706280"/>
            <ac:spMk id="5" creationId="{0194B37B-813A-99FE-7B78-4D87D8C30D44}"/>
          </ac:spMkLst>
        </pc:spChg>
        <pc:spChg chg="mod">
          <ac:chgData name="Graf Thomas, SCS-INI-NET-VNC-E2E" userId="487bc3e3-9ce7-4cdd-b7b4-8899ea88d289" providerId="ADAL" clId="{ADEEF08A-D719-4B50-A383-4105EDA2C206}" dt="2026-03-06T12:43:05.610" v="761" actId="14100"/>
          <ac:spMkLst>
            <pc:docMk/>
            <pc:sldMk cId="1315775908" sldId="2145706280"/>
            <ac:spMk id="19" creationId="{56D79134-17A9-8BC8-B7D0-97BCFFB9A6B2}"/>
          </ac:spMkLst>
        </pc:spChg>
        <pc:picChg chg="add mod">
          <ac:chgData name="Graf Thomas, SCS-INI-NET-VNC-E2E" userId="487bc3e3-9ce7-4cdd-b7b4-8899ea88d289" providerId="ADAL" clId="{ADEEF08A-D719-4B50-A383-4105EDA2C206}" dt="2026-03-06T12:52:56.454" v="1325" actId="1076"/>
          <ac:picMkLst>
            <pc:docMk/>
            <pc:sldMk cId="1315775908" sldId="2145706280"/>
            <ac:picMk id="8" creationId="{004C03A3-8CA3-3D67-04C0-5C43B2675B31}"/>
          </ac:picMkLst>
        </pc:picChg>
      </pc:sldChg>
      <pc:sldChg chg="addSp delSp modSp mod">
        <pc:chgData name="Graf Thomas, SCS-INI-NET-VNC-E2E" userId="487bc3e3-9ce7-4cdd-b7b4-8899ea88d289" providerId="ADAL" clId="{ADEEF08A-D719-4B50-A383-4105EDA2C206}" dt="2026-03-06T13:00:25.887" v="1751" actId="1076"/>
        <pc:sldMkLst>
          <pc:docMk/>
          <pc:sldMk cId="3685482022" sldId="2145706295"/>
        </pc:sldMkLst>
        <pc:spChg chg="mod">
          <ac:chgData name="Graf Thomas, SCS-INI-NET-VNC-E2E" userId="487bc3e3-9ce7-4cdd-b7b4-8899ea88d289" providerId="ADAL" clId="{ADEEF08A-D719-4B50-A383-4105EDA2C206}" dt="2026-03-06T12:58:47.920" v="1734" actId="1076"/>
          <ac:spMkLst>
            <pc:docMk/>
            <pc:sldMk cId="3685482022" sldId="2145706295"/>
            <ac:spMk id="5" creationId="{71CDA501-9972-D341-C055-BD736248E8F4}"/>
          </ac:spMkLst>
        </pc:spChg>
        <pc:spChg chg="add mod">
          <ac:chgData name="Graf Thomas, SCS-INI-NET-VNC-E2E" userId="487bc3e3-9ce7-4cdd-b7b4-8899ea88d289" providerId="ADAL" clId="{ADEEF08A-D719-4B50-A383-4105EDA2C206}" dt="2026-03-06T13:00:25.887" v="1751" actId="1076"/>
          <ac:spMkLst>
            <pc:docMk/>
            <pc:sldMk cId="3685482022" sldId="2145706295"/>
            <ac:spMk id="9" creationId="{B59BD151-8C28-BD0B-5959-748ED326249A}"/>
          </ac:spMkLst>
        </pc:spChg>
        <pc:spChg chg="mod">
          <ac:chgData name="Graf Thomas, SCS-INI-NET-VNC-E2E" userId="487bc3e3-9ce7-4cdd-b7b4-8899ea88d289" providerId="ADAL" clId="{ADEEF08A-D719-4B50-A383-4105EDA2C206}" dt="2026-03-06T12:53:54.572" v="1369" actId="20577"/>
          <ac:spMkLst>
            <pc:docMk/>
            <pc:sldMk cId="3685482022" sldId="2145706295"/>
            <ac:spMk id="19" creationId="{0047BEA9-3AA4-E9CE-441B-E09628F11B0D}"/>
          </ac:spMkLst>
        </pc:spChg>
        <pc:picChg chg="add mod">
          <ac:chgData name="Graf Thomas, SCS-INI-NET-VNC-E2E" userId="487bc3e3-9ce7-4cdd-b7b4-8899ea88d289" providerId="ADAL" clId="{ADEEF08A-D719-4B50-A383-4105EDA2C206}" dt="2026-03-06T12:58:37.503" v="1732" actId="1076"/>
          <ac:picMkLst>
            <pc:docMk/>
            <pc:sldMk cId="3685482022" sldId="2145706295"/>
            <ac:picMk id="3" creationId="{A72A9F9C-6919-27FB-9676-4220EB0FB280}"/>
          </ac:picMkLst>
        </pc:picChg>
      </pc:sldChg>
      <pc:sldChg chg="addSp delSp modSp mod">
        <pc:chgData name="Graf Thomas, SCS-INI-NET-VNC-E2E" userId="487bc3e3-9ce7-4cdd-b7b4-8899ea88d289" providerId="ADAL" clId="{ADEEF08A-D719-4B50-A383-4105EDA2C206}" dt="2026-03-06T13:02:18.885" v="1770" actId="20577"/>
        <pc:sldMkLst>
          <pc:docMk/>
          <pc:sldMk cId="1475201924" sldId="2145706296"/>
        </pc:sldMkLst>
        <pc:spChg chg="mod">
          <ac:chgData name="Graf Thomas, SCS-INI-NET-VNC-E2E" userId="487bc3e3-9ce7-4cdd-b7b4-8899ea88d289" providerId="ADAL" clId="{ADEEF08A-D719-4B50-A383-4105EDA2C206}" dt="2026-03-06T13:02:18.885" v="1770" actId="20577"/>
          <ac:spMkLst>
            <pc:docMk/>
            <pc:sldMk cId="1475201924" sldId="2145706296"/>
            <ac:spMk id="5" creationId="{FE77B89A-93BE-C3C5-9340-B4A230046058}"/>
          </ac:spMkLst>
        </pc:spChg>
        <pc:picChg chg="add mod">
          <ac:chgData name="Graf Thomas, SCS-INI-NET-VNC-E2E" userId="487bc3e3-9ce7-4cdd-b7b4-8899ea88d289" providerId="ADAL" clId="{ADEEF08A-D719-4B50-A383-4105EDA2C206}" dt="2026-03-06T13:01:33.953" v="1756" actId="1076"/>
          <ac:picMkLst>
            <pc:docMk/>
            <pc:sldMk cId="1475201924" sldId="2145706296"/>
            <ac:picMk id="3" creationId="{7FE1D9BE-38E0-66CE-DDC0-29019F670C04}"/>
          </ac:picMkLst>
        </pc:picChg>
      </pc:sldChg>
      <pc:sldChg chg="addSp delSp modSp mod">
        <pc:chgData name="Graf Thomas, SCS-INI-NET-VNC-E2E" userId="487bc3e3-9ce7-4cdd-b7b4-8899ea88d289" providerId="ADAL" clId="{ADEEF08A-D719-4B50-A383-4105EDA2C206}" dt="2026-03-06T13:05:36.601" v="1822" actId="108"/>
        <pc:sldMkLst>
          <pc:docMk/>
          <pc:sldMk cId="710783608" sldId="2145706297"/>
        </pc:sldMkLst>
        <pc:spChg chg="mod">
          <ac:chgData name="Graf Thomas, SCS-INI-NET-VNC-E2E" userId="487bc3e3-9ce7-4cdd-b7b4-8899ea88d289" providerId="ADAL" clId="{ADEEF08A-D719-4B50-A383-4105EDA2C206}" dt="2026-03-06T13:05:36.601" v="1822" actId="108"/>
          <ac:spMkLst>
            <pc:docMk/>
            <pc:sldMk cId="710783608" sldId="2145706297"/>
            <ac:spMk id="5" creationId="{749FD0AD-E617-98E7-0E99-692C31C4B242}"/>
          </ac:spMkLst>
        </pc:spChg>
        <pc:spChg chg="mod">
          <ac:chgData name="Graf Thomas, SCS-INI-NET-VNC-E2E" userId="487bc3e3-9ce7-4cdd-b7b4-8899ea88d289" providerId="ADAL" clId="{ADEEF08A-D719-4B50-A383-4105EDA2C206}" dt="2026-03-06T13:03:16.989" v="1778" actId="20577"/>
          <ac:spMkLst>
            <pc:docMk/>
            <pc:sldMk cId="710783608" sldId="2145706297"/>
            <ac:spMk id="19" creationId="{0F259462-CCD4-C4B0-D206-9BE4F9B2EC1C}"/>
          </ac:spMkLst>
        </pc:spChg>
        <pc:picChg chg="add mod">
          <ac:chgData name="Graf Thomas, SCS-INI-NET-VNC-E2E" userId="487bc3e3-9ce7-4cdd-b7b4-8899ea88d289" providerId="ADAL" clId="{ADEEF08A-D719-4B50-A383-4105EDA2C206}" dt="2026-03-06T13:04:11.962" v="1783" actId="1076"/>
          <ac:picMkLst>
            <pc:docMk/>
            <pc:sldMk cId="710783608" sldId="2145706297"/>
            <ac:picMk id="4" creationId="{428EBA8D-181B-508E-90C7-3CCEC074640A}"/>
          </ac:picMkLst>
        </pc:picChg>
      </pc:sldChg>
      <pc:sldChg chg="addSp delSp modSp mod">
        <pc:chgData name="Graf Thomas, SCS-INI-NET-VNC-E2E" userId="487bc3e3-9ce7-4cdd-b7b4-8899ea88d289" providerId="ADAL" clId="{ADEEF08A-D719-4B50-A383-4105EDA2C206}" dt="2026-03-06T13:38:53.814" v="2019" actId="14100"/>
        <pc:sldMkLst>
          <pc:docMk/>
          <pc:sldMk cId="3625312977" sldId="2145706298"/>
        </pc:sldMkLst>
        <pc:spChg chg="mod">
          <ac:chgData name="Graf Thomas, SCS-INI-NET-VNC-E2E" userId="487bc3e3-9ce7-4cdd-b7b4-8899ea88d289" providerId="ADAL" clId="{ADEEF08A-D719-4B50-A383-4105EDA2C206}" dt="2026-03-06T13:38:53.814" v="2019" actId="14100"/>
          <ac:spMkLst>
            <pc:docMk/>
            <pc:sldMk cId="3625312977" sldId="2145706298"/>
            <ac:spMk id="5" creationId="{90BA4D8C-8860-D940-C29D-3420754484A0}"/>
          </ac:spMkLst>
        </pc:spChg>
        <pc:spChg chg="mod">
          <ac:chgData name="Graf Thomas, SCS-INI-NET-VNC-E2E" userId="487bc3e3-9ce7-4cdd-b7b4-8899ea88d289" providerId="ADAL" clId="{ADEEF08A-D719-4B50-A383-4105EDA2C206}" dt="2026-03-06T13:08:11.801" v="1884" actId="20577"/>
          <ac:spMkLst>
            <pc:docMk/>
            <pc:sldMk cId="3625312977" sldId="2145706298"/>
            <ac:spMk id="19" creationId="{1FB5448B-9146-4CF5-54FA-872A8BB2B5BC}"/>
          </ac:spMkLst>
        </pc:spChg>
        <pc:picChg chg="add mod">
          <ac:chgData name="Graf Thomas, SCS-INI-NET-VNC-E2E" userId="487bc3e3-9ce7-4cdd-b7b4-8899ea88d289" providerId="ADAL" clId="{ADEEF08A-D719-4B50-A383-4105EDA2C206}" dt="2026-03-06T13:06:36.870" v="1828" actId="14100"/>
          <ac:picMkLst>
            <pc:docMk/>
            <pc:sldMk cId="3625312977" sldId="2145706298"/>
            <ac:picMk id="4" creationId="{5B845DB1-AD33-F165-0A69-794539AA8954}"/>
          </ac:picMkLst>
        </pc:picChg>
      </pc:sldChg>
      <pc:sldChg chg="del">
        <pc:chgData name="Graf Thomas, SCS-INI-NET-VNC-E2E" userId="487bc3e3-9ce7-4cdd-b7b4-8899ea88d289" providerId="ADAL" clId="{ADEEF08A-D719-4B50-A383-4105EDA2C206}" dt="2026-03-06T12:57:35.600" v="1725" actId="47"/>
        <pc:sldMkLst>
          <pc:docMk/>
          <pc:sldMk cId="2117458142" sldId="2145706299"/>
        </pc:sldMkLst>
      </pc:sldChg>
      <pc:sldChg chg="modSp mod">
        <pc:chgData name="Graf Thomas, SCS-INI-NET-VNC-E2E" userId="487bc3e3-9ce7-4cdd-b7b4-8899ea88d289" providerId="ADAL" clId="{ADEEF08A-D719-4B50-A383-4105EDA2C206}" dt="2026-03-01T13:20:42" v="635" actId="20577"/>
        <pc:sldMkLst>
          <pc:docMk/>
          <pc:sldMk cId="4162477740" sldId="2145706301"/>
        </pc:sldMkLst>
        <pc:spChg chg="mod">
          <ac:chgData name="Graf Thomas, SCS-INI-NET-VNC-E2E" userId="487bc3e3-9ce7-4cdd-b7b4-8899ea88d289" providerId="ADAL" clId="{ADEEF08A-D719-4B50-A383-4105EDA2C206}" dt="2026-03-01T13:15:53.357" v="583" actId="20577"/>
          <ac:spMkLst>
            <pc:docMk/>
            <pc:sldMk cId="4162477740" sldId="2145706301"/>
            <ac:spMk id="2" creationId="{C4353FAA-6F22-376E-1A22-2CC12FA1E9BD}"/>
          </ac:spMkLst>
        </pc:spChg>
        <pc:spChg chg="mod">
          <ac:chgData name="Graf Thomas, SCS-INI-NET-VNC-E2E" userId="487bc3e3-9ce7-4cdd-b7b4-8899ea88d289" providerId="ADAL" clId="{ADEEF08A-D719-4B50-A383-4105EDA2C206}" dt="2026-03-01T13:20:42" v="635" actId="20577"/>
          <ac:spMkLst>
            <pc:docMk/>
            <pc:sldMk cId="4162477740" sldId="2145706301"/>
            <ac:spMk id="3" creationId="{49011665-59C1-3325-3606-F2E7AA460943}"/>
          </ac:spMkLst>
        </pc:spChg>
      </pc:sldChg>
      <pc:sldChg chg="modSp mod ord">
        <pc:chgData name="Graf Thomas, SCS-INI-NET-VNC-E2E" userId="487bc3e3-9ce7-4cdd-b7b4-8899ea88d289" providerId="ADAL" clId="{ADEEF08A-D719-4B50-A383-4105EDA2C206}" dt="2026-03-06T13:49:19.746" v="2086" actId="20577"/>
        <pc:sldMkLst>
          <pc:docMk/>
          <pc:sldMk cId="1190312228" sldId="2145706302"/>
        </pc:sldMkLst>
        <pc:spChg chg="mod">
          <ac:chgData name="Graf Thomas, SCS-INI-NET-VNC-E2E" userId="487bc3e3-9ce7-4cdd-b7b4-8899ea88d289" providerId="ADAL" clId="{ADEEF08A-D719-4B50-A383-4105EDA2C206}" dt="2026-03-06T13:49:19.746" v="2086" actId="20577"/>
          <ac:spMkLst>
            <pc:docMk/>
            <pc:sldMk cId="1190312228" sldId="2145706302"/>
            <ac:spMk id="2" creationId="{1C0FBC70-1C05-23DB-EF3A-2482F511BD9B}"/>
          </ac:spMkLst>
        </pc:spChg>
        <pc:spChg chg="mod">
          <ac:chgData name="Graf Thomas, SCS-INI-NET-VNC-E2E" userId="487bc3e3-9ce7-4cdd-b7b4-8899ea88d289" providerId="ADAL" clId="{ADEEF08A-D719-4B50-A383-4105EDA2C206}" dt="2026-03-06T13:48:29.728" v="2041" actId="207"/>
          <ac:spMkLst>
            <pc:docMk/>
            <pc:sldMk cId="1190312228" sldId="2145706302"/>
            <ac:spMk id="3" creationId="{16030435-8548-CFD7-E67B-E4D3DD29D75F}"/>
          </ac:spMkLst>
        </pc:spChg>
      </pc:sldChg>
      <pc:sldChg chg="modSp mod ord">
        <pc:chgData name="Graf Thomas, SCS-INI-NET-VNC-E2E" userId="487bc3e3-9ce7-4cdd-b7b4-8899ea88d289" providerId="ADAL" clId="{ADEEF08A-D719-4B50-A383-4105EDA2C206}" dt="2026-03-09T09:47:38.204" v="6109"/>
        <pc:sldMkLst>
          <pc:docMk/>
          <pc:sldMk cId="4251917088" sldId="2145706303"/>
        </pc:sldMkLst>
        <pc:spChg chg="mod">
          <ac:chgData name="Graf Thomas, SCS-INI-NET-VNC-E2E" userId="487bc3e3-9ce7-4cdd-b7b4-8899ea88d289" providerId="ADAL" clId="{ADEEF08A-D719-4B50-A383-4105EDA2C206}" dt="2026-03-06T13:49:10.519" v="2064" actId="20577"/>
          <ac:spMkLst>
            <pc:docMk/>
            <pc:sldMk cId="4251917088" sldId="2145706303"/>
            <ac:spMk id="2" creationId="{9D734BEF-C196-3BAF-0F2E-FB66BF042884}"/>
          </ac:spMkLst>
        </pc:spChg>
        <pc:spChg chg="mod">
          <ac:chgData name="Graf Thomas, SCS-INI-NET-VNC-E2E" userId="487bc3e3-9ce7-4cdd-b7b4-8899ea88d289" providerId="ADAL" clId="{ADEEF08A-D719-4B50-A383-4105EDA2C206}" dt="2026-03-06T15:07:43.748" v="5907" actId="20577"/>
          <ac:spMkLst>
            <pc:docMk/>
            <pc:sldMk cId="4251917088" sldId="2145706303"/>
            <ac:spMk id="3" creationId="{6EA985DA-ABCF-AB10-5C45-1B7050950E17}"/>
          </ac:spMkLst>
        </pc:spChg>
      </pc:sldChg>
      <pc:sldChg chg="modSp mod">
        <pc:chgData name="Graf Thomas, SCS-INI-NET-VNC-E2E" userId="487bc3e3-9ce7-4cdd-b7b4-8899ea88d289" providerId="ADAL" clId="{ADEEF08A-D719-4B50-A383-4105EDA2C206}" dt="2026-03-06T14:03:18.163" v="2409" actId="20577"/>
        <pc:sldMkLst>
          <pc:docMk/>
          <pc:sldMk cId="2204044421" sldId="2145706304"/>
        </pc:sldMkLst>
        <pc:spChg chg="mod">
          <ac:chgData name="Graf Thomas, SCS-INI-NET-VNC-E2E" userId="487bc3e3-9ce7-4cdd-b7b4-8899ea88d289" providerId="ADAL" clId="{ADEEF08A-D719-4B50-A383-4105EDA2C206}" dt="2026-03-06T14:03:18.163" v="2409" actId="20577"/>
          <ac:spMkLst>
            <pc:docMk/>
            <pc:sldMk cId="2204044421" sldId="2145706304"/>
            <ac:spMk id="3" creationId="{BF3239C7-8F4E-0634-8F9F-D16A95D3AAE8}"/>
          </ac:spMkLst>
        </pc:spChg>
      </pc:sldChg>
      <pc:sldChg chg="modSp mod ord">
        <pc:chgData name="Graf Thomas, SCS-INI-NET-VNC-E2E" userId="487bc3e3-9ce7-4cdd-b7b4-8899ea88d289" providerId="ADAL" clId="{ADEEF08A-D719-4B50-A383-4105EDA2C206}" dt="2026-03-06T15:18:08.054" v="6025" actId="20577"/>
        <pc:sldMkLst>
          <pc:docMk/>
          <pc:sldMk cId="3686017286" sldId="2145706305"/>
        </pc:sldMkLst>
        <pc:spChg chg="mod">
          <ac:chgData name="Graf Thomas, SCS-INI-NET-VNC-E2E" userId="487bc3e3-9ce7-4cdd-b7b4-8899ea88d289" providerId="ADAL" clId="{ADEEF08A-D719-4B50-A383-4105EDA2C206}" dt="2026-03-06T14:07:02.759" v="2577" actId="20577"/>
          <ac:spMkLst>
            <pc:docMk/>
            <pc:sldMk cId="3686017286" sldId="2145706305"/>
            <ac:spMk id="2" creationId="{B88E132A-D116-CDE2-7382-6119AE1C937E}"/>
          </ac:spMkLst>
        </pc:spChg>
        <pc:spChg chg="mod">
          <ac:chgData name="Graf Thomas, SCS-INI-NET-VNC-E2E" userId="487bc3e3-9ce7-4cdd-b7b4-8899ea88d289" providerId="ADAL" clId="{ADEEF08A-D719-4B50-A383-4105EDA2C206}" dt="2026-03-06T15:18:08.054" v="6025" actId="20577"/>
          <ac:spMkLst>
            <pc:docMk/>
            <pc:sldMk cId="3686017286" sldId="2145706305"/>
            <ac:spMk id="3" creationId="{C1F459B2-AF0B-A44B-E182-6B111FE67A0A}"/>
          </ac:spMkLst>
        </pc:spChg>
      </pc:sldChg>
      <pc:sldChg chg="delSp modSp mod">
        <pc:chgData name="Graf Thomas, SCS-INI-NET-VNC-E2E" userId="487bc3e3-9ce7-4cdd-b7b4-8899ea88d289" providerId="ADAL" clId="{ADEEF08A-D719-4B50-A383-4105EDA2C206}" dt="2026-03-09T09:48:28.303" v="6111" actId="790"/>
        <pc:sldMkLst>
          <pc:docMk/>
          <pc:sldMk cId="3305081943" sldId="2145706306"/>
        </pc:sldMkLst>
        <pc:spChg chg="mod">
          <ac:chgData name="Graf Thomas, SCS-INI-NET-VNC-E2E" userId="487bc3e3-9ce7-4cdd-b7b4-8899ea88d289" providerId="ADAL" clId="{ADEEF08A-D719-4B50-A383-4105EDA2C206}" dt="2026-03-09T09:48:28.303" v="6111" actId="790"/>
          <ac:spMkLst>
            <pc:docMk/>
            <pc:sldMk cId="3305081943" sldId="2145706306"/>
            <ac:spMk id="2" creationId="{B37520E1-A4E0-F3CA-29AD-D2D9ADADBEF0}"/>
          </ac:spMkLst>
        </pc:spChg>
        <pc:spChg chg="mod">
          <ac:chgData name="Graf Thomas, SCS-INI-NET-VNC-E2E" userId="487bc3e3-9ce7-4cdd-b7b4-8899ea88d289" providerId="ADAL" clId="{ADEEF08A-D719-4B50-A383-4105EDA2C206}" dt="2026-03-09T09:48:28.303" v="6111" actId="790"/>
          <ac:spMkLst>
            <pc:docMk/>
            <pc:sldMk cId="3305081943" sldId="2145706306"/>
            <ac:spMk id="3" creationId="{3EA36F6F-A76C-ACD7-BA9E-6565DCCE91FE}"/>
          </ac:spMkLst>
        </pc:spChg>
        <pc:spChg chg="mod">
          <ac:chgData name="Graf Thomas, SCS-INI-NET-VNC-E2E" userId="487bc3e3-9ce7-4cdd-b7b4-8899ea88d289" providerId="ADAL" clId="{ADEEF08A-D719-4B50-A383-4105EDA2C206}" dt="2026-03-09T09:48:28.303" v="6111" actId="790"/>
          <ac:spMkLst>
            <pc:docMk/>
            <pc:sldMk cId="3305081943" sldId="2145706306"/>
            <ac:spMk id="6" creationId="{B9866352-2EDF-D4FC-27E7-72035010FE1B}"/>
          </ac:spMkLst>
        </pc:spChg>
      </pc:sldChg>
      <pc:sldChg chg="addSp delSp modSp add mod">
        <pc:chgData name="Graf Thomas, SCS-INI-NET-VNC-E2E" userId="487bc3e3-9ce7-4cdd-b7b4-8899ea88d289" providerId="ADAL" clId="{ADEEF08A-D719-4B50-A383-4105EDA2C206}" dt="2026-03-07T09:33:00.256" v="6107" actId="1076"/>
        <pc:sldMkLst>
          <pc:docMk/>
          <pc:sldMk cId="2590364080" sldId="2145706307"/>
        </pc:sldMkLst>
        <pc:spChg chg="add mod">
          <ac:chgData name="Graf Thomas, SCS-INI-NET-VNC-E2E" userId="487bc3e3-9ce7-4cdd-b7b4-8899ea88d289" providerId="ADAL" clId="{ADEEF08A-D719-4B50-A383-4105EDA2C206}" dt="2026-03-01T13:12:14.230" v="522" actId="14100"/>
          <ac:spMkLst>
            <pc:docMk/>
            <pc:sldMk cId="2590364080" sldId="2145706307"/>
            <ac:spMk id="7" creationId="{43826CAA-8D8F-D792-2C4D-04CF379ABE62}"/>
          </ac:spMkLst>
        </pc:spChg>
        <pc:spChg chg="mod">
          <ac:chgData name="Graf Thomas, SCS-INI-NET-VNC-E2E" userId="487bc3e3-9ce7-4cdd-b7b4-8899ea88d289" providerId="ADAL" clId="{ADEEF08A-D719-4B50-A383-4105EDA2C206}" dt="2026-03-07T09:33:00.256" v="6107" actId="1076"/>
          <ac:spMkLst>
            <pc:docMk/>
            <pc:sldMk cId="2590364080" sldId="2145706307"/>
            <ac:spMk id="19" creationId="{E151B2D8-7C30-0277-290C-27A8E3736237}"/>
          </ac:spMkLst>
        </pc:spChg>
        <pc:picChg chg="add mod">
          <ac:chgData name="Graf Thomas, SCS-INI-NET-VNC-E2E" userId="487bc3e3-9ce7-4cdd-b7b4-8899ea88d289" providerId="ADAL" clId="{ADEEF08A-D719-4B50-A383-4105EDA2C206}" dt="2026-03-01T13:13:40.095" v="544" actId="1076"/>
          <ac:picMkLst>
            <pc:docMk/>
            <pc:sldMk cId="2590364080" sldId="2145706307"/>
            <ac:picMk id="8" creationId="{6C78E553-ADDE-9DEB-068A-CC10C0D607C3}"/>
          </ac:picMkLst>
        </pc:picChg>
      </pc:sldChg>
      <pc:sldChg chg="addSp delSp modSp add mod">
        <pc:chgData name="Graf Thomas, SCS-INI-NET-VNC-E2E" userId="487bc3e3-9ce7-4cdd-b7b4-8899ea88d289" providerId="ADAL" clId="{ADEEF08A-D719-4B50-A383-4105EDA2C206}" dt="2026-03-01T13:36:01.268" v="751" actId="14100"/>
        <pc:sldMkLst>
          <pc:docMk/>
          <pc:sldMk cId="1296954665" sldId="2145706308"/>
        </pc:sldMkLst>
        <pc:spChg chg="add mod">
          <ac:chgData name="Graf Thomas, SCS-INI-NET-VNC-E2E" userId="487bc3e3-9ce7-4cdd-b7b4-8899ea88d289" providerId="ADAL" clId="{ADEEF08A-D719-4B50-A383-4105EDA2C206}" dt="2026-03-01T13:36:01.268" v="751" actId="14100"/>
          <ac:spMkLst>
            <pc:docMk/>
            <pc:sldMk cId="1296954665" sldId="2145706308"/>
            <ac:spMk id="11" creationId="{81A12CC2-5C65-F363-BAF0-4030AEC80801}"/>
          </ac:spMkLst>
        </pc:spChg>
        <pc:spChg chg="add mod">
          <ac:chgData name="Graf Thomas, SCS-INI-NET-VNC-E2E" userId="487bc3e3-9ce7-4cdd-b7b4-8899ea88d289" providerId="ADAL" clId="{ADEEF08A-D719-4B50-A383-4105EDA2C206}" dt="2026-03-01T13:35:05.092" v="748" actId="1038"/>
          <ac:spMkLst>
            <pc:docMk/>
            <pc:sldMk cId="1296954665" sldId="2145706308"/>
            <ac:spMk id="12" creationId="{E404F115-D426-6472-5F6E-0CADF0FC9E7E}"/>
          </ac:spMkLst>
        </pc:spChg>
        <pc:spChg chg="add mod">
          <ac:chgData name="Graf Thomas, SCS-INI-NET-VNC-E2E" userId="487bc3e3-9ce7-4cdd-b7b4-8899ea88d289" providerId="ADAL" clId="{ADEEF08A-D719-4B50-A383-4105EDA2C206}" dt="2026-03-01T13:35:05.092" v="748" actId="1038"/>
          <ac:spMkLst>
            <pc:docMk/>
            <pc:sldMk cId="1296954665" sldId="2145706308"/>
            <ac:spMk id="13" creationId="{3223B773-31FB-C632-7B68-B13C26F0F360}"/>
          </ac:spMkLst>
        </pc:spChg>
        <pc:spChg chg="add mod">
          <ac:chgData name="Graf Thomas, SCS-INI-NET-VNC-E2E" userId="487bc3e3-9ce7-4cdd-b7b4-8899ea88d289" providerId="ADAL" clId="{ADEEF08A-D719-4B50-A383-4105EDA2C206}" dt="2026-03-01T13:36:01.268" v="751" actId="14100"/>
          <ac:spMkLst>
            <pc:docMk/>
            <pc:sldMk cId="1296954665" sldId="2145706308"/>
            <ac:spMk id="14" creationId="{93F72457-D392-2E31-3F16-9ABA509D6C6C}"/>
          </ac:spMkLst>
        </pc:spChg>
        <pc:spChg chg="add mod">
          <ac:chgData name="Graf Thomas, SCS-INI-NET-VNC-E2E" userId="487bc3e3-9ce7-4cdd-b7b4-8899ea88d289" providerId="ADAL" clId="{ADEEF08A-D719-4B50-A383-4105EDA2C206}" dt="2026-03-01T13:34:48.413" v="735" actId="1037"/>
          <ac:spMkLst>
            <pc:docMk/>
            <pc:sldMk cId="1296954665" sldId="2145706308"/>
            <ac:spMk id="15" creationId="{CD7BECD9-CC8F-F194-901B-002377607A55}"/>
          </ac:spMkLst>
        </pc:spChg>
        <pc:spChg chg="add mod">
          <ac:chgData name="Graf Thomas, SCS-INI-NET-VNC-E2E" userId="487bc3e3-9ce7-4cdd-b7b4-8899ea88d289" providerId="ADAL" clId="{ADEEF08A-D719-4B50-A383-4105EDA2C206}" dt="2026-03-01T13:34:48.413" v="735" actId="1037"/>
          <ac:spMkLst>
            <pc:docMk/>
            <pc:sldMk cId="1296954665" sldId="2145706308"/>
            <ac:spMk id="16" creationId="{8697DB35-AF0C-E1A8-C98D-2BD5A0ADABE3}"/>
          </ac:spMkLst>
        </pc:spChg>
        <pc:spChg chg="add mod">
          <ac:chgData name="Graf Thomas, SCS-INI-NET-VNC-E2E" userId="487bc3e3-9ce7-4cdd-b7b4-8899ea88d289" providerId="ADAL" clId="{ADEEF08A-D719-4B50-A383-4105EDA2C206}" dt="2026-03-01T13:34:48.413" v="735" actId="1037"/>
          <ac:spMkLst>
            <pc:docMk/>
            <pc:sldMk cId="1296954665" sldId="2145706308"/>
            <ac:spMk id="17" creationId="{DB429C6B-C240-4D13-CBED-873FA0A2C570}"/>
          </ac:spMkLst>
        </pc:spChg>
        <pc:spChg chg="add mod">
          <ac:chgData name="Graf Thomas, SCS-INI-NET-VNC-E2E" userId="487bc3e3-9ce7-4cdd-b7b4-8899ea88d289" providerId="ADAL" clId="{ADEEF08A-D719-4B50-A383-4105EDA2C206}" dt="2026-03-01T13:34:48.413" v="735" actId="1037"/>
          <ac:spMkLst>
            <pc:docMk/>
            <pc:sldMk cId="1296954665" sldId="2145706308"/>
            <ac:spMk id="18" creationId="{8A29FA81-0D08-F0F8-A2DA-C3555ADF5C81}"/>
          </ac:spMkLst>
        </pc:spChg>
        <pc:spChg chg="mod">
          <ac:chgData name="Graf Thomas, SCS-INI-NET-VNC-E2E" userId="487bc3e3-9ce7-4cdd-b7b4-8899ea88d289" providerId="ADAL" clId="{ADEEF08A-D719-4B50-A383-4105EDA2C206}" dt="2026-03-01T13:34:34.178" v="709" actId="20577"/>
          <ac:spMkLst>
            <pc:docMk/>
            <pc:sldMk cId="1296954665" sldId="2145706308"/>
            <ac:spMk id="19" creationId="{E0C13733-B514-5AC7-1005-8E3436E9C36F}"/>
          </ac:spMkLst>
        </pc:spChg>
        <pc:spChg chg="add mod">
          <ac:chgData name="Graf Thomas, SCS-INI-NET-VNC-E2E" userId="487bc3e3-9ce7-4cdd-b7b4-8899ea88d289" providerId="ADAL" clId="{ADEEF08A-D719-4B50-A383-4105EDA2C206}" dt="2026-03-01T13:34:48.413" v="735" actId="1037"/>
          <ac:spMkLst>
            <pc:docMk/>
            <pc:sldMk cId="1296954665" sldId="2145706308"/>
            <ac:spMk id="20" creationId="{141F08EB-7152-C2D7-28D5-42EE99DC7D49}"/>
          </ac:spMkLst>
        </pc:spChg>
        <pc:spChg chg="add mod">
          <ac:chgData name="Graf Thomas, SCS-INI-NET-VNC-E2E" userId="487bc3e3-9ce7-4cdd-b7b4-8899ea88d289" providerId="ADAL" clId="{ADEEF08A-D719-4B50-A383-4105EDA2C206}" dt="2026-03-01T13:34:48.413" v="735" actId="1037"/>
          <ac:spMkLst>
            <pc:docMk/>
            <pc:sldMk cId="1296954665" sldId="2145706308"/>
            <ac:spMk id="21" creationId="{AE7637F0-0C93-8689-A2E1-BCA0A9E7D7A0}"/>
          </ac:spMkLst>
        </pc:spChg>
        <pc:picChg chg="mod">
          <ac:chgData name="Graf Thomas, SCS-INI-NET-VNC-E2E" userId="487bc3e3-9ce7-4cdd-b7b4-8899ea88d289" providerId="ADAL" clId="{ADEEF08A-D719-4B50-A383-4105EDA2C206}" dt="2026-03-01T13:35:05.092" v="748" actId="1038"/>
          <ac:picMkLst>
            <pc:docMk/>
            <pc:sldMk cId="1296954665" sldId="2145706308"/>
            <ac:picMk id="10" creationId="{9FE3D003-DBBF-543E-190E-DBB2E3C3701A}"/>
          </ac:picMkLst>
        </pc:picChg>
      </pc:sldChg>
      <pc:sldChg chg="addSp delSp modSp add mod">
        <pc:chgData name="Graf Thomas, SCS-INI-NET-VNC-E2E" userId="487bc3e3-9ce7-4cdd-b7b4-8899ea88d289" providerId="ADAL" clId="{ADEEF08A-D719-4B50-A383-4105EDA2C206}" dt="2026-03-06T15:10:04.834" v="5923" actId="20577"/>
        <pc:sldMkLst>
          <pc:docMk/>
          <pc:sldMk cId="2961389282" sldId="2145706309"/>
        </pc:sldMkLst>
        <pc:spChg chg="mod">
          <ac:chgData name="Graf Thomas, SCS-INI-NET-VNC-E2E" userId="487bc3e3-9ce7-4cdd-b7b4-8899ea88d289" providerId="ADAL" clId="{ADEEF08A-D719-4B50-A383-4105EDA2C206}" dt="2026-03-06T14:56:46.288" v="5642" actId="20577"/>
          <ac:spMkLst>
            <pc:docMk/>
            <pc:sldMk cId="2961389282" sldId="2145706309"/>
            <ac:spMk id="2" creationId="{D6C10DAF-D462-6EB1-0CF1-478F85BDA7CE}"/>
          </ac:spMkLst>
        </pc:spChg>
        <pc:spChg chg="mod">
          <ac:chgData name="Graf Thomas, SCS-INI-NET-VNC-E2E" userId="487bc3e3-9ce7-4cdd-b7b4-8899ea88d289" providerId="ADAL" clId="{ADEEF08A-D719-4B50-A383-4105EDA2C206}" dt="2026-03-06T15:10:04.834" v="5923" actId="20577"/>
          <ac:spMkLst>
            <pc:docMk/>
            <pc:sldMk cId="2961389282" sldId="2145706309"/>
            <ac:spMk id="3" creationId="{3F4CBE7F-1450-A754-E524-9EE662BEDE60}"/>
          </ac:spMkLst>
        </pc:spChg>
      </pc:sldChg>
      <pc:sldChg chg="modSp add mod">
        <pc:chgData name="Graf Thomas, SCS-INI-NET-VNC-E2E" userId="487bc3e3-9ce7-4cdd-b7b4-8899ea88d289" providerId="ADAL" clId="{ADEEF08A-D719-4B50-A383-4105EDA2C206}" dt="2026-03-06T15:02:28.468" v="5769" actId="20577"/>
        <pc:sldMkLst>
          <pc:docMk/>
          <pc:sldMk cId="3526121720" sldId="2145706310"/>
        </pc:sldMkLst>
        <pc:spChg chg="mod">
          <ac:chgData name="Graf Thomas, SCS-INI-NET-VNC-E2E" userId="487bc3e3-9ce7-4cdd-b7b4-8899ea88d289" providerId="ADAL" clId="{ADEEF08A-D719-4B50-A383-4105EDA2C206}" dt="2026-03-06T15:01:03.276" v="5746" actId="20577"/>
          <ac:spMkLst>
            <pc:docMk/>
            <pc:sldMk cId="3526121720" sldId="2145706310"/>
            <ac:spMk id="2" creationId="{1F033A87-C4E6-E524-04E5-EE9D5A15D744}"/>
          </ac:spMkLst>
        </pc:spChg>
        <pc:spChg chg="mod">
          <ac:chgData name="Graf Thomas, SCS-INI-NET-VNC-E2E" userId="487bc3e3-9ce7-4cdd-b7b4-8899ea88d289" providerId="ADAL" clId="{ADEEF08A-D719-4B50-A383-4105EDA2C206}" dt="2026-03-06T15:02:28.468" v="5769" actId="20577"/>
          <ac:spMkLst>
            <pc:docMk/>
            <pc:sldMk cId="3526121720" sldId="2145706310"/>
            <ac:spMk id="3" creationId="{6839CD65-1808-02FF-CA18-453F3A163671}"/>
          </ac:spMkLst>
        </pc:spChg>
      </pc:sldChg>
      <pc:sldChg chg="add">
        <pc:chgData name="Graf Thomas, SCS-INI-NET-VNC-E2E" userId="487bc3e3-9ce7-4cdd-b7b4-8899ea88d289" providerId="ADAL" clId="{ADEEF08A-D719-4B50-A383-4105EDA2C206}" dt="2026-03-06T15:06:34.899" v="5904"/>
        <pc:sldMkLst>
          <pc:docMk/>
          <pc:sldMk cId="1403244520" sldId="2145706311"/>
        </pc:sldMkLst>
      </pc:sldChg>
      <pc:sldChg chg="add">
        <pc:chgData name="Graf Thomas, SCS-INI-NET-VNC-E2E" userId="487bc3e3-9ce7-4cdd-b7b4-8899ea88d289" providerId="ADAL" clId="{ADEEF08A-D719-4B50-A383-4105EDA2C206}" dt="2026-03-06T15:06:34.899" v="5904"/>
        <pc:sldMkLst>
          <pc:docMk/>
          <pc:sldMk cId="632967186" sldId="2145706312"/>
        </pc:sldMkLst>
      </pc:sldChg>
      <pc:sldChg chg="add">
        <pc:chgData name="Graf Thomas, SCS-INI-NET-VNC-E2E" userId="487bc3e3-9ce7-4cdd-b7b4-8899ea88d289" providerId="ADAL" clId="{ADEEF08A-D719-4B50-A383-4105EDA2C206}" dt="2026-03-06T15:06:34.899" v="5904"/>
        <pc:sldMkLst>
          <pc:docMk/>
          <pc:sldMk cId="3870071406" sldId="2145706313"/>
        </pc:sldMkLst>
      </pc:sldChg>
      <pc:sldChg chg="add">
        <pc:chgData name="Graf Thomas, SCS-INI-NET-VNC-E2E" userId="487bc3e3-9ce7-4cdd-b7b4-8899ea88d289" providerId="ADAL" clId="{ADEEF08A-D719-4B50-A383-4105EDA2C206}" dt="2026-03-06T15:06:34.899" v="5904"/>
        <pc:sldMkLst>
          <pc:docMk/>
          <pc:sldMk cId="2884885474" sldId="2145706314"/>
        </pc:sldMkLst>
      </pc:sldChg>
      <pc:sldChg chg="modSp add mod">
        <pc:chgData name="Graf Thomas, SCS-INI-NET-VNC-E2E" userId="487bc3e3-9ce7-4cdd-b7b4-8899ea88d289" providerId="ADAL" clId="{ADEEF08A-D719-4B50-A383-4105EDA2C206}" dt="2026-03-06T15:08:45.874" v="5909" actId="313"/>
        <pc:sldMkLst>
          <pc:docMk/>
          <pc:sldMk cId="822671291" sldId="2145706315"/>
        </pc:sldMkLst>
        <pc:spChg chg="mod">
          <ac:chgData name="Graf Thomas, SCS-INI-NET-VNC-E2E" userId="487bc3e3-9ce7-4cdd-b7b4-8899ea88d289" providerId="ADAL" clId="{ADEEF08A-D719-4B50-A383-4105EDA2C206}" dt="2026-03-06T15:08:38.374" v="5908" actId="790"/>
          <ac:spMkLst>
            <pc:docMk/>
            <pc:sldMk cId="822671291" sldId="2145706315"/>
            <ac:spMk id="2" creationId="{9D734BEF-C196-3BAF-0F2E-FB66BF042884}"/>
          </ac:spMkLst>
        </pc:spChg>
        <pc:spChg chg="mod">
          <ac:chgData name="Graf Thomas, SCS-INI-NET-VNC-E2E" userId="487bc3e3-9ce7-4cdd-b7b4-8899ea88d289" providerId="ADAL" clId="{ADEEF08A-D719-4B50-A383-4105EDA2C206}" dt="2026-03-06T15:08:45.874" v="5909" actId="313"/>
          <ac:spMkLst>
            <pc:docMk/>
            <pc:sldMk cId="822671291" sldId="2145706315"/>
            <ac:spMk id="3" creationId="{6EA985DA-ABCF-AB10-5C45-1B7050950E17}"/>
          </ac:spMkLst>
        </pc:spChg>
        <pc:spChg chg="mod">
          <ac:chgData name="Graf Thomas, SCS-INI-NET-VNC-E2E" userId="487bc3e3-9ce7-4cdd-b7b4-8899ea88d289" providerId="ADAL" clId="{ADEEF08A-D719-4B50-A383-4105EDA2C206}" dt="2026-03-06T15:08:38.374" v="5908" actId="790"/>
          <ac:spMkLst>
            <pc:docMk/>
            <pc:sldMk cId="822671291" sldId="2145706315"/>
            <ac:spMk id="6" creationId="{6FA6137A-D97E-E8DA-4B6E-B20E079C61E4}"/>
          </ac:spMkLst>
        </pc:spChg>
      </pc:sldChg>
      <pc:sldChg chg="modSp add del mod">
        <pc:chgData name="Graf Thomas, SCS-INI-NET-VNC-E2E" userId="487bc3e3-9ce7-4cdd-b7b4-8899ea88d289" providerId="ADAL" clId="{ADEEF08A-D719-4B50-A383-4105EDA2C206}" dt="2026-03-06T15:27:05.528" v="6106" actId="47"/>
        <pc:sldMkLst>
          <pc:docMk/>
          <pc:sldMk cId="3812470375" sldId="214570631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705E9-673F-4AC4-B29E-A7B26F3B8523}" type="datetimeFigureOut">
              <a:rPr lang="de-CH" smtClean="0"/>
              <a:t>14.03.2026</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BC52A0-2F3F-497F-8536-39D60282E9C2}" type="slidenum">
              <a:rPr lang="de-CH" smtClean="0"/>
              <a:t>‹#›</a:t>
            </a:fld>
            <a:endParaRPr lang="de-CH"/>
          </a:p>
        </p:txBody>
      </p:sp>
    </p:spTree>
    <p:extLst>
      <p:ext uri="{BB962C8B-B14F-4D97-AF65-F5344CB8AC3E}">
        <p14:creationId xmlns:p14="http://schemas.microsoft.com/office/powerpoint/2010/main" val="23167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2BBC52A0-2F3F-497F-8536-39D60282E9C2}" type="slidenum">
              <a:rPr lang="de-CH" smtClean="0"/>
              <a:t>5</a:t>
            </a:fld>
            <a:endParaRPr lang="de-CH"/>
          </a:p>
        </p:txBody>
      </p:sp>
    </p:spTree>
    <p:extLst>
      <p:ext uri="{BB962C8B-B14F-4D97-AF65-F5344CB8AC3E}">
        <p14:creationId xmlns:p14="http://schemas.microsoft.com/office/powerpoint/2010/main" val="3494529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2BBC52A0-2F3F-497F-8536-39D60282E9C2}" type="slidenum">
              <a:rPr lang="de-CH" smtClean="0"/>
              <a:t>10</a:t>
            </a:fld>
            <a:endParaRPr lang="de-CH"/>
          </a:p>
        </p:txBody>
      </p:sp>
    </p:spTree>
    <p:extLst>
      <p:ext uri="{BB962C8B-B14F-4D97-AF65-F5344CB8AC3E}">
        <p14:creationId xmlns:p14="http://schemas.microsoft.com/office/powerpoint/2010/main" val="1475579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E5BBCCF6-F8A8-4C49-BF3D-CA1AA74CA975}" type="slidenum">
              <a:rPr lang="de-DE" sz="1000" smtClean="0"/>
              <a:t>20</a:t>
            </a:fld>
            <a:endParaRPr lang="de-DE" sz="1000"/>
          </a:p>
        </p:txBody>
      </p:sp>
    </p:spTree>
    <p:extLst>
      <p:ext uri="{BB962C8B-B14F-4D97-AF65-F5344CB8AC3E}">
        <p14:creationId xmlns:p14="http://schemas.microsoft.com/office/powerpoint/2010/main" val="135297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4512-1D3B-4B73-B042-476E6184E8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14168D7F-8149-41A1-BACA-3AE93B5EBA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2F31F274-2081-4043-A760-EBE78731B51B}"/>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06F4A492-DE76-49D9-B2D6-119D939A640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8F859CCC-4F98-451F-BD3B-E72AFDCA696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78582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BDF6-FBD2-40AF-9486-BB4A908B2A31}"/>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6FAC614F-9AF2-40AF-A811-367A6AFA5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8E787B81-7873-4625-90C6-65B7D39F68FA}"/>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7D062558-7E3E-4F68-94CA-8F448DCC8E4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2A3E61FB-1357-46F5-903C-1994E98B264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0993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D0C7-725B-4BFF-9522-83239C8F81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C97E1048-3DC5-4B9C-899F-DED6314AE2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5DBFD-FBBF-4914-87A2-F3A61F56DED9}"/>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EB7571A4-73D2-444B-9013-7EFE083B18DF}"/>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7CCFB92-7142-4854-ACC6-4129F01E705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3903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6279-2318-4AD6-A5F8-75FAC2F47DDA}"/>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7AD0583D-F808-46BC-A112-FEA6430F47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4FE9A202-30E0-43D7-8764-65A6F84FDD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32791E6B-307F-487A-ACE7-95C6B653CB57}"/>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6" name="Footer Placeholder 5">
            <a:extLst>
              <a:ext uri="{FF2B5EF4-FFF2-40B4-BE49-F238E27FC236}">
                <a16:creationId xmlns:a16="http://schemas.microsoft.com/office/drawing/2014/main" id="{2621F60B-CB79-4100-B5DF-1E9EA55C1EE4}"/>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8193C06A-1F3A-41DA-8ED0-F1B0534320A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7873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37BF-12E0-4609-8885-BA3B61207024}"/>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41D6F202-5F12-4652-B24C-DE18E1A33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F7499-BB9D-474C-80E4-FBDD9AF94F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1FE8ABCD-03D9-487D-A401-5C46542B9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90E7B8-775C-4651-8505-06EEF69C7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5EE55546-7C7E-4AE1-B224-70E058A04CB8}"/>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8" name="Footer Placeholder 7">
            <a:extLst>
              <a:ext uri="{FF2B5EF4-FFF2-40B4-BE49-F238E27FC236}">
                <a16:creationId xmlns:a16="http://schemas.microsoft.com/office/drawing/2014/main" id="{0A87DA8F-0A89-45FF-A3CC-8973287CFF46}"/>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D52A632D-9625-4B76-A006-24C009E135A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80005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A4D9-592C-47DB-A38B-6773D38A3113}"/>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30F8F040-BDDF-4877-8526-169F2DA14C15}"/>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4" name="Footer Placeholder 3">
            <a:extLst>
              <a:ext uri="{FF2B5EF4-FFF2-40B4-BE49-F238E27FC236}">
                <a16:creationId xmlns:a16="http://schemas.microsoft.com/office/drawing/2014/main" id="{7E90B3BB-C496-4AF5-8EB6-7559F47A6841}"/>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87FE77DB-3A65-40BB-95CE-131D701F68B3}"/>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4934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6202C-9526-41D5-A80B-2DF289677874}"/>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3" name="Footer Placeholder 2">
            <a:extLst>
              <a:ext uri="{FF2B5EF4-FFF2-40B4-BE49-F238E27FC236}">
                <a16:creationId xmlns:a16="http://schemas.microsoft.com/office/drawing/2014/main" id="{1E3DB588-08C7-4A6C-AB92-AA66E93DA399}"/>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726035E7-88C8-4D96-B785-776340A7BD1B}"/>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45811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2E0B-BAAE-488E-8A9B-5E2F97281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308C22BD-ADB1-4F08-B9D6-E993F811F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CB329BCF-9547-4664-BC89-023CF460C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6FE1-476B-4893-8CD9-264AC97F89A0}"/>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6" name="Footer Placeholder 5">
            <a:extLst>
              <a:ext uri="{FF2B5EF4-FFF2-40B4-BE49-F238E27FC236}">
                <a16:creationId xmlns:a16="http://schemas.microsoft.com/office/drawing/2014/main" id="{7235B88A-2D78-46C2-BBA5-A7E4B6C778E0}"/>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1CFBCD13-0D0A-4531-9C78-280B19232CD6}"/>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84895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2F91-0DE7-463A-B320-CFD88985B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DA8FAE06-08B0-40A8-8F3E-C20E2667A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F52DC7CF-A958-437D-97CD-D3E81DB92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2DCF7-E5CF-40ED-9C23-5F54FB7C501D}"/>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6" name="Footer Placeholder 5">
            <a:extLst>
              <a:ext uri="{FF2B5EF4-FFF2-40B4-BE49-F238E27FC236}">
                <a16:creationId xmlns:a16="http://schemas.microsoft.com/office/drawing/2014/main" id="{46B598A1-F516-4BF3-A1DB-EFB3FD805F93}"/>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24DCE8FE-0171-448F-8772-43B1E4122EF1}"/>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54026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D866-2D41-48BC-9DC3-7FEE77BA7CD7}"/>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7477519-4E02-40D8-8B6A-3A512977D4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56831AF6-5DD6-4C3B-B500-F46F75D54246}"/>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A75992F3-29F5-4955-B2D5-391EC52DB76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DBDB107A-54F3-441F-911A-3CD57FDE6E72}"/>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9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349AB2-2AB2-43A7-8656-1622691F7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E3361E9-F971-441C-8CE6-36B504422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18CF5765-AAA1-4EBA-9889-B58751F154F4}"/>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71F360DF-246C-4E18-B36B-0922733683DC}"/>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F8C95E4A-A865-4DAD-8AEC-EE7D584D640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55912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black">
          <a:xfrm>
            <a:off x="1199456" y="1484784"/>
            <a:ext cx="10512000" cy="4896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Click to edit text. Use the buttons “Increase List Level” and “Decrease List Level” for copytext or bullet levels.</a:t>
            </a:r>
          </a:p>
          <a:p>
            <a:pPr lvl="1"/>
            <a:r>
              <a:rPr lang="en-GB"/>
              <a:t>Level 2</a:t>
            </a:r>
          </a:p>
          <a:p>
            <a:pPr lvl="2"/>
            <a:r>
              <a:rPr lang="en-GB"/>
              <a:t>Level 3</a:t>
            </a:r>
          </a:p>
          <a:p>
            <a:pPr lvl="3"/>
            <a:r>
              <a:rPr lang="en-GB"/>
              <a:t>Level 4</a:t>
            </a:r>
          </a:p>
          <a:p>
            <a:pPr lvl="4"/>
            <a:r>
              <a:rPr lang="en-GB"/>
              <a:t>Level 5</a:t>
            </a:r>
          </a:p>
          <a:p>
            <a:pPr lvl="5"/>
            <a:r>
              <a:rPr lang="en-GB"/>
              <a:t>Level 6</a:t>
            </a:r>
          </a:p>
          <a:p>
            <a:pPr lvl="6"/>
            <a:r>
              <a:rPr lang="en-GB"/>
              <a:t>Level 7</a:t>
            </a:r>
          </a:p>
          <a:p>
            <a:pPr lvl="7"/>
            <a:r>
              <a:rPr lang="en-GB"/>
              <a:t>Level 8</a:t>
            </a:r>
          </a:p>
          <a:p>
            <a:pPr lvl="8"/>
            <a:r>
              <a:rPr lang="en-GB"/>
              <a:t>Level 9</a:t>
            </a:r>
          </a:p>
        </p:txBody>
      </p:sp>
      <p:sp>
        <p:nvSpPr>
          <p:cNvPr id="5" name="Fußzeilenplatzhalter 4"/>
          <p:cNvSpPr>
            <a:spLocks noGrp="1"/>
          </p:cNvSpPr>
          <p:nvPr>
            <p:ph type="ftr" sz="quarter" idx="11"/>
          </p:nvPr>
        </p:nvSpPr>
        <p:spPr bwMode="black">
          <a:xfrm rot="16200000">
            <a:off x="-1645334" y="3392999"/>
            <a:ext cx="4105278" cy="287903"/>
          </a:xfrm>
        </p:spPr>
        <p:txBody>
          <a:bodyPr/>
          <a:lstStyle/>
          <a:p>
            <a:r>
              <a:rPr lang="en-US"/>
              <a:t>Introduction to Telemetry </a:t>
            </a:r>
            <a:endParaRPr lang="en-GB"/>
          </a:p>
        </p:txBody>
      </p:sp>
      <p:sp>
        <p:nvSpPr>
          <p:cNvPr id="6" name="Foliennummernplatzhalter 5"/>
          <p:cNvSpPr>
            <a:spLocks noGrp="1"/>
          </p:cNvSpPr>
          <p:nvPr>
            <p:ph type="sldNum" sz="quarter" idx="12"/>
          </p:nvPr>
        </p:nvSpPr>
        <p:spPr bwMode="black"/>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black">
          <a:xfrm>
            <a:off x="1199456" y="332656"/>
            <a:ext cx="10512000" cy="720000"/>
          </a:xfrm>
        </p:spPr>
        <p:txBody>
          <a:bodyPr/>
          <a:lstStyle>
            <a:lvl1pPr>
              <a:defRPr/>
            </a:lvl1pPr>
          </a:lstStyle>
          <a:p>
            <a:r>
              <a:rPr lang="en-GB"/>
              <a:t>Click to edit title</a:t>
            </a:r>
          </a:p>
        </p:txBody>
      </p:sp>
    </p:spTree>
    <p:extLst>
      <p:ext uri="{BB962C8B-B14F-4D97-AF65-F5344CB8AC3E}">
        <p14:creationId xmlns:p14="http://schemas.microsoft.com/office/powerpoint/2010/main" val="176064646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Picture | Negative">
    <p:spTree>
      <p:nvGrpSpPr>
        <p:cNvPr id="1" name=""/>
        <p:cNvGrpSpPr/>
        <p:nvPr/>
      </p:nvGrpSpPr>
      <p:grpSpPr>
        <a:xfrm>
          <a:off x="0" y="0"/>
          <a:ext cx="0" cy="0"/>
          <a:chOff x="0" y="0"/>
          <a:chExt cx="0" cy="0"/>
        </a:xfrm>
      </p:grpSpPr>
      <p:sp>
        <p:nvSpPr>
          <p:cNvPr id="8" name="Bildplatzhalter 8">
            <a:extLst>
              <a:ext uri="{FF2B5EF4-FFF2-40B4-BE49-F238E27FC236}">
                <a16:creationId xmlns:a16="http://schemas.microsoft.com/office/drawing/2014/main" id="{4CAA1A37-9204-4A25-9054-31917E425592}"/>
              </a:ext>
            </a:extLst>
          </p:cNvPr>
          <p:cNvSpPr>
            <a:spLocks noGrp="1"/>
          </p:cNvSpPr>
          <p:nvPr>
            <p:ph type="pic" sz="quarter" idx="13" hasCustomPrompt="1"/>
          </p:nvPr>
        </p:nvSpPr>
        <p:spPr bwMode="gray">
          <a:xfrm>
            <a:off x="0" y="0"/>
            <a:ext cx="12191999" cy="6858000"/>
          </a:xfrm>
          <a:solidFill>
            <a:srgbClr val="DDE3E7"/>
          </a:solidFill>
        </p:spPr>
        <p:txBody>
          <a:bodyPr lIns="9432000" rIns="504000" bIns="0" anchor="ctr"/>
          <a:lstStyle>
            <a:lvl1pPr marL="0" indent="0" algn="l">
              <a:lnSpc>
                <a:spcPct val="100000"/>
              </a:lnSpc>
              <a:spcBef>
                <a:spcPts val="0"/>
              </a:spcBef>
              <a:spcAft>
                <a:spcPts val="0"/>
              </a:spcAft>
              <a:buFont typeface="Arial" panose="020B0604020202020204" pitchFamily="34" charset="0"/>
              <a:buNone/>
              <a:defRPr sz="1200" b="0">
                <a:latin typeface="+mn-lt"/>
              </a:defRPr>
            </a:lvl1pPr>
            <a:lvl2pPr marL="0" indent="0" algn="ctr">
              <a:lnSpc>
                <a:spcPct val="100000"/>
              </a:lnSpc>
              <a:spcBef>
                <a:spcPts val="0"/>
              </a:spcBef>
              <a:spcAft>
                <a:spcPts val="0"/>
              </a:spcAft>
              <a:buNone/>
              <a:defRPr sz="1200"/>
            </a:lvl2pPr>
            <a:lvl3pPr marL="0" indent="0" algn="ctr">
              <a:lnSpc>
                <a:spcPct val="100000"/>
              </a:lnSpc>
              <a:spcBef>
                <a:spcPts val="0"/>
              </a:spcBef>
              <a:spcAft>
                <a:spcPts val="0"/>
              </a:spcAft>
              <a:buNone/>
              <a:defRPr sz="1200"/>
            </a:lvl3pPr>
            <a:lvl4pPr marL="0" indent="0" algn="ctr">
              <a:lnSpc>
                <a:spcPct val="100000"/>
              </a:lnSpc>
              <a:spcBef>
                <a:spcPts val="0"/>
              </a:spcBef>
              <a:spcAft>
                <a:spcPts val="0"/>
              </a:spcAft>
              <a:buNone/>
              <a:defRPr sz="1200"/>
            </a:lvl4pPr>
            <a:lvl5pPr marL="0" indent="0" algn="ctr">
              <a:lnSpc>
                <a:spcPct val="100000"/>
              </a:lnSpc>
              <a:spcBef>
                <a:spcPts val="0"/>
              </a:spcBef>
              <a:spcAft>
                <a:spcPts val="0"/>
              </a:spcAft>
              <a:buNone/>
              <a:defRPr sz="1200"/>
            </a:lvl5pPr>
            <a:lvl6pPr marL="0" indent="0" algn="ctr">
              <a:lnSpc>
                <a:spcPct val="100000"/>
              </a:lnSpc>
              <a:spcBef>
                <a:spcPts val="0"/>
              </a:spcBef>
              <a:spcAft>
                <a:spcPts val="0"/>
              </a:spcAft>
              <a:buNone/>
              <a:defRPr sz="1200"/>
            </a:lvl6pPr>
            <a:lvl7pPr marL="0" indent="0" algn="ctr">
              <a:lnSpc>
                <a:spcPct val="100000"/>
              </a:lnSpc>
              <a:spcBef>
                <a:spcPts val="0"/>
              </a:spcBef>
              <a:spcAft>
                <a:spcPts val="0"/>
              </a:spcAft>
              <a:buNone/>
              <a:defRPr sz="1200"/>
            </a:lvl7pPr>
            <a:lvl8pPr marL="0" indent="0" algn="ctr">
              <a:lnSpc>
                <a:spcPct val="100000"/>
              </a:lnSpc>
              <a:spcBef>
                <a:spcPts val="0"/>
              </a:spcBef>
              <a:spcAft>
                <a:spcPts val="0"/>
              </a:spcAft>
              <a:buNone/>
              <a:defRPr sz="1200"/>
            </a:lvl8pPr>
            <a:lvl9pPr marL="0" indent="0" algn="ctr">
              <a:lnSpc>
                <a:spcPct val="100000"/>
              </a:lnSpc>
              <a:spcBef>
                <a:spcPts val="0"/>
              </a:spcBef>
              <a:spcAft>
                <a:spcPts val="0"/>
              </a:spcAft>
              <a:buNone/>
              <a:defRPr sz="1200"/>
            </a:lvl9pPr>
          </a:lstStyle>
          <a:p>
            <a:pPr lvl="0"/>
            <a:r>
              <a:rPr lang="en-GB"/>
              <a:t>To add a picture, please right click the image placeholder and bring it to front. </a:t>
            </a:r>
            <a:br>
              <a:rPr lang="en-GB"/>
            </a:br>
            <a:br>
              <a:rPr lang="en-GB"/>
            </a:br>
            <a:r>
              <a:rPr lang="en-GB"/>
              <a:t>You can now insert a picture by clicking on the placeholder image icon. Then click the Reset button on the Home menu tab to send the picture to background.</a:t>
            </a:r>
          </a:p>
        </p:txBody>
      </p:sp>
      <p:sp>
        <p:nvSpPr>
          <p:cNvPr id="10" name="Text Placeholder 5">
            <a:extLst>
              <a:ext uri="{FF2B5EF4-FFF2-40B4-BE49-F238E27FC236}">
                <a16:creationId xmlns:a16="http://schemas.microsoft.com/office/drawing/2014/main" id="{CDB9E957-3F55-4CEB-ABFA-916F4BB161AA}"/>
              </a:ext>
            </a:extLst>
          </p:cNvPr>
          <p:cNvSpPr>
            <a:spLocks noGrp="1" noChangeAspect="1"/>
          </p:cNvSpPr>
          <p:nvPr>
            <p:ph type="body" sz="quarter" idx="15" hasCustomPrompt="1"/>
          </p:nvPr>
        </p:nvSpPr>
        <p:spPr bwMode="gray">
          <a:xfrm>
            <a:off x="263352" y="5120522"/>
            <a:ext cx="234000" cy="1260806"/>
          </a:xfrm>
          <a:blipFill>
            <a:blip r:embed="rId2" cstate="print">
              <a:extLst>
                <a:ext uri="{28A0092B-C50C-407E-A947-70E740481C1C}">
                  <a14:useLocalDpi xmlns:a14="http://schemas.microsoft.com/office/drawing/2010/main"/>
                </a:ext>
              </a:extLst>
            </a:blip>
            <a:stretch>
              <a:fillRect/>
            </a:stretch>
          </a:blipFill>
        </p:spPr>
        <p:txBody>
          <a:bodyPr/>
          <a:lstStyle>
            <a:lvl1pPr marL="0" indent="0">
              <a:lnSpc>
                <a:spcPct val="100000"/>
              </a:lnSpc>
              <a:spcBef>
                <a:spcPts val="0"/>
              </a:spcBef>
              <a:spcAft>
                <a:spcPts val="0"/>
              </a:spcAft>
              <a:buFont typeface="Arial" panose="020B0604020202020204" pitchFamily="34" charset="0"/>
              <a:buNone/>
              <a:defRPr sz="100">
                <a:solidFill>
                  <a:schemeClr val="bg1"/>
                </a:solidFill>
              </a:defRPr>
            </a:lvl1pPr>
            <a:lvl2pPr marL="0" indent="0">
              <a:lnSpc>
                <a:spcPct val="100000"/>
              </a:lnSpc>
              <a:spcBef>
                <a:spcPts val="0"/>
              </a:spcBef>
              <a:spcAft>
                <a:spcPts val="0"/>
              </a:spcAft>
              <a:buFont typeface="Arial" panose="020B0604020202020204" pitchFamily="34" charset="0"/>
              <a:buNone/>
              <a:defRPr sz="100">
                <a:solidFill>
                  <a:schemeClr val="bg1"/>
                </a:solidFill>
              </a:defRPr>
            </a:lvl2pPr>
            <a:lvl3pPr marL="0" indent="0">
              <a:lnSpc>
                <a:spcPct val="100000"/>
              </a:lnSpc>
              <a:spcBef>
                <a:spcPts val="0"/>
              </a:spcBef>
              <a:spcAft>
                <a:spcPts val="0"/>
              </a:spcAft>
              <a:buNone/>
              <a:defRPr sz="100">
                <a:solidFill>
                  <a:schemeClr val="bg1"/>
                </a:solidFill>
              </a:defRPr>
            </a:lvl3pPr>
            <a:lvl4pPr marL="0" indent="0">
              <a:lnSpc>
                <a:spcPct val="100000"/>
              </a:lnSpc>
              <a:spcBef>
                <a:spcPts val="0"/>
              </a:spcBef>
              <a:spcAft>
                <a:spcPts val="0"/>
              </a:spcAft>
              <a:buNone/>
              <a:defRPr sz="100">
                <a:solidFill>
                  <a:schemeClr val="bg1"/>
                </a:solidFill>
              </a:defRPr>
            </a:lvl4pPr>
            <a:lvl5pPr marL="0" indent="0">
              <a:lnSpc>
                <a:spcPct val="100000"/>
              </a:lnSpc>
              <a:spcBef>
                <a:spcPts val="0"/>
              </a:spcBef>
              <a:spcAft>
                <a:spcPts val="0"/>
              </a:spcAft>
              <a:buNone/>
              <a:defRPr sz="100">
                <a:solidFill>
                  <a:schemeClr val="bg1"/>
                </a:solidFill>
              </a:defRPr>
            </a:lvl5pPr>
            <a:lvl6pPr marL="0" indent="0">
              <a:lnSpc>
                <a:spcPct val="100000"/>
              </a:lnSpc>
              <a:spcBef>
                <a:spcPts val="0"/>
              </a:spcBef>
              <a:spcAft>
                <a:spcPts val="0"/>
              </a:spcAft>
              <a:buNone/>
              <a:defRPr sz="100">
                <a:solidFill>
                  <a:schemeClr val="bg1"/>
                </a:solidFill>
              </a:defRPr>
            </a:lvl6pPr>
            <a:lvl7pPr marL="0" indent="0">
              <a:lnSpc>
                <a:spcPct val="100000"/>
              </a:lnSpc>
              <a:spcBef>
                <a:spcPts val="0"/>
              </a:spcBef>
              <a:spcAft>
                <a:spcPts val="0"/>
              </a:spcAft>
              <a:buNone/>
              <a:defRPr sz="100">
                <a:solidFill>
                  <a:schemeClr val="bg1"/>
                </a:solidFill>
              </a:defRPr>
            </a:lvl7pPr>
            <a:lvl8pPr marL="0" indent="0">
              <a:lnSpc>
                <a:spcPct val="100000"/>
              </a:lnSpc>
              <a:spcBef>
                <a:spcPts val="0"/>
              </a:spcBef>
              <a:spcAft>
                <a:spcPts val="0"/>
              </a:spcAft>
              <a:buNone/>
              <a:defRPr sz="100">
                <a:solidFill>
                  <a:schemeClr val="bg1"/>
                </a:solidFill>
              </a:defRPr>
            </a:lvl8pPr>
            <a:lvl9pPr marL="0" indent="0">
              <a:lnSpc>
                <a:spcPct val="100000"/>
              </a:lnSpc>
              <a:spcBef>
                <a:spcPts val="0"/>
              </a:spcBef>
              <a:spcAft>
                <a:spcPts val="0"/>
              </a:spcAft>
              <a:buNone/>
              <a:defRPr sz="100">
                <a:solidFill>
                  <a:schemeClr val="bg1"/>
                </a:solidFill>
              </a:defRPr>
            </a:lvl9pPr>
          </a:lstStyle>
          <a:p>
            <a:pPr lvl="0"/>
            <a:r>
              <a:rPr lang="en-GB"/>
              <a:t> </a:t>
            </a:r>
          </a:p>
        </p:txBody>
      </p:sp>
      <p:sp>
        <p:nvSpPr>
          <p:cNvPr id="2" name="Titel 1"/>
          <p:cNvSpPr>
            <a:spLocks noGrp="1"/>
          </p:cNvSpPr>
          <p:nvPr>
            <p:ph type="ctrTitle" hasCustomPrompt="1"/>
          </p:nvPr>
        </p:nvSpPr>
        <p:spPr bwMode="gray">
          <a:xfrm>
            <a:off x="1199456" y="333375"/>
            <a:ext cx="8208000" cy="3239002"/>
          </a:xfrm>
        </p:spPr>
        <p:txBody>
          <a:bodyPr tIns="0" bIns="0" anchor="b"/>
          <a:lstStyle>
            <a:lvl1pPr algn="l">
              <a:lnSpc>
                <a:spcPct val="90000"/>
              </a:lnSpc>
              <a:defRPr sz="6600" b="1" i="0" spc="-150" baseline="0">
                <a:solidFill>
                  <a:schemeClr val="bg1"/>
                </a:solidFill>
                <a:latin typeface="+mj-lt"/>
              </a:defRPr>
            </a:lvl1pPr>
          </a:lstStyle>
          <a:p>
            <a:r>
              <a:rPr lang="en-GB"/>
              <a:t>Click to edit title</a:t>
            </a:r>
          </a:p>
        </p:txBody>
      </p:sp>
      <p:sp>
        <p:nvSpPr>
          <p:cNvPr id="3" name="Untertitel 2"/>
          <p:cNvSpPr>
            <a:spLocks noGrp="1"/>
          </p:cNvSpPr>
          <p:nvPr>
            <p:ph type="subTitle" idx="1" hasCustomPrompt="1"/>
          </p:nvPr>
        </p:nvSpPr>
        <p:spPr bwMode="gray">
          <a:xfrm>
            <a:off x="1199456" y="3716313"/>
            <a:ext cx="8208000" cy="720000"/>
          </a:xfrm>
        </p:spPr>
        <p:txBody>
          <a:bodyPr/>
          <a:lstStyle>
            <a:lvl1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1pPr>
            <a:lvl2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2pPr>
            <a:lvl3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3pPr>
            <a:lvl4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4pPr>
            <a:lvl5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5pPr>
            <a:lvl6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6pPr>
            <a:lvl7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7pPr>
            <a:lvl8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8pPr>
            <a:lvl9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9pPr>
          </a:lstStyle>
          <a:p>
            <a:r>
              <a:rPr lang="en-GB"/>
              <a:t>Click to edit subline</a:t>
            </a:r>
          </a:p>
          <a:p>
            <a:pPr lvl="1"/>
            <a:r>
              <a:rPr lang="en-GB"/>
              <a:t>Level 2</a:t>
            </a:r>
          </a:p>
        </p:txBody>
      </p:sp>
      <p:sp>
        <p:nvSpPr>
          <p:cNvPr id="6" name="Text Placeholder 5">
            <a:extLst>
              <a:ext uri="{FF2B5EF4-FFF2-40B4-BE49-F238E27FC236}">
                <a16:creationId xmlns:a16="http://schemas.microsoft.com/office/drawing/2014/main" id="{B82FBF00-184A-445D-86C9-C33582C67623}"/>
              </a:ext>
            </a:extLst>
          </p:cNvPr>
          <p:cNvSpPr>
            <a:spLocks noGrp="1"/>
          </p:cNvSpPr>
          <p:nvPr>
            <p:ph type="body" sz="quarter" idx="14" hasCustomPrompt="1"/>
          </p:nvPr>
        </p:nvSpPr>
        <p:spPr bwMode="gray">
          <a:xfrm>
            <a:off x="255600" y="360000"/>
            <a:ext cx="342000" cy="460800"/>
          </a:xfrm>
          <a:blipFill>
            <a:blip r:embed="rId3" cstate="print">
              <a:extLst>
                <a:ext uri="{28A0092B-C50C-407E-A947-70E740481C1C}">
                  <a14:useLocalDpi xmlns:a14="http://schemas.microsoft.com/office/drawing/2010/main"/>
                </a:ext>
              </a:extLst>
            </a:blip>
            <a:stretch>
              <a:fillRect/>
            </a:stretch>
          </a:blipFill>
        </p:spPr>
        <p:txBody>
          <a:bodyPr/>
          <a:lstStyle>
            <a:lvl1pPr marL="0" indent="0">
              <a:lnSpc>
                <a:spcPct val="100000"/>
              </a:lnSpc>
              <a:spcBef>
                <a:spcPts val="0"/>
              </a:spcBef>
              <a:spcAft>
                <a:spcPts val="0"/>
              </a:spcAft>
              <a:buFont typeface="Arial" panose="020B0604020202020204" pitchFamily="34" charset="0"/>
              <a:buNone/>
              <a:defRPr sz="100">
                <a:solidFill>
                  <a:schemeClr val="bg1"/>
                </a:solidFill>
              </a:defRPr>
            </a:lvl1pPr>
            <a:lvl2pPr marL="0" indent="0">
              <a:lnSpc>
                <a:spcPct val="100000"/>
              </a:lnSpc>
              <a:spcBef>
                <a:spcPts val="0"/>
              </a:spcBef>
              <a:spcAft>
                <a:spcPts val="0"/>
              </a:spcAft>
              <a:buFont typeface="Arial" panose="020B0604020202020204" pitchFamily="34" charset="0"/>
              <a:buNone/>
              <a:defRPr sz="100">
                <a:solidFill>
                  <a:schemeClr val="bg1"/>
                </a:solidFill>
              </a:defRPr>
            </a:lvl2pPr>
            <a:lvl3pPr marL="0" indent="0">
              <a:lnSpc>
                <a:spcPct val="100000"/>
              </a:lnSpc>
              <a:spcBef>
                <a:spcPts val="0"/>
              </a:spcBef>
              <a:spcAft>
                <a:spcPts val="0"/>
              </a:spcAft>
              <a:buNone/>
              <a:defRPr sz="100">
                <a:solidFill>
                  <a:schemeClr val="bg1"/>
                </a:solidFill>
              </a:defRPr>
            </a:lvl3pPr>
            <a:lvl4pPr marL="0" indent="0">
              <a:lnSpc>
                <a:spcPct val="100000"/>
              </a:lnSpc>
              <a:spcBef>
                <a:spcPts val="0"/>
              </a:spcBef>
              <a:spcAft>
                <a:spcPts val="0"/>
              </a:spcAft>
              <a:buNone/>
              <a:defRPr sz="100">
                <a:solidFill>
                  <a:schemeClr val="bg1"/>
                </a:solidFill>
              </a:defRPr>
            </a:lvl4pPr>
            <a:lvl5pPr marL="0" indent="0">
              <a:lnSpc>
                <a:spcPct val="100000"/>
              </a:lnSpc>
              <a:spcBef>
                <a:spcPts val="0"/>
              </a:spcBef>
              <a:spcAft>
                <a:spcPts val="0"/>
              </a:spcAft>
              <a:buNone/>
              <a:defRPr sz="100">
                <a:solidFill>
                  <a:schemeClr val="bg1"/>
                </a:solidFill>
              </a:defRPr>
            </a:lvl5pPr>
            <a:lvl6pPr marL="0" indent="0">
              <a:lnSpc>
                <a:spcPct val="100000"/>
              </a:lnSpc>
              <a:spcBef>
                <a:spcPts val="0"/>
              </a:spcBef>
              <a:spcAft>
                <a:spcPts val="0"/>
              </a:spcAft>
              <a:buNone/>
              <a:defRPr sz="100">
                <a:solidFill>
                  <a:schemeClr val="bg1"/>
                </a:solidFill>
              </a:defRPr>
            </a:lvl6pPr>
            <a:lvl7pPr marL="0" indent="0">
              <a:lnSpc>
                <a:spcPct val="100000"/>
              </a:lnSpc>
              <a:spcBef>
                <a:spcPts val="0"/>
              </a:spcBef>
              <a:spcAft>
                <a:spcPts val="0"/>
              </a:spcAft>
              <a:buNone/>
              <a:defRPr sz="100">
                <a:solidFill>
                  <a:schemeClr val="bg1"/>
                </a:solidFill>
              </a:defRPr>
            </a:lvl7pPr>
            <a:lvl8pPr marL="0" indent="0">
              <a:lnSpc>
                <a:spcPct val="100000"/>
              </a:lnSpc>
              <a:spcBef>
                <a:spcPts val="0"/>
              </a:spcBef>
              <a:spcAft>
                <a:spcPts val="0"/>
              </a:spcAft>
              <a:buNone/>
              <a:defRPr sz="100">
                <a:solidFill>
                  <a:schemeClr val="bg1"/>
                </a:solidFill>
              </a:defRPr>
            </a:lvl8pPr>
            <a:lvl9pPr marL="0" indent="0">
              <a:lnSpc>
                <a:spcPct val="100000"/>
              </a:lnSpc>
              <a:spcBef>
                <a:spcPts val="0"/>
              </a:spcBef>
              <a:spcAft>
                <a:spcPts val="0"/>
              </a:spcAft>
              <a:buNone/>
              <a:defRPr sz="100">
                <a:solidFill>
                  <a:schemeClr val="bg1"/>
                </a:solidFill>
              </a:defRPr>
            </a:lvl9pPr>
          </a:lstStyle>
          <a:p>
            <a:pPr lvl="0"/>
            <a:r>
              <a:rPr lang="en-GB"/>
              <a:t> </a:t>
            </a:r>
          </a:p>
        </p:txBody>
      </p:sp>
      <p:sp>
        <p:nvSpPr>
          <p:cNvPr id="9" name="Text Placeholder 4">
            <a:extLst>
              <a:ext uri="{FF2B5EF4-FFF2-40B4-BE49-F238E27FC236}">
                <a16:creationId xmlns:a16="http://schemas.microsoft.com/office/drawing/2014/main" id="{E6E9A991-EE31-4DB7-89CA-2351FF78238B}"/>
              </a:ext>
            </a:extLst>
          </p:cNvPr>
          <p:cNvSpPr>
            <a:spLocks noGrp="1"/>
          </p:cNvSpPr>
          <p:nvPr>
            <p:ph type="body" sz="quarter" idx="16" hasCustomPrompt="1"/>
          </p:nvPr>
        </p:nvSpPr>
        <p:spPr>
          <a:xfrm>
            <a:off x="1199456" y="5697252"/>
            <a:ext cx="8208912" cy="684076"/>
          </a:xfrm>
        </p:spPr>
        <p:txBody>
          <a:bodyPr anchor="b"/>
          <a:lstStyle>
            <a:lvl1pPr marL="0" indent="0">
              <a:spcBef>
                <a:spcPts val="0"/>
              </a:spcBef>
              <a:spcAft>
                <a:spcPts val="0"/>
              </a:spcAft>
              <a:buFont typeface="Arial" panose="020B0604020202020204" pitchFamily="34" charset="0"/>
              <a:buNone/>
              <a:defRPr>
                <a:solidFill>
                  <a:schemeClr val="bg1"/>
                </a:solidFill>
              </a:defRPr>
            </a:lvl1pPr>
            <a:lvl2pPr marL="0" indent="0">
              <a:spcBef>
                <a:spcPts val="0"/>
              </a:spcBef>
              <a:spcAft>
                <a:spcPts val="0"/>
              </a:spcAft>
              <a:buNone/>
              <a:defRPr>
                <a:solidFill>
                  <a:schemeClr val="bg1"/>
                </a:solidFill>
              </a:defRPr>
            </a:lvl2pPr>
            <a:lvl3pPr marL="0" indent="0">
              <a:spcBef>
                <a:spcPts val="0"/>
              </a:spcBef>
              <a:spcAft>
                <a:spcPts val="0"/>
              </a:spcAft>
              <a:buNone/>
              <a:defRPr>
                <a:solidFill>
                  <a:schemeClr val="bg1"/>
                </a:solidFill>
              </a:defRPr>
            </a:lvl3pPr>
            <a:lvl4pPr marL="0" indent="0">
              <a:spcBef>
                <a:spcPts val="0"/>
              </a:spcBef>
              <a:spcAft>
                <a:spcPts val="0"/>
              </a:spcAft>
              <a:buNone/>
              <a:defRPr>
                <a:solidFill>
                  <a:schemeClr val="bg1"/>
                </a:solidFill>
              </a:defRPr>
            </a:lvl4pPr>
            <a:lvl5pPr marL="0" indent="0">
              <a:spcBef>
                <a:spcPts val="0"/>
              </a:spcBef>
              <a:spcAft>
                <a:spcPts val="0"/>
              </a:spcAft>
              <a:buNone/>
              <a:defRPr>
                <a:solidFill>
                  <a:schemeClr val="bg1"/>
                </a:solidFill>
              </a:defRPr>
            </a:lvl5pPr>
            <a:lvl6pPr marL="0" indent="0">
              <a:spcBef>
                <a:spcPts val="0"/>
              </a:spcBef>
              <a:spcAft>
                <a:spcPts val="0"/>
              </a:spcAft>
              <a:buNone/>
              <a:defRPr>
                <a:solidFill>
                  <a:schemeClr val="bg1"/>
                </a:solidFill>
              </a:defRPr>
            </a:lvl6pPr>
            <a:lvl7pPr marL="0" indent="0">
              <a:spcBef>
                <a:spcPts val="0"/>
              </a:spcBef>
              <a:spcAft>
                <a:spcPts val="0"/>
              </a:spcAft>
              <a:buNone/>
              <a:defRPr>
                <a:solidFill>
                  <a:schemeClr val="bg1"/>
                </a:solidFill>
              </a:defRPr>
            </a:lvl7pPr>
            <a:lvl8pPr marL="0" indent="0">
              <a:spcBef>
                <a:spcPts val="0"/>
              </a:spcBef>
              <a:spcAft>
                <a:spcPts val="0"/>
              </a:spcAft>
              <a:buNone/>
              <a:defRPr>
                <a:solidFill>
                  <a:schemeClr val="bg1"/>
                </a:solidFill>
              </a:defRPr>
            </a:lvl8pPr>
            <a:lvl9pPr marL="0" indent="0">
              <a:spcBef>
                <a:spcPts val="0"/>
              </a:spcBef>
              <a:spcAft>
                <a:spcPts val="0"/>
              </a:spcAft>
              <a:buNone/>
              <a:defRPr>
                <a:solidFill>
                  <a:schemeClr val="bg1"/>
                </a:solidFill>
              </a:defRPr>
            </a:lvl9pPr>
          </a:lstStyle>
          <a:p>
            <a:r>
              <a:rPr lang="en-GB"/>
              <a:t>C2 Internal</a:t>
            </a:r>
          </a:p>
        </p:txBody>
      </p:sp>
    </p:spTree>
    <p:extLst>
      <p:ext uri="{BB962C8B-B14F-4D97-AF65-F5344CB8AC3E}">
        <p14:creationId xmlns:p14="http://schemas.microsoft.com/office/powerpoint/2010/main" val="17950618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DFDE9-18F4-48C4-A401-3E984B392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E517C9F2-47EC-46EF-9DAA-721B9E5EF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B3B2DCEB-FFB0-4E16-B62A-C5FBA3476A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028C72CA-B967-43BF-81A8-8AE258386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a:extLst>
              <a:ext uri="{FF2B5EF4-FFF2-40B4-BE49-F238E27FC236}">
                <a16:creationId xmlns:a16="http://schemas.microsoft.com/office/drawing/2014/main" id="{EDD67793-ADCE-4178-B0C6-9992EC74B2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4AC485-25DE-431E-B345-9C0A15BB7F8A}" type="slidenum">
              <a:rPr lang="de-CH" smtClean="0"/>
              <a:t>‹#›</a:t>
            </a:fld>
            <a:endParaRPr lang="de-CH"/>
          </a:p>
        </p:txBody>
      </p:sp>
    </p:spTree>
    <p:extLst>
      <p:ext uri="{BB962C8B-B14F-4D97-AF65-F5344CB8AC3E}">
        <p14:creationId xmlns:p14="http://schemas.microsoft.com/office/powerpoint/2010/main" val="1575956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datatracker.ietf.org/doc/html/draft-ietf-nmop-yang-message-broker-integration"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datatracker.ietf.org/doc/html/draft-netana-nmop-message-broker-bmp-telemetry-msg" TargetMode="External"/><Relationship Id="rId5" Type="http://schemas.openxmlformats.org/officeDocument/2006/relationships/hyperlink" Target="https://datatracker.ietf.org/doc/html/draft-ietf-nmop-yang-message-broker-message-key" TargetMode="External"/><Relationship Id="rId4" Type="http://schemas.openxmlformats.org/officeDocument/2006/relationships/hyperlink" Target="https://datatracker.ietf.org/doc/html/draft-ietf-nmop-message-broker-telemetry-message"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hyperlink" Target="https://tools.ietf.org/html/rfc8671" TargetMode="External"/><Relationship Id="rId7" Type="http://schemas.openxmlformats.org/officeDocument/2006/relationships/hyperlink" Target="https://datatracker.ietf.org/doc/html/draft-ietf-grow-bmp-rel" TargetMode="External"/><Relationship Id="rId2" Type="http://schemas.openxmlformats.org/officeDocument/2006/relationships/hyperlink" Target="https://datatracker.ietf.org/doc/html/rfc7854" TargetMode="External"/><Relationship Id="rId1" Type="http://schemas.openxmlformats.org/officeDocument/2006/relationships/slideLayout" Target="../slideLayouts/slideLayout12.xml"/><Relationship Id="rId6" Type="http://schemas.openxmlformats.org/officeDocument/2006/relationships/hyperlink" Target="https://tools.ietf.org/html/draft-cppy-grow-bmp-path-marking-tlv" TargetMode="External"/><Relationship Id="rId5" Type="http://schemas.openxmlformats.org/officeDocument/2006/relationships/hyperlink" Target="https://tools.ietf.org/html/draft-ietf-grow-bmp-tlv" TargetMode="External"/><Relationship Id="rId4" Type="http://schemas.openxmlformats.org/officeDocument/2006/relationships/hyperlink" Target="https://datatracker.ietf.org/doc/html/rfc9069"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www.confluent.io/thank-you/resources/ebook/kafka-the-definitive-guide/"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atatracker.ietf.org/doc/html/rfc8340" TargetMode="External"/><Relationship Id="rId2" Type="http://schemas.openxmlformats.org/officeDocument/2006/relationships/hyperlink" Target="https://www.kimballgroup.com/data-warehouse-business-intelligence-resources/books/data-warehouse-dw-toolki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atatracker.ietf.org/doc/html/rfc7854" TargetMode="External"/><Relationship Id="rId7" Type="http://schemas.openxmlformats.org/officeDocument/2006/relationships/image" Target="../media/image8.emf"/><Relationship Id="rId2" Type="http://schemas.openxmlformats.org/officeDocument/2006/relationships/hyperlink" Target="https://datatracker.ietf.org/doc/html/draft-ietf-grow-bmp-yang" TargetMode="External"/><Relationship Id="rId1" Type="http://schemas.openxmlformats.org/officeDocument/2006/relationships/slideLayout" Target="../slideLayouts/slideLayout12.xml"/><Relationship Id="rId6" Type="http://schemas.openxmlformats.org/officeDocument/2006/relationships/hyperlink" Target="https://datatracker.ietf.org/doc/html/draft-netana-nmop-message-broker-bmp-telemetry-msg" TargetMode="External"/><Relationship Id="rId5" Type="http://schemas.openxmlformats.org/officeDocument/2006/relationships/hyperlink" Target="https://datatracker.ietf.org/doc/html/rfc9069" TargetMode="External"/><Relationship Id="rId4" Type="http://schemas.openxmlformats.org/officeDocument/2006/relationships/hyperlink" Target="https://datatracker.ietf.org/doc/html/rfc8671"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datatracker.ietf.org/doc/html/draft-ietf-nmop-message-broker-telemetry-message"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0.emf"/><Relationship Id="rId4" Type="http://schemas.openxmlformats.org/officeDocument/2006/relationships/hyperlink" Target="https://datatracker.ietf.org/doc/html/draft-netana-nmop-message-broker-bmp-telemetry-msg"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datatracker.ietf.org/doc/html/rfc7854#section-3.1"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datatracker.ietf.org/doc/html/draft-ietf-nmop-simap-concept-06#section-3.2" TargetMode="External"/><Relationship Id="rId2" Type="http://schemas.openxmlformats.org/officeDocument/2006/relationships/hyperlink" Target="https://datatracker.ietf.org/doc/html/draft-ietf-nmop-simap-concept-06#section-3.8"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atatracker.ietf.org/doc/html/draft-ietf-idr-bgp-model" TargetMode="External"/><Relationship Id="rId2" Type="http://schemas.openxmlformats.org/officeDocument/2006/relationships/hyperlink" Target="https://datatracker.ietf.org/doc/html/draft-netana-nmop-message-broker-bmp-telemetry-msg-02#section-3.2"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datatracker.ietf.org/doc/html/rfc9069#section-5.2.1" TargetMode="External"/><Relationship Id="rId3" Type="http://schemas.openxmlformats.org/officeDocument/2006/relationships/hyperlink" Target="https://datatracker.ietf.org/doc/html/rfc5492" TargetMode="External"/><Relationship Id="rId7" Type="http://schemas.openxmlformats.org/officeDocument/2006/relationships/hyperlink" Target="https://datatracker.ietf.org/doc/html/draft-ietf-grow-bmp-path-marking-tlv" TargetMode="External"/><Relationship Id="rId2" Type="http://schemas.openxmlformats.org/officeDocument/2006/relationships/hyperlink" Target="https://datatracker.ietf.org/doc/html/rfc4271#section-4.2" TargetMode="External"/><Relationship Id="rId1" Type="http://schemas.openxmlformats.org/officeDocument/2006/relationships/slideLayout" Target="../slideLayouts/slideLayout2.xml"/><Relationship Id="rId6" Type="http://schemas.openxmlformats.org/officeDocument/2006/relationships/hyperlink" Target="https://datatracker.ietf.org/doc/html/draft-ietf-grow-bmp-tlv" TargetMode="External"/><Relationship Id="rId5" Type="http://schemas.openxmlformats.org/officeDocument/2006/relationships/hyperlink" Target="https://datatracker.ietf.org/doc/html/rfc7854#section-4.4" TargetMode="External"/><Relationship Id="rId4" Type="http://schemas.openxmlformats.org/officeDocument/2006/relationships/hyperlink" Target="https://datatracker.ietf.org/doc/html/draft-ietf-idr-bgp-model" TargetMode="External"/><Relationship Id="rId9" Type="http://schemas.openxmlformats.org/officeDocument/2006/relationships/hyperlink" Target="github.com/NetGauze/NetGauz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8" Type="http://schemas.openxmlformats.org/officeDocument/2006/relationships/hyperlink" Target="https://datatracker.ietf.org/doc/html/draft-ietf-netconf-yang-library-augmentedby" TargetMode="External"/><Relationship Id="rId3" Type="http://schemas.openxmlformats.org/officeDocument/2006/relationships/hyperlink" Target="https://datatracker.ietf.org/doc/html/rfc8641" TargetMode="External"/><Relationship Id="rId7" Type="http://schemas.openxmlformats.org/officeDocument/2006/relationships/hyperlink" Target="https://datatracker.ietf.org/doc/html/rfc8525" TargetMode="External"/><Relationship Id="rId2" Type="http://schemas.openxmlformats.org/officeDocument/2006/relationships/hyperlink" Target="https://datatracker.ietf.org/doc/html/rfc9196" TargetMode="External"/><Relationship Id="rId1" Type="http://schemas.openxmlformats.org/officeDocument/2006/relationships/slideLayout" Target="../slideLayouts/slideLayout12.xml"/><Relationship Id="rId6" Type="http://schemas.openxmlformats.org/officeDocument/2006/relationships/hyperlink" Target="https://datatracker.ietf.org/doc/html/rfc6022" TargetMode="External"/><Relationship Id="rId5" Type="http://schemas.openxmlformats.org/officeDocument/2006/relationships/hyperlink" Target="https://datatracker.ietf.org/doc/html/rfc8343" TargetMode="External"/><Relationship Id="rId4" Type="http://schemas.openxmlformats.org/officeDocument/2006/relationships/hyperlink" Target="https://datatracker.ietf.org/doc/html/rfc8342" TargetMode="External"/><Relationship Id="rId9" Type="http://schemas.openxmlformats.org/officeDocument/2006/relationships/image" Target="../media/image14.emf"/></Relationships>
</file>

<file path=ppt/slides/_rels/slide2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hyperlink" Target="https://datatracker.ietf.org/doc/html/draft-ietf-nmop-message-broker-telemetry-message" TargetMode="Externa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s://datatracker.ietf.org/doc/html/rfc7950#section-7.8.2" TargetMode="External"/><Relationship Id="rId2" Type="http://schemas.openxmlformats.org/officeDocument/2006/relationships/hyperlink" Target="https://datatracker.ietf.org/doc/html/rfc7950#section-7.8" TargetMode="External"/><Relationship Id="rId1" Type="http://schemas.openxmlformats.org/officeDocument/2006/relationships/slideLayout" Target="../slideLayouts/slideLayout2.xml"/><Relationship Id="rId4" Type="http://schemas.openxmlformats.org/officeDocument/2006/relationships/hyperlink" Target="https://datatracker.ietf.org/doc/html/draft-ietf-nmop-message-broker-telemetry-message#section-3"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606830" y="1365772"/>
            <a:ext cx="11395314" cy="3239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FF0000"/>
                </a:solidFill>
              </a:rPr>
              <a:t>BMP YANG Model </a:t>
            </a:r>
            <a:r>
              <a:rPr lang="en-US" sz="3400" b="1" dirty="0"/>
              <a:t>for </a:t>
            </a:r>
            <a:r>
              <a:rPr lang="en-US" sz="3400" b="1" dirty="0">
                <a:solidFill>
                  <a:schemeClr val="accent6"/>
                </a:solidFill>
              </a:rPr>
              <a:t>Network Telemetry Messages</a:t>
            </a:r>
            <a:br>
              <a:rPr lang="en-US" sz="3600" b="1" dirty="0"/>
            </a:br>
            <a:r>
              <a:rPr lang="en-US" sz="2800" dirty="0"/>
              <a:t>draft-netana-nmop-message-broker-bmp-telemetry-msg-02</a:t>
            </a:r>
          </a:p>
          <a:p>
            <a:endParaRPr lang="en-US" sz="2800" dirty="0"/>
          </a:p>
          <a:p>
            <a:r>
              <a:rPr lang="en-US" sz="2800" dirty="0">
                <a:solidFill>
                  <a:schemeClr val="bg2">
                    <a:lumMod val="75000"/>
                  </a:schemeClr>
                </a:solidFill>
              </a:rPr>
              <a:t>A BGP Monitoring Protocol (BMP) message schema extension in YANG</a:t>
            </a:r>
            <a:br>
              <a:rPr lang="en-US" sz="2800" dirty="0">
                <a:solidFill>
                  <a:schemeClr val="bg2">
                    <a:lumMod val="75000"/>
                  </a:schemeClr>
                </a:solidFill>
              </a:rPr>
            </a:br>
            <a:r>
              <a:rPr lang="en-US" sz="2800" dirty="0">
                <a:solidFill>
                  <a:schemeClr val="bg2">
                    <a:lumMod val="75000"/>
                  </a:schemeClr>
                </a:solidFill>
              </a:rPr>
              <a:t>	to be used at data collection to transform Network Telemetry messages </a:t>
            </a:r>
            <a:br>
              <a:rPr lang="en-US" sz="2800" dirty="0">
                <a:solidFill>
                  <a:schemeClr val="bg2">
                    <a:lumMod val="75000"/>
                  </a:schemeClr>
                </a:solidFill>
              </a:rPr>
            </a:br>
            <a:r>
              <a:rPr lang="en-US" sz="2800" dirty="0">
                <a:solidFill>
                  <a:schemeClr val="bg2">
                    <a:lumMod val="75000"/>
                  </a:schemeClr>
                </a:solidFill>
              </a:rPr>
              <a:t>		into external systems such as Message Brokers</a:t>
            </a:r>
          </a:p>
        </p:txBody>
      </p:sp>
      <p:sp>
        <p:nvSpPr>
          <p:cNvPr id="2" name="Slide Number Placeholder 1">
            <a:extLst>
              <a:ext uri="{FF2B5EF4-FFF2-40B4-BE49-F238E27FC236}">
                <a16:creationId xmlns:a16="http://schemas.microsoft.com/office/drawing/2014/main" id="{AD23057C-339A-4254-8994-8EB77B8B4163}"/>
              </a:ext>
            </a:extLst>
          </p:cNvPr>
          <p:cNvSpPr>
            <a:spLocks noGrp="1"/>
          </p:cNvSpPr>
          <p:nvPr>
            <p:ph type="sldNum" sz="quarter" idx="12"/>
          </p:nvPr>
        </p:nvSpPr>
        <p:spPr>
          <a:xfrm>
            <a:off x="11587892" y="6361637"/>
            <a:ext cx="414251" cy="365125"/>
          </a:xfrm>
        </p:spPr>
        <p:txBody>
          <a:bodyPr/>
          <a:lstStyle/>
          <a:p>
            <a:fld id="{FC4AC485-25DE-431E-B345-9C0A15BB7F8A}" type="slidenum">
              <a:rPr lang="en-US" sz="2200" smtClean="0"/>
              <a:t>1</a:t>
            </a:fld>
            <a:endParaRPr lang="en-US" sz="2200" dirty="0"/>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838200" y="5041232"/>
            <a:ext cx="11163943" cy="13204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en-US" sz="1400" b="1" dirty="0">
                <a:latin typeface="+mj-lt"/>
              </a:rPr>
              <a:t>thomas.graf@swisscom.com</a:t>
            </a:r>
            <a:br>
              <a:rPr lang="en-US" sz="1400" b="1" dirty="0">
                <a:latin typeface="+mj-lt"/>
              </a:rPr>
            </a:br>
            <a:r>
              <a:rPr lang="en-US" sz="1400" dirty="0">
                <a:latin typeface="+mj-lt"/>
              </a:rPr>
              <a:t>paolo@ntt.net</a:t>
            </a:r>
            <a:br>
              <a:rPr lang="en-US" sz="1400" dirty="0">
                <a:latin typeface="+mj-lt"/>
              </a:rPr>
            </a:br>
            <a:r>
              <a:rPr lang="en-US" sz="1400" dirty="0">
                <a:latin typeface="+mj-lt"/>
              </a:rPr>
              <a:t>leonardo.rodoni@swisscom.com</a:t>
            </a:r>
          </a:p>
          <a:p>
            <a:pPr marL="0" indent="0" algn="r">
              <a:spcBef>
                <a:spcPts val="300"/>
              </a:spcBef>
              <a:buNone/>
              <a:defRPr sz="1782"/>
            </a:pPr>
            <a:r>
              <a:rPr lang="en-US" sz="1400" dirty="0">
                <a:latin typeface="+mj-lt"/>
              </a:rPr>
              <a:t>maxence.younsi@insa-lyon.fr</a:t>
            </a:r>
            <a:br>
              <a:rPr lang="en-US" sz="1400" dirty="0">
                <a:latin typeface="+mj-lt"/>
              </a:rPr>
            </a:br>
            <a:endParaRPr lang="en-US" sz="1400" dirty="0">
              <a:latin typeface="+mj-lt"/>
            </a:endParaRPr>
          </a:p>
          <a:p>
            <a:pPr marL="0" indent="0" algn="r">
              <a:spcBef>
                <a:spcPts val="300"/>
              </a:spcBef>
              <a:buNone/>
            </a:pPr>
            <a:r>
              <a:rPr lang="en-US" sz="1400" dirty="0">
                <a:latin typeface="+mj-lt"/>
              </a:rPr>
              <a:t>14. March </a:t>
            </a:r>
            <a:r>
              <a:rPr lang="en-US" sz="1400" dirty="0">
                <a:latin typeface="+mj-lt"/>
                <a:ea typeface="+mj-ea"/>
                <a:cs typeface="+mj-cs"/>
              </a:rPr>
              <a:t>2026</a:t>
            </a:r>
            <a:endParaRPr lang="en-US" sz="1400" dirty="0">
              <a:latin typeface="+mj-lt"/>
            </a:endParaRPr>
          </a:p>
          <a:p>
            <a:pPr algn="r"/>
            <a:endParaRPr lang="en-US" sz="2200" dirty="0"/>
          </a:p>
        </p:txBody>
      </p:sp>
    </p:spTree>
    <p:extLst>
      <p:ext uri="{BB962C8B-B14F-4D97-AF65-F5344CB8AC3E}">
        <p14:creationId xmlns:p14="http://schemas.microsoft.com/office/powerpoint/2010/main" val="357866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2E10-D23C-63C1-BF5E-2E15CFD128F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F6D5FF2-E4CF-46B4-608A-82B9EF4D42C4}"/>
              </a:ext>
            </a:extLst>
          </p:cNvPr>
          <p:cNvPicPr>
            <a:picLocks noChangeAspect="1"/>
          </p:cNvPicPr>
          <p:nvPr/>
        </p:nvPicPr>
        <p:blipFill>
          <a:blip r:embed="rId2"/>
          <a:stretch>
            <a:fillRect/>
          </a:stretch>
        </p:blipFill>
        <p:spPr>
          <a:xfrm>
            <a:off x="7498702" y="1287237"/>
            <a:ext cx="4089190" cy="5375306"/>
          </a:xfrm>
          <a:prstGeom prst="rect">
            <a:avLst/>
          </a:prstGeom>
        </p:spPr>
      </p:pic>
      <p:sp>
        <p:nvSpPr>
          <p:cNvPr id="2" name="Title 1">
            <a:extLst>
              <a:ext uri="{FF2B5EF4-FFF2-40B4-BE49-F238E27FC236}">
                <a16:creationId xmlns:a16="http://schemas.microsoft.com/office/drawing/2014/main" id="{925D8FC1-6AD2-4FDB-0618-87CF7F39767C}"/>
              </a:ext>
            </a:extLst>
          </p:cNvPr>
          <p:cNvSpPr>
            <a:spLocks noGrp="1"/>
          </p:cNvSpPr>
          <p:nvPr>
            <p:ph type="title"/>
          </p:nvPr>
        </p:nvSpPr>
        <p:spPr/>
        <p:txBody>
          <a:bodyPr>
            <a:normAutofit/>
          </a:bodyPr>
          <a:lstStyle/>
          <a:p>
            <a:r>
              <a:rPr lang="en-US" sz="2800" b="1" dirty="0"/>
              <a:t>An Architecture for YANG-Push to Message Broker Integration</a:t>
            </a:r>
            <a:br>
              <a:rPr lang="en-GB" sz="3600" dirty="0"/>
            </a:br>
            <a:r>
              <a:rPr lang="en-US" sz="2700" dirty="0">
                <a:solidFill>
                  <a:schemeClr val="bg2">
                    <a:lumMod val="75000"/>
                  </a:schemeClr>
                </a:solidFill>
              </a:rPr>
              <a:t>From YANG-Push, BMP and IPFIX to Network</a:t>
            </a:r>
          </a:p>
        </p:txBody>
      </p:sp>
      <p:sp>
        <p:nvSpPr>
          <p:cNvPr id="3" name="Content Placeholder 2">
            <a:extLst>
              <a:ext uri="{FF2B5EF4-FFF2-40B4-BE49-F238E27FC236}">
                <a16:creationId xmlns:a16="http://schemas.microsoft.com/office/drawing/2014/main" id="{E1C8AC62-B5C5-ADE4-1957-88D3A14E964A}"/>
              </a:ext>
            </a:extLst>
          </p:cNvPr>
          <p:cNvSpPr>
            <a:spLocks noGrp="1"/>
          </p:cNvSpPr>
          <p:nvPr>
            <p:ph idx="1"/>
          </p:nvPr>
        </p:nvSpPr>
        <p:spPr>
          <a:xfrm>
            <a:off x="838200" y="1772816"/>
            <a:ext cx="6890238" cy="4404148"/>
          </a:xfrm>
        </p:spPr>
        <p:txBody>
          <a:bodyPr>
            <a:noAutofit/>
          </a:bodyPr>
          <a:lstStyle/>
          <a:p>
            <a:pPr marL="0" indent="0">
              <a:spcBef>
                <a:spcPts val="600"/>
              </a:spcBef>
              <a:buNone/>
            </a:pPr>
            <a:r>
              <a:rPr lang="en-US" sz="1700" b="1" dirty="0"/>
              <a:t>A network operator aims for:</a:t>
            </a:r>
            <a:endParaRPr lang="en-US" sz="1700" dirty="0"/>
          </a:p>
          <a:p>
            <a:pPr>
              <a:spcBef>
                <a:spcPts val="600"/>
              </a:spcBef>
            </a:pPr>
            <a:r>
              <a:rPr lang="en-US" sz="1700" dirty="0"/>
              <a:t>An </a:t>
            </a:r>
            <a:r>
              <a:rPr lang="en-US" sz="1700" b="1" dirty="0">
                <a:solidFill>
                  <a:srgbClr val="FF0000"/>
                </a:solidFill>
              </a:rPr>
              <a:t>automated data processing pipeline </a:t>
            </a:r>
            <a:r>
              <a:rPr lang="en-US" sz="1700" dirty="0"/>
              <a:t>which starts with YANG-Push, </a:t>
            </a:r>
            <a:r>
              <a:rPr lang="en-US" sz="1700" dirty="0">
                <a:solidFill>
                  <a:schemeClr val="accent6"/>
                </a:solidFill>
              </a:rPr>
              <a:t>BMP and IPFIX</a:t>
            </a:r>
            <a:r>
              <a:rPr lang="en-US" sz="1700" dirty="0"/>
              <a:t>, consolidates at Data Mesh </a:t>
            </a:r>
            <a:r>
              <a:rPr lang="en-US" sz="1700" dirty="0">
                <a:solidFill>
                  <a:schemeClr val="accent6"/>
                </a:solidFill>
              </a:rPr>
              <a:t>with YANG </a:t>
            </a:r>
            <a:r>
              <a:rPr lang="en-US" sz="1700" dirty="0"/>
              <a:t>and ends at Network Analytics.</a:t>
            </a:r>
          </a:p>
          <a:p>
            <a:pPr>
              <a:spcBef>
                <a:spcPts val="600"/>
              </a:spcBef>
            </a:pPr>
            <a:r>
              <a:rPr lang="en-US" sz="1700" dirty="0"/>
              <a:t>Operational metrics where </a:t>
            </a:r>
            <a:r>
              <a:rPr lang="en-US" sz="1700" b="1" dirty="0">
                <a:solidFill>
                  <a:srgbClr val="FF0000"/>
                </a:solidFill>
              </a:rPr>
              <a:t>IETF defines the semantics. </a:t>
            </a:r>
          </a:p>
          <a:p>
            <a:pPr>
              <a:spcBef>
                <a:spcPts val="600"/>
              </a:spcBef>
            </a:pPr>
            <a:r>
              <a:rPr lang="en-US" sz="1700" dirty="0"/>
              <a:t>Analytical metrics where </a:t>
            </a:r>
            <a:r>
              <a:rPr lang="en-US" sz="1700" b="1" dirty="0">
                <a:solidFill>
                  <a:srgbClr val="FF0000"/>
                </a:solidFill>
              </a:rPr>
              <a:t>network operators gain actionable insights.</a:t>
            </a:r>
            <a:endParaRPr lang="en-US" sz="1700" dirty="0"/>
          </a:p>
          <a:p>
            <a:pPr marL="0" indent="0">
              <a:spcBef>
                <a:spcPts val="1800"/>
              </a:spcBef>
              <a:spcAft>
                <a:spcPts val="600"/>
              </a:spcAft>
              <a:buNone/>
            </a:pPr>
            <a:r>
              <a:rPr lang="en-US" sz="1700" b="1" dirty="0"/>
              <a:t>These are the documents relate to the Message Broker integration:</a:t>
            </a:r>
          </a:p>
          <a:p>
            <a:pPr>
              <a:spcBef>
                <a:spcPts val="600"/>
              </a:spcBef>
            </a:pPr>
            <a:r>
              <a:rPr lang="en-US" sz="1700" dirty="0">
                <a:hlinkClick r:id="rId3"/>
              </a:rPr>
              <a:t>draft-</a:t>
            </a:r>
            <a:r>
              <a:rPr lang="en-US" sz="1700" dirty="0" err="1">
                <a:hlinkClick r:id="rId3"/>
              </a:rPr>
              <a:t>ietf</a:t>
            </a:r>
            <a:r>
              <a:rPr lang="en-US" sz="1700" dirty="0">
                <a:hlinkClick r:id="rId3"/>
              </a:rPr>
              <a:t>-</a:t>
            </a:r>
            <a:r>
              <a:rPr lang="en-US" sz="1700" dirty="0" err="1">
                <a:hlinkClick r:id="rId3"/>
              </a:rPr>
              <a:t>nmop</a:t>
            </a:r>
            <a:r>
              <a:rPr lang="en-US" sz="1700" dirty="0">
                <a:hlinkClick r:id="rId3"/>
              </a:rPr>
              <a:t>-yang-message-broker-integration</a:t>
            </a:r>
            <a:r>
              <a:rPr lang="en-US" sz="1700" dirty="0"/>
              <a:t> defines the YANG-Push to message broker integration architecture.</a:t>
            </a:r>
          </a:p>
          <a:p>
            <a:pPr>
              <a:spcBef>
                <a:spcPts val="0"/>
              </a:spcBef>
            </a:pPr>
            <a:r>
              <a:rPr lang="en-US" sz="1700" dirty="0">
                <a:hlinkClick r:id="rId4"/>
              </a:rPr>
              <a:t>draft-</a:t>
            </a:r>
            <a:r>
              <a:rPr lang="en-US" sz="1700" dirty="0" err="1">
                <a:hlinkClick r:id="rId4"/>
              </a:rPr>
              <a:t>ietf</a:t>
            </a:r>
            <a:r>
              <a:rPr lang="en-US" sz="1700" dirty="0">
                <a:hlinkClick r:id="rId4"/>
              </a:rPr>
              <a:t>-</a:t>
            </a:r>
            <a:r>
              <a:rPr lang="en-US" sz="1700" dirty="0" err="1">
                <a:hlinkClick r:id="rId4"/>
              </a:rPr>
              <a:t>nmop</a:t>
            </a:r>
            <a:r>
              <a:rPr lang="en-US" sz="1700" dirty="0">
                <a:hlinkClick r:id="rId4"/>
              </a:rPr>
              <a:t>-message-broker-telemetry-message</a:t>
            </a:r>
            <a:r>
              <a:rPr lang="en-US" sz="1700" dirty="0"/>
              <a:t> defines the message schema being used between YANG data producer and consumer.</a:t>
            </a:r>
          </a:p>
          <a:p>
            <a:pPr>
              <a:spcBef>
                <a:spcPts val="0"/>
              </a:spcBef>
            </a:pPr>
            <a:r>
              <a:rPr lang="en-US" sz="1700" dirty="0">
                <a:hlinkClick r:id="rId5"/>
              </a:rPr>
              <a:t>draft-</a:t>
            </a:r>
            <a:r>
              <a:rPr lang="en-US" sz="1700" dirty="0" err="1">
                <a:hlinkClick r:id="rId5"/>
              </a:rPr>
              <a:t>ietf</a:t>
            </a:r>
            <a:r>
              <a:rPr lang="en-US" sz="1700" dirty="0">
                <a:hlinkClick r:id="rId5"/>
              </a:rPr>
              <a:t>-</a:t>
            </a:r>
            <a:r>
              <a:rPr lang="en-US" sz="1700" dirty="0" err="1">
                <a:hlinkClick r:id="rId5"/>
              </a:rPr>
              <a:t>nmop</a:t>
            </a:r>
            <a:r>
              <a:rPr lang="en-US" sz="1700" dirty="0">
                <a:hlinkClick r:id="rId5"/>
              </a:rPr>
              <a:t>-yang-message-broker-message-key</a:t>
            </a:r>
            <a:r>
              <a:rPr lang="en-US" sz="1700" dirty="0"/>
              <a:t> defines how YANG-Push metrics can be indexed and addressed efficiently and therefore reduce the number of consumed messages and reduce the number of stored metrics with topic compaction.</a:t>
            </a:r>
          </a:p>
          <a:p>
            <a:pPr>
              <a:spcBef>
                <a:spcPts val="0"/>
              </a:spcBef>
            </a:pPr>
            <a:r>
              <a:rPr lang="en-US" sz="1700" b="1" dirty="0">
                <a:solidFill>
                  <a:srgbClr val="FF0000"/>
                </a:solidFill>
              </a:rPr>
              <a:t>New: </a:t>
            </a:r>
            <a:r>
              <a:rPr lang="en-US" sz="1700" dirty="0">
                <a:hlinkClick r:id="rId6"/>
              </a:rPr>
              <a:t>draft-</a:t>
            </a:r>
            <a:r>
              <a:rPr lang="en-US" sz="1700" dirty="0" err="1">
                <a:hlinkClick r:id="rId6"/>
              </a:rPr>
              <a:t>netana</a:t>
            </a:r>
            <a:r>
              <a:rPr lang="en-US" sz="1700" dirty="0">
                <a:hlinkClick r:id="rId6"/>
              </a:rPr>
              <a:t>-</a:t>
            </a:r>
            <a:r>
              <a:rPr lang="en-US" sz="1700" dirty="0" err="1">
                <a:hlinkClick r:id="rId6"/>
              </a:rPr>
              <a:t>nmop</a:t>
            </a:r>
            <a:r>
              <a:rPr lang="en-US" sz="1700" dirty="0">
                <a:hlinkClick r:id="rId6"/>
              </a:rPr>
              <a:t>-message-broker-bmp-telemetry-msg</a:t>
            </a:r>
            <a:r>
              <a:rPr lang="en-US" sz="1700" dirty="0"/>
              <a:t> defines the message schema extensions for BMP transformation and how message keys and topic names are derived.</a:t>
            </a:r>
          </a:p>
        </p:txBody>
      </p:sp>
      <p:sp>
        <p:nvSpPr>
          <p:cNvPr id="8" name="Slide Number Placeholder 1">
            <a:extLst>
              <a:ext uri="{FF2B5EF4-FFF2-40B4-BE49-F238E27FC236}">
                <a16:creationId xmlns:a16="http://schemas.microsoft.com/office/drawing/2014/main" id="{8BB66400-890A-2BF7-2334-5D3E2ED00552}"/>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2</a:t>
            </a:fld>
            <a:endParaRPr lang="de-CH" sz="1400" dirty="0"/>
          </a:p>
        </p:txBody>
      </p:sp>
    </p:spTree>
    <p:extLst>
      <p:ext uri="{BB962C8B-B14F-4D97-AF65-F5344CB8AC3E}">
        <p14:creationId xmlns:p14="http://schemas.microsoft.com/office/powerpoint/2010/main" val="2750719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024DC3B6-499C-4E15-9336-2F15A0DFB843}"/>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3</a:t>
            </a:fld>
            <a:endParaRPr lang="en-US" sz="1400" dirty="0"/>
          </a:p>
        </p:txBody>
      </p:sp>
      <p:sp>
        <p:nvSpPr>
          <p:cNvPr id="18" name="TextBox 17">
            <a:extLst>
              <a:ext uri="{FF2B5EF4-FFF2-40B4-BE49-F238E27FC236}">
                <a16:creationId xmlns:a16="http://schemas.microsoft.com/office/drawing/2014/main" id="{B283EDB4-CFDF-D6B9-8AF9-9CFA563360E3}"/>
              </a:ext>
            </a:extLst>
          </p:cNvPr>
          <p:cNvSpPr txBox="1"/>
          <p:nvPr/>
        </p:nvSpPr>
        <p:spPr>
          <a:xfrm>
            <a:off x="983239" y="1871856"/>
            <a:ext cx="4924266" cy="4154984"/>
          </a:xfrm>
          <a:prstGeom prst="rect">
            <a:avLst/>
          </a:prstGeom>
          <a:noFill/>
        </p:spPr>
        <p:txBody>
          <a:bodyPr wrap="square">
            <a:spAutoFit/>
          </a:bodyPr>
          <a:lstStyle/>
          <a:p>
            <a:pPr algn="ctr"/>
            <a:r>
              <a:rPr lang="en-US" sz="2400" b="1" dirty="0">
                <a:latin typeface="+mj-lt"/>
              </a:rPr>
              <a:t>« </a:t>
            </a:r>
            <a:r>
              <a:rPr lang="en-US" sz="2400" dirty="0">
                <a:latin typeface="+mj-lt"/>
              </a:rPr>
              <a:t>Imagine that your entire life as network engineer you have logged into routers to perform show commands to get a glimpse into the current state of your networks. </a:t>
            </a:r>
            <a:r>
              <a:rPr lang="en-US" sz="2400" b="1" dirty="0">
                <a:latin typeface="+mj-lt"/>
              </a:rPr>
              <a:t>»</a:t>
            </a:r>
          </a:p>
          <a:p>
            <a:pPr algn="ctr"/>
            <a:endParaRPr lang="en-US" sz="2400" b="1" dirty="0">
              <a:latin typeface="+mj-lt"/>
            </a:endParaRPr>
          </a:p>
          <a:p>
            <a:pPr algn="ctr"/>
            <a:r>
              <a:rPr lang="en-US" sz="2400" b="1" dirty="0">
                <a:latin typeface="+mj-lt"/>
              </a:rPr>
              <a:t>« </a:t>
            </a:r>
            <a:r>
              <a:rPr lang="en-US" sz="2400" dirty="0">
                <a:latin typeface="+mj-lt"/>
              </a:rPr>
              <a:t>Suddenly you see your colleague on the right querying the </a:t>
            </a:r>
            <a:r>
              <a:rPr lang="en-US" sz="2400" b="1" dirty="0">
                <a:solidFill>
                  <a:srgbClr val="FF0000"/>
                </a:solidFill>
                <a:latin typeface="+mj-lt"/>
              </a:rPr>
              <a:t>current network state in seconds directly from a real-time data stream. </a:t>
            </a:r>
            <a:r>
              <a:rPr lang="en-US" sz="2400" dirty="0">
                <a:latin typeface="+mj-lt"/>
              </a:rPr>
              <a:t>No access to routers needed. No databases needed. </a:t>
            </a:r>
            <a:r>
              <a:rPr lang="en-US" sz="2400" b="1" dirty="0">
                <a:latin typeface="+mj-lt"/>
              </a:rPr>
              <a:t>»</a:t>
            </a:r>
          </a:p>
        </p:txBody>
      </p:sp>
      <p:sp>
        <p:nvSpPr>
          <p:cNvPr id="19" name="Title 1">
            <a:extLst>
              <a:ext uri="{FF2B5EF4-FFF2-40B4-BE49-F238E27FC236}">
                <a16:creationId xmlns:a16="http://schemas.microsoft.com/office/drawing/2014/main" id="{56D79134-17A9-8BC8-B7D0-97BCFFB9A6B2}"/>
              </a:ext>
            </a:extLst>
          </p:cNvPr>
          <p:cNvSpPr>
            <a:spLocks noGrp="1"/>
          </p:cNvSpPr>
          <p:nvPr>
            <p:ph type="title"/>
          </p:nvPr>
        </p:nvSpPr>
        <p:spPr>
          <a:xfrm>
            <a:off x="838200" y="365125"/>
            <a:ext cx="10515600" cy="1325563"/>
          </a:xfrm>
        </p:spPr>
        <p:txBody>
          <a:bodyPr>
            <a:normAutofit/>
          </a:bodyPr>
          <a:lstStyle/>
          <a:p>
            <a:r>
              <a:rPr lang="en-US" sz="2800" b="1" dirty="0"/>
              <a:t>We have a dream</a:t>
            </a:r>
            <a:br>
              <a:rPr lang="en-US" sz="3600" dirty="0"/>
            </a:br>
            <a:r>
              <a:rPr lang="en-US" sz="2700" dirty="0">
                <a:solidFill>
                  <a:schemeClr val="bg2">
                    <a:lumMod val="75000"/>
                  </a:schemeClr>
                </a:solidFill>
              </a:rPr>
              <a:t>Digital Twin at your fingertips</a:t>
            </a:r>
          </a:p>
        </p:txBody>
      </p:sp>
      <p:pic>
        <p:nvPicPr>
          <p:cNvPr id="2" name="Picture 1" descr="People in a control room&#10;&#10;AI-generated content may be incorrect.">
            <a:extLst>
              <a:ext uri="{FF2B5EF4-FFF2-40B4-BE49-F238E27FC236}">
                <a16:creationId xmlns:a16="http://schemas.microsoft.com/office/drawing/2014/main" id="{91ECD187-3439-6888-222A-ACB860FBC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7404" y="1871856"/>
            <a:ext cx="5434263" cy="3056773"/>
          </a:xfrm>
          <a:prstGeom prst="rect">
            <a:avLst/>
          </a:prstGeom>
        </p:spPr>
      </p:pic>
      <p:sp>
        <p:nvSpPr>
          <p:cNvPr id="3" name="TextBox 2">
            <a:extLst>
              <a:ext uri="{FF2B5EF4-FFF2-40B4-BE49-F238E27FC236}">
                <a16:creationId xmlns:a16="http://schemas.microsoft.com/office/drawing/2014/main" id="{9BBBB440-2F06-8C9A-AA8A-BA9481746642}"/>
              </a:ext>
            </a:extLst>
          </p:cNvPr>
          <p:cNvSpPr txBox="1"/>
          <p:nvPr/>
        </p:nvSpPr>
        <p:spPr>
          <a:xfrm>
            <a:off x="6298170" y="5019793"/>
            <a:ext cx="5523497" cy="646331"/>
          </a:xfrm>
          <a:prstGeom prst="rect">
            <a:avLst/>
          </a:prstGeom>
          <a:noFill/>
        </p:spPr>
        <p:txBody>
          <a:bodyPr wrap="square">
            <a:spAutoFit/>
          </a:bodyPr>
          <a:lstStyle/>
          <a:p>
            <a:r>
              <a:rPr lang="en-US" i="1" dirty="0"/>
              <a:t>"NASA Mission Control Digital Twin in the 60s,</a:t>
            </a:r>
            <a:br>
              <a:rPr lang="en-US" i="1" dirty="0"/>
            </a:br>
            <a:r>
              <a:rPr lang="en-US" i="1" dirty="0"/>
              <a:t>Digital Twin is not Rocket Science"</a:t>
            </a:r>
          </a:p>
        </p:txBody>
      </p:sp>
    </p:spTree>
    <p:extLst>
      <p:ext uri="{BB962C8B-B14F-4D97-AF65-F5344CB8AC3E}">
        <p14:creationId xmlns:p14="http://schemas.microsoft.com/office/powerpoint/2010/main" val="1230411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E58D9-F972-3657-63A9-B738A863DC2F}"/>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9BF379EE-704D-1450-56F7-8E143FD9C9AA}"/>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4</a:t>
            </a:fld>
            <a:endParaRPr lang="en-US" sz="1400" dirty="0"/>
          </a:p>
        </p:txBody>
      </p:sp>
      <p:sp>
        <p:nvSpPr>
          <p:cNvPr id="19" name="Title 1">
            <a:extLst>
              <a:ext uri="{FF2B5EF4-FFF2-40B4-BE49-F238E27FC236}">
                <a16:creationId xmlns:a16="http://schemas.microsoft.com/office/drawing/2014/main" id="{E151B2D8-7C30-0277-290C-27A8E3736237}"/>
              </a:ext>
            </a:extLst>
          </p:cNvPr>
          <p:cNvSpPr>
            <a:spLocks noGrp="1"/>
          </p:cNvSpPr>
          <p:nvPr>
            <p:ph type="title"/>
          </p:nvPr>
        </p:nvSpPr>
        <p:spPr>
          <a:xfrm>
            <a:off x="838200" y="382210"/>
            <a:ext cx="10515600" cy="1325563"/>
          </a:xfrm>
        </p:spPr>
        <p:txBody>
          <a:bodyPr>
            <a:normAutofit/>
          </a:bodyPr>
          <a:lstStyle/>
          <a:p>
            <a:r>
              <a:rPr lang="en-US" sz="2800" b="1" dirty="0"/>
              <a:t>BMP Monitors BGP</a:t>
            </a:r>
            <a:br>
              <a:rPr lang="en-US" sz="3600" dirty="0"/>
            </a:br>
            <a:r>
              <a:rPr lang="en-US" sz="2700" dirty="0" err="1">
                <a:solidFill>
                  <a:schemeClr val="bg2">
                    <a:lumMod val="75000"/>
                  </a:schemeClr>
                </a:solidFill>
              </a:rPr>
              <a:t>BGP</a:t>
            </a:r>
            <a:r>
              <a:rPr lang="en-US" sz="2700" dirty="0">
                <a:solidFill>
                  <a:schemeClr val="bg2">
                    <a:lumMod val="75000"/>
                  </a:schemeClr>
                </a:solidFill>
              </a:rPr>
              <a:t> RIB's with path decision and route-policy metadata</a:t>
            </a:r>
          </a:p>
        </p:txBody>
      </p:sp>
      <p:sp>
        <p:nvSpPr>
          <p:cNvPr id="7" name="Inhaltsplatzhalter 1">
            <a:extLst>
              <a:ext uri="{FF2B5EF4-FFF2-40B4-BE49-F238E27FC236}">
                <a16:creationId xmlns:a16="http://schemas.microsoft.com/office/drawing/2014/main" id="{43826CAA-8D8F-D792-2C4D-04CF379ABE62}"/>
              </a:ext>
            </a:extLst>
          </p:cNvPr>
          <p:cNvSpPr txBox="1">
            <a:spLocks/>
          </p:cNvSpPr>
          <p:nvPr/>
        </p:nvSpPr>
        <p:spPr bwMode="black">
          <a:xfrm>
            <a:off x="970839" y="1638633"/>
            <a:ext cx="5465130" cy="1942557"/>
          </a:xfrm>
          <a:prstGeom prst="rect">
            <a:avLst/>
          </a:prstGeom>
        </p:spPr>
        <p:txBody>
          <a:bodyPr lIns="0" tIns="0" rIns="0" bIns="0" anchor="t"/>
          <a:lstStyle>
            <a:lvl1pPr marL="0" indent="0" algn="l" defTabSz="914400" rtl="0" eaLnBrk="1" latinLnBrk="0" hangingPunct="1">
              <a:lnSpc>
                <a:spcPct val="110000"/>
              </a:lnSpc>
              <a:spcBef>
                <a:spcPts val="600"/>
              </a:spcBef>
              <a:spcAft>
                <a:spcPts val="600"/>
              </a:spcAft>
              <a:buFont typeface="Arial" panose="020B0604020202020204" pitchFamily="34" charset="0"/>
              <a:buNone/>
              <a:defRPr sz="1600" b="0" kern="1200">
                <a:solidFill>
                  <a:schemeClr val="tx1"/>
                </a:solidFill>
                <a:latin typeface="+mn-lt"/>
                <a:ea typeface="+mn-ea"/>
                <a:cs typeface="+mn-cs"/>
              </a:defRPr>
            </a:lvl1pPr>
            <a:lvl2pPr marL="180000" indent="-180000" algn="l" defTabSz="914400" rtl="0" eaLnBrk="1" latinLnBrk="0" hangingPunct="1">
              <a:lnSpc>
                <a:spcPct val="11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3pPr>
            <a:lvl4pPr marL="5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4pPr>
            <a:lvl5pPr marL="5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5pPr>
            <a:lvl6pPr marL="5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6pPr>
            <a:lvl7pPr marL="5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7pPr>
            <a:lvl8pPr marL="5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8pPr>
            <a:lvl9pPr marL="5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9pPr>
          </a:lstStyle>
          <a:p>
            <a:pPr>
              <a:spcAft>
                <a:spcPts val="1800"/>
              </a:spcAft>
            </a:pPr>
            <a:r>
              <a:rPr lang="en-US" sz="2000" dirty="0"/>
              <a:t>Integrates natively into the BGP process by mirroring BGP PDU's. Exports peering states and statistics and with route-monitoring the BGP RIB tables, BGP path decision and route-policy metadata.</a:t>
            </a:r>
          </a:p>
          <a:p>
            <a:pPr>
              <a:spcBef>
                <a:spcPts val="0"/>
              </a:spcBef>
              <a:spcAft>
                <a:spcPts val="300"/>
              </a:spcAft>
            </a:pPr>
            <a:r>
              <a:rPr lang="en-US" sz="1500" dirty="0"/>
              <a:t>BGP Monitoring Protocol (BMP)</a:t>
            </a:r>
            <a:br>
              <a:rPr lang="en-US" sz="1500" dirty="0"/>
            </a:br>
            <a:r>
              <a:rPr lang="en-US" sz="1500" dirty="0">
                <a:hlinkClick r:id="rId2"/>
              </a:rPr>
              <a:t>https://datatracker.ietf.org/doc/html/rfc7854</a:t>
            </a:r>
            <a:endParaRPr lang="en-US" sz="1500" dirty="0"/>
          </a:p>
          <a:p>
            <a:pPr>
              <a:spcBef>
                <a:spcPts val="0"/>
              </a:spcBef>
              <a:spcAft>
                <a:spcPts val="300"/>
              </a:spcAft>
            </a:pPr>
            <a:r>
              <a:rPr lang="en-US" sz="1500" dirty="0"/>
              <a:t>Support for Adj-RIB-Out in BGP Monitoring Protocol</a:t>
            </a:r>
            <a:br>
              <a:rPr lang="en-US" sz="1500" dirty="0"/>
            </a:br>
            <a:r>
              <a:rPr lang="en-US" sz="1500" dirty="0">
                <a:hlinkClick r:id="rId3"/>
              </a:rPr>
              <a:t>https://tools.ietf.org/html/rfc8671</a:t>
            </a:r>
            <a:endParaRPr lang="en-US" sz="1500" dirty="0"/>
          </a:p>
          <a:p>
            <a:pPr>
              <a:spcBef>
                <a:spcPts val="0"/>
              </a:spcBef>
              <a:spcAft>
                <a:spcPts val="300"/>
              </a:spcAft>
            </a:pPr>
            <a:r>
              <a:rPr lang="en-US" sz="1500" dirty="0"/>
              <a:t>Support for Local RIB in BGP Monitoring Protocol</a:t>
            </a:r>
            <a:br>
              <a:rPr lang="en-US" sz="1500" dirty="0"/>
            </a:br>
            <a:r>
              <a:rPr lang="en-US" sz="1500" dirty="0">
                <a:hlinkClick r:id="rId4"/>
              </a:rPr>
              <a:t>https://datatracker.ietf.org/doc/html/rfc9069</a:t>
            </a:r>
            <a:endParaRPr lang="en-US" sz="1500" dirty="0"/>
          </a:p>
          <a:p>
            <a:pPr>
              <a:spcBef>
                <a:spcPts val="0"/>
              </a:spcBef>
              <a:spcAft>
                <a:spcPts val="300"/>
              </a:spcAft>
            </a:pPr>
            <a:r>
              <a:rPr lang="en-US" sz="1500" dirty="0"/>
              <a:t>TLV support for BMP Route Monitoring and Peer Down Messages</a:t>
            </a:r>
            <a:br>
              <a:rPr lang="en-US" sz="1500" dirty="0"/>
            </a:br>
            <a:r>
              <a:rPr lang="en-US" sz="1500" dirty="0">
                <a:hlinkClick r:id="rId5"/>
              </a:rPr>
              <a:t>https://tools.ietf.org/html/draft-ietf-grow-bmp-tlv</a:t>
            </a:r>
            <a:endParaRPr lang="en-US" sz="1500" dirty="0"/>
          </a:p>
          <a:p>
            <a:pPr>
              <a:spcBef>
                <a:spcPts val="0"/>
              </a:spcBef>
              <a:spcAft>
                <a:spcPts val="300"/>
              </a:spcAft>
            </a:pPr>
            <a:r>
              <a:rPr lang="en-US" sz="1500" dirty="0"/>
              <a:t>BMP Extension for Path Marking TLV</a:t>
            </a:r>
            <a:br>
              <a:rPr lang="en-US" sz="1500" dirty="0"/>
            </a:br>
            <a:r>
              <a:rPr lang="en-US" sz="1500" dirty="0">
                <a:hlinkClick r:id="rId6"/>
              </a:rPr>
              <a:t>https://tools.ietf.org/html/draft-cppy-grow-bmp-path-marking-tlv</a:t>
            </a:r>
            <a:endParaRPr lang="en-US" sz="1500" dirty="0"/>
          </a:p>
          <a:p>
            <a:pPr>
              <a:spcBef>
                <a:spcPts val="0"/>
              </a:spcBef>
              <a:spcAft>
                <a:spcPts val="300"/>
              </a:spcAft>
            </a:pPr>
            <a:r>
              <a:rPr lang="en-US" sz="1500" dirty="0"/>
              <a:t>Logging of routing events in BGP Monitoring Protocol</a:t>
            </a:r>
            <a:br>
              <a:rPr lang="en-US" sz="1500" dirty="0"/>
            </a:br>
            <a:r>
              <a:rPr lang="en-US" sz="1500" dirty="0">
                <a:hlinkClick r:id="rId7"/>
              </a:rPr>
              <a:t>https://datatracker.ietf.org/doc/html/draft-ietf-grow-bmp-rel</a:t>
            </a:r>
            <a:endParaRPr lang="en-US" sz="1500" dirty="0"/>
          </a:p>
          <a:p>
            <a:endParaRPr lang="en-US" sz="2100" dirty="0"/>
          </a:p>
        </p:txBody>
      </p:sp>
      <p:pic>
        <p:nvPicPr>
          <p:cNvPr id="8" name="Picture 7">
            <a:extLst>
              <a:ext uri="{FF2B5EF4-FFF2-40B4-BE49-F238E27FC236}">
                <a16:creationId xmlns:a16="http://schemas.microsoft.com/office/drawing/2014/main" id="{6C78E553-ADDE-9DEB-068A-CC10C0D607C3}"/>
              </a:ext>
            </a:extLst>
          </p:cNvPr>
          <p:cNvPicPr>
            <a:picLocks noChangeAspect="1"/>
          </p:cNvPicPr>
          <p:nvPr/>
        </p:nvPicPr>
        <p:blipFill rotWithShape="1">
          <a:blip r:embed="rId8"/>
          <a:srcRect r="17107" b="17194"/>
          <a:stretch/>
        </p:blipFill>
        <p:spPr>
          <a:xfrm>
            <a:off x="6864088" y="1690688"/>
            <a:ext cx="4817957" cy="4825508"/>
          </a:xfrm>
          <a:prstGeom prst="rect">
            <a:avLst/>
          </a:prstGeom>
        </p:spPr>
      </p:pic>
    </p:spTree>
    <p:extLst>
      <p:ext uri="{BB962C8B-B14F-4D97-AF65-F5344CB8AC3E}">
        <p14:creationId xmlns:p14="http://schemas.microsoft.com/office/powerpoint/2010/main" val="2590364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6C56D-FDF9-B8D3-0068-FD550322BC21}"/>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E84C58AD-BC4F-097A-6017-D95D6060F6EA}"/>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5</a:t>
            </a:fld>
            <a:endParaRPr lang="en-US" sz="1400" dirty="0"/>
          </a:p>
        </p:txBody>
      </p:sp>
      <p:sp>
        <p:nvSpPr>
          <p:cNvPr id="19" name="Title 1">
            <a:extLst>
              <a:ext uri="{FF2B5EF4-FFF2-40B4-BE49-F238E27FC236}">
                <a16:creationId xmlns:a16="http://schemas.microsoft.com/office/drawing/2014/main" id="{E0C13733-B514-5AC7-1005-8E3436E9C36F}"/>
              </a:ext>
            </a:extLst>
          </p:cNvPr>
          <p:cNvSpPr>
            <a:spLocks noGrp="1"/>
          </p:cNvSpPr>
          <p:nvPr>
            <p:ph type="title"/>
          </p:nvPr>
        </p:nvSpPr>
        <p:spPr>
          <a:xfrm>
            <a:off x="838200" y="365125"/>
            <a:ext cx="10515600" cy="1325563"/>
          </a:xfrm>
        </p:spPr>
        <p:txBody>
          <a:bodyPr>
            <a:normAutofit/>
          </a:bodyPr>
          <a:lstStyle/>
          <a:p>
            <a:r>
              <a:rPr lang="en-US" sz="2800" b="1" dirty="0">
                <a:solidFill>
                  <a:sysClr val="windowText" lastClr="000000"/>
                </a:solidFill>
              </a:rPr>
              <a:t>BGP Monitoring Protocol</a:t>
            </a:r>
            <a:br>
              <a:rPr lang="en-US" sz="3600" dirty="0"/>
            </a:br>
            <a:r>
              <a:rPr lang="en-US" sz="2700" dirty="0">
                <a:solidFill>
                  <a:schemeClr val="bg2">
                    <a:lumMod val="75000"/>
                  </a:schemeClr>
                </a:solidFill>
              </a:rPr>
              <a:t>Address Family Agnostic</a:t>
            </a:r>
          </a:p>
        </p:txBody>
      </p:sp>
      <p:pic>
        <p:nvPicPr>
          <p:cNvPr id="10" name="Picture 9">
            <a:extLst>
              <a:ext uri="{FF2B5EF4-FFF2-40B4-BE49-F238E27FC236}">
                <a16:creationId xmlns:a16="http://schemas.microsoft.com/office/drawing/2014/main" id="{9FE3D003-DBBF-543E-190E-DBB2E3C3701A}"/>
              </a:ext>
            </a:extLst>
          </p:cNvPr>
          <p:cNvPicPr>
            <a:picLocks noChangeAspect="1"/>
          </p:cNvPicPr>
          <p:nvPr/>
        </p:nvPicPr>
        <p:blipFill>
          <a:blip r:embed="rId3"/>
          <a:stretch>
            <a:fillRect/>
          </a:stretch>
        </p:blipFill>
        <p:spPr>
          <a:xfrm>
            <a:off x="6489001" y="216461"/>
            <a:ext cx="5193228" cy="6510301"/>
          </a:xfrm>
          <a:prstGeom prst="rect">
            <a:avLst/>
          </a:prstGeom>
        </p:spPr>
      </p:pic>
      <p:sp>
        <p:nvSpPr>
          <p:cNvPr id="11" name="Content Placeholder 1">
            <a:extLst>
              <a:ext uri="{FF2B5EF4-FFF2-40B4-BE49-F238E27FC236}">
                <a16:creationId xmlns:a16="http://schemas.microsoft.com/office/drawing/2014/main" id="{81A12CC2-5C65-F363-BAF0-4030AEC80801}"/>
              </a:ext>
            </a:extLst>
          </p:cNvPr>
          <p:cNvSpPr txBox="1">
            <a:spLocks/>
          </p:cNvSpPr>
          <p:nvPr/>
        </p:nvSpPr>
        <p:spPr bwMode="black">
          <a:xfrm>
            <a:off x="838200" y="3857625"/>
            <a:ext cx="4667251" cy="2646507"/>
          </a:xfrm>
          <a:prstGeom prst="rect">
            <a:avLst/>
          </a:prstGeom>
        </p:spPr>
        <p:txBody>
          <a:bodyPr vert="horz" lIns="0" tIns="0" rIns="0" bIns="0" rtlCol="0">
            <a:noAutofit/>
          </a:bodyPr>
          <a:lstStyle>
            <a:lvl1pPr marL="0" indent="0" algn="l" defTabSz="914400" rtl="0" eaLnBrk="1" latinLnBrk="0" hangingPunct="1">
              <a:lnSpc>
                <a:spcPct val="110000"/>
              </a:lnSpc>
              <a:spcBef>
                <a:spcPts val="600"/>
              </a:spcBef>
              <a:spcAft>
                <a:spcPts val="600"/>
              </a:spcAft>
              <a:buFont typeface="Arial" panose="020B0604020202020204" pitchFamily="34" charset="0"/>
              <a:buNone/>
              <a:defRPr sz="1600" b="0" kern="1200">
                <a:solidFill>
                  <a:schemeClr val="tx1"/>
                </a:solidFill>
                <a:latin typeface="+mn-lt"/>
                <a:ea typeface="+mn-ea"/>
                <a:cs typeface="+mn-cs"/>
              </a:defRPr>
            </a:lvl1pPr>
            <a:lvl2pPr marL="180000" indent="-180000" algn="l" defTabSz="914400" rtl="0" eaLnBrk="1" latinLnBrk="0" hangingPunct="1">
              <a:lnSpc>
                <a:spcPct val="11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3pPr>
            <a:lvl4pPr marL="5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4pPr>
            <a:lvl5pPr marL="72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5pPr>
            <a:lvl6pPr marL="90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6pPr>
            <a:lvl7pPr marL="108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7pPr>
            <a:lvl8pPr marL="126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8pPr>
            <a:lvl9pPr marL="14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ts val="600"/>
              </a:spcBef>
              <a:spcAft>
                <a:spcPts val="600"/>
              </a:spcAft>
              <a:buClr>
                <a:srgbClr val="FF0000"/>
              </a:buClr>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mj-lt"/>
                <a:ea typeface="+mn-ea"/>
                <a:cs typeface="+mn-cs"/>
              </a:rPr>
              <a:t>Encapsulated BGP PDU</a:t>
            </a:r>
            <a:br>
              <a:rPr kumimoji="0" lang="en-US" sz="1600" b="1" i="0" u="none" strike="noStrike" kern="1200" cap="none" spc="0" normalizeH="0" baseline="0" noProof="0" dirty="0">
                <a:ln>
                  <a:noFill/>
                </a:ln>
                <a:solidFill>
                  <a:prstClr val="black"/>
                </a:solidFill>
                <a:effectLst/>
                <a:uLnTx/>
                <a:uFillTx/>
                <a:latin typeface="+mj-lt"/>
                <a:ea typeface="+mn-ea"/>
                <a:cs typeface="+mn-cs"/>
              </a:rPr>
            </a:br>
            <a:br>
              <a:rPr kumimoji="0" lang="en-US" sz="1800" b="1" i="0" u="none" strike="noStrike" kern="1200" cap="none" spc="0" normalizeH="0" baseline="0" noProof="0" dirty="0">
                <a:ln>
                  <a:noFill/>
                </a:ln>
                <a:solidFill>
                  <a:prstClr val="black"/>
                </a:solidFill>
                <a:effectLst/>
                <a:uLnTx/>
                <a:uFillTx/>
                <a:latin typeface="+mj-lt"/>
                <a:ea typeface="+mn-ea"/>
                <a:cs typeface="+mn-cs"/>
              </a:rPr>
            </a:br>
            <a:r>
              <a:rPr kumimoji="0" lang="en-US" sz="1800" b="0" i="0" u="none" strike="noStrike" kern="1200" cap="none" spc="0" normalizeH="0" baseline="0" noProof="0" dirty="0">
                <a:ln>
                  <a:noFill/>
                </a:ln>
                <a:solidFill>
                  <a:prstClr val="black"/>
                </a:solidFill>
                <a:effectLst/>
                <a:uLnTx/>
                <a:uFillTx/>
                <a:latin typeface="+mj-lt"/>
                <a:ea typeface="+mn-ea"/>
                <a:cs typeface="+mn-cs"/>
              </a:rPr>
              <a:t>Shows the encapsulated BGP PDU. In case of BMP route-monitoring, it describes whether it was a topology </a:t>
            </a:r>
            <a:r>
              <a:rPr kumimoji="0" lang="en-US" sz="1800" b="0" i="0" u="none" strike="noStrike" kern="1200" cap="none" spc="0" normalizeH="0" baseline="0" noProof="0" dirty="0">
                <a:ln>
                  <a:noFill/>
                </a:ln>
                <a:solidFill>
                  <a:srgbClr val="5B9BD5"/>
                </a:solidFill>
                <a:effectLst/>
                <a:uLnTx/>
                <a:uFillTx/>
                <a:latin typeface="+mj-lt"/>
                <a:ea typeface="+mn-ea"/>
                <a:cs typeface="+mn-cs"/>
              </a:rPr>
              <a:t>update or withdrawal </a:t>
            </a:r>
            <a:r>
              <a:rPr kumimoji="0" lang="en-US" sz="1800" b="0" i="0" u="none" strike="noStrike" kern="1200" cap="none" spc="0" normalizeH="0" baseline="0" noProof="0" dirty="0">
                <a:ln>
                  <a:noFill/>
                </a:ln>
                <a:solidFill>
                  <a:prstClr val="black"/>
                </a:solidFill>
                <a:effectLst/>
                <a:uLnTx/>
                <a:uFillTx/>
                <a:latin typeface="+mj-lt"/>
                <a:ea typeface="+mn-ea"/>
                <a:cs typeface="+mn-cs"/>
              </a:rPr>
              <a:t>and for </a:t>
            </a:r>
            <a:r>
              <a:rPr kumimoji="0" lang="en-US" sz="1800" b="0" i="0" u="none" strike="noStrike" kern="1200" cap="none" spc="0" normalizeH="0" baseline="0" noProof="0" dirty="0">
                <a:ln>
                  <a:noFill/>
                </a:ln>
                <a:solidFill>
                  <a:srgbClr val="7030A0"/>
                </a:solidFill>
                <a:effectLst/>
                <a:uLnTx/>
                <a:uFillTx/>
                <a:latin typeface="+mj-lt"/>
                <a:ea typeface="+mn-ea"/>
                <a:cs typeface="+mn-cs"/>
              </a:rPr>
              <a:t>BGP community, NLRI and BGP Prefix SID </a:t>
            </a:r>
            <a:r>
              <a:rPr kumimoji="0" lang="en-US" sz="1800" b="0" i="0" u="none" strike="noStrike" kern="1200" cap="none" spc="0" normalizeH="0" baseline="0" noProof="0" dirty="0">
                <a:ln>
                  <a:noFill/>
                </a:ln>
                <a:solidFill>
                  <a:prstClr val="black"/>
                </a:solidFill>
                <a:effectLst/>
                <a:uLnTx/>
                <a:uFillTx/>
                <a:latin typeface="+mj-lt"/>
                <a:ea typeface="+mn-ea"/>
                <a:cs typeface="+mn-cs"/>
              </a:rPr>
              <a:t>path attributes.</a:t>
            </a:r>
          </a:p>
          <a:p>
            <a:pPr marL="182880" marR="0" lvl="0" indent="-182880" algn="l" defTabSz="914400" rtl="0" eaLnBrk="1" fontAlgn="auto" latinLnBrk="0" hangingPunct="1">
              <a:lnSpc>
                <a:spcPct val="90000"/>
              </a:lnSpc>
              <a:spcBef>
                <a:spcPts val="300"/>
              </a:spcBef>
              <a:spcAft>
                <a:spcPts val="300"/>
              </a:spcAft>
              <a:buClr>
                <a:srgbClr val="11AAFF"/>
              </a:buClr>
              <a:buSzTx/>
              <a:buFont typeface="TheSans Swisscom" panose="020B0603020202020204" pitchFamily="34" charset="0"/>
              <a:buChar char="&gt;"/>
              <a:tabLst/>
              <a:defRPr/>
            </a:pPr>
            <a:endParaRPr kumimoji="0" lang="en-US" sz="1700" b="0" i="0" u="none" strike="noStrike" kern="1200" cap="none" spc="0" normalizeH="0" baseline="0" noProof="0" dirty="0">
              <a:ln>
                <a:noFill/>
              </a:ln>
              <a:solidFill>
                <a:prstClr val="black"/>
              </a:solidFill>
              <a:effectLst/>
              <a:uLnTx/>
              <a:uFillTx/>
              <a:latin typeface="+mj-lt"/>
              <a:ea typeface="+mn-ea"/>
              <a:cs typeface="+mn-cs"/>
            </a:endParaRPr>
          </a:p>
        </p:txBody>
      </p:sp>
      <p:sp>
        <p:nvSpPr>
          <p:cNvPr id="12" name="Right Brace 11">
            <a:extLst>
              <a:ext uri="{FF2B5EF4-FFF2-40B4-BE49-F238E27FC236}">
                <a16:creationId xmlns:a16="http://schemas.microsoft.com/office/drawing/2014/main" id="{E404F115-D426-6472-5F6E-0CADF0FC9E7E}"/>
              </a:ext>
            </a:extLst>
          </p:cNvPr>
          <p:cNvSpPr/>
          <p:nvPr/>
        </p:nvSpPr>
        <p:spPr bwMode="gray">
          <a:xfrm rot="10800000">
            <a:off x="5759256" y="2619122"/>
            <a:ext cx="720219" cy="4107639"/>
          </a:xfrm>
          <a:prstGeom prst="rightBrace">
            <a:avLst/>
          </a:prstGeom>
          <a:noFill/>
          <a:ln w="6350" cap="flat" cmpd="sng" algn="ctr">
            <a:solidFill>
              <a:srgbClr val="33333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CH" sz="1800" b="0" i="0" u="none" strike="noStrike" kern="0" cap="none" spc="0" normalizeH="0" baseline="0" noProof="0">
              <a:ln>
                <a:noFill/>
              </a:ln>
              <a:solidFill>
                <a:srgbClr val="333333"/>
              </a:solidFill>
              <a:effectLst/>
              <a:uLnTx/>
              <a:uFillTx/>
              <a:latin typeface="+mj-lt"/>
            </a:endParaRPr>
          </a:p>
        </p:txBody>
      </p:sp>
      <p:sp>
        <p:nvSpPr>
          <p:cNvPr id="13" name="Right Brace 12">
            <a:extLst>
              <a:ext uri="{FF2B5EF4-FFF2-40B4-BE49-F238E27FC236}">
                <a16:creationId xmlns:a16="http://schemas.microsoft.com/office/drawing/2014/main" id="{3223B773-31FB-C632-7B68-B13C26F0F360}"/>
              </a:ext>
            </a:extLst>
          </p:cNvPr>
          <p:cNvSpPr/>
          <p:nvPr/>
        </p:nvSpPr>
        <p:spPr bwMode="gray">
          <a:xfrm rot="10800000">
            <a:off x="5759257" y="1490878"/>
            <a:ext cx="729744" cy="973648"/>
          </a:xfrm>
          <a:prstGeom prst="rightBrace">
            <a:avLst/>
          </a:prstGeom>
          <a:noFill/>
          <a:ln w="6350" cap="flat" cmpd="sng" algn="ctr">
            <a:solidFill>
              <a:srgbClr val="33333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CH" sz="1800" b="0" i="0" u="none" strike="noStrike" kern="0" cap="none" spc="0" normalizeH="0" baseline="0" noProof="0">
              <a:ln>
                <a:noFill/>
              </a:ln>
              <a:solidFill>
                <a:srgbClr val="333333"/>
              </a:solidFill>
              <a:effectLst/>
              <a:uLnTx/>
              <a:uFillTx/>
              <a:latin typeface="+mj-lt"/>
            </a:endParaRPr>
          </a:p>
        </p:txBody>
      </p:sp>
      <p:sp>
        <p:nvSpPr>
          <p:cNvPr id="14" name="Content Placeholder 1">
            <a:extLst>
              <a:ext uri="{FF2B5EF4-FFF2-40B4-BE49-F238E27FC236}">
                <a16:creationId xmlns:a16="http://schemas.microsoft.com/office/drawing/2014/main" id="{93F72457-D392-2E31-3F16-9ABA509D6C6C}"/>
              </a:ext>
            </a:extLst>
          </p:cNvPr>
          <p:cNvSpPr txBox="1">
            <a:spLocks/>
          </p:cNvSpPr>
          <p:nvPr/>
        </p:nvSpPr>
        <p:spPr bwMode="black">
          <a:xfrm>
            <a:off x="838200" y="1827358"/>
            <a:ext cx="4667251" cy="1704974"/>
          </a:xfrm>
          <a:prstGeom prst="rect">
            <a:avLst/>
          </a:prstGeom>
        </p:spPr>
        <p:txBody>
          <a:bodyPr vert="horz" lIns="0" tIns="0" rIns="0" bIns="0" rtlCol="0">
            <a:noAutofit/>
          </a:bodyPr>
          <a:lstStyle>
            <a:lvl1pPr marL="0" indent="0" algn="l" defTabSz="914400" rtl="0" eaLnBrk="1" latinLnBrk="0" hangingPunct="1">
              <a:lnSpc>
                <a:spcPct val="110000"/>
              </a:lnSpc>
              <a:spcBef>
                <a:spcPts val="600"/>
              </a:spcBef>
              <a:spcAft>
                <a:spcPts val="600"/>
              </a:spcAft>
              <a:buFont typeface="Arial" panose="020B0604020202020204" pitchFamily="34" charset="0"/>
              <a:buNone/>
              <a:defRPr sz="1600" b="0" kern="1200">
                <a:solidFill>
                  <a:schemeClr val="tx1"/>
                </a:solidFill>
                <a:latin typeface="+mn-lt"/>
                <a:ea typeface="+mn-ea"/>
                <a:cs typeface="+mn-cs"/>
              </a:defRPr>
            </a:lvl1pPr>
            <a:lvl2pPr marL="180000" indent="-180000" algn="l" defTabSz="914400" rtl="0" eaLnBrk="1" latinLnBrk="0" hangingPunct="1">
              <a:lnSpc>
                <a:spcPct val="11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3pPr>
            <a:lvl4pPr marL="5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4pPr>
            <a:lvl5pPr marL="72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5pPr>
            <a:lvl6pPr marL="90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6pPr>
            <a:lvl7pPr marL="108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7pPr>
            <a:lvl8pPr marL="126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8pPr>
            <a:lvl9pPr marL="14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ts val="600"/>
              </a:spcBef>
              <a:spcAft>
                <a:spcPts val="600"/>
              </a:spcAft>
              <a:buClr>
                <a:srgbClr val="FF0000"/>
              </a:buClr>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mj-lt"/>
                <a:ea typeface="+mn-ea"/>
                <a:cs typeface="+mn-cs"/>
              </a:rPr>
              <a:t>BMP Per Peer Header</a:t>
            </a:r>
            <a:br>
              <a:rPr kumimoji="0" lang="en-US" sz="1600" b="1" i="0" u="none" strike="noStrike" kern="1200" cap="none" spc="0" normalizeH="0" baseline="0" noProof="0" dirty="0">
                <a:ln>
                  <a:noFill/>
                </a:ln>
                <a:solidFill>
                  <a:prstClr val="black"/>
                </a:solidFill>
                <a:effectLst/>
                <a:uLnTx/>
                <a:uFillTx/>
                <a:latin typeface="+mj-lt"/>
                <a:ea typeface="+mn-ea"/>
                <a:cs typeface="+mn-cs"/>
              </a:rPr>
            </a:br>
            <a:br>
              <a:rPr kumimoji="0" lang="en-US" sz="1800" b="1" i="0" u="none" strike="noStrike" kern="1200" cap="none" spc="0" normalizeH="0" baseline="0" noProof="0" dirty="0">
                <a:ln>
                  <a:noFill/>
                </a:ln>
                <a:solidFill>
                  <a:prstClr val="black"/>
                </a:solidFill>
                <a:effectLst/>
                <a:uLnTx/>
                <a:uFillTx/>
                <a:latin typeface="+mj-lt"/>
                <a:ea typeface="+mn-ea"/>
                <a:cs typeface="+mn-cs"/>
              </a:rPr>
            </a:br>
            <a:r>
              <a:rPr kumimoji="0" lang="en-US" sz="1800" b="0" i="0" u="none" strike="noStrike" kern="1200" cap="none" spc="0" normalizeH="0" baseline="0" noProof="0" dirty="0">
                <a:ln>
                  <a:noFill/>
                </a:ln>
                <a:solidFill>
                  <a:prstClr val="black"/>
                </a:solidFill>
                <a:effectLst/>
                <a:uLnTx/>
                <a:uFillTx/>
                <a:latin typeface="+mj-lt"/>
                <a:ea typeface="+mn-ea"/>
                <a:cs typeface="+mn-cs"/>
              </a:rPr>
              <a:t>Shows at </a:t>
            </a:r>
            <a:r>
              <a:rPr kumimoji="0" lang="en-US" sz="1800" b="0" i="0" u="none" strike="noStrike" kern="1200" cap="none" spc="0" normalizeH="0" baseline="0" noProof="0" dirty="0">
                <a:ln>
                  <a:noFill/>
                </a:ln>
                <a:solidFill>
                  <a:srgbClr val="FF0000"/>
                </a:solidFill>
                <a:effectLst/>
                <a:uLnTx/>
                <a:uFillTx/>
                <a:latin typeface="+mj-lt"/>
                <a:ea typeface="+mn-ea"/>
                <a:cs typeface="+mn-cs"/>
              </a:rPr>
              <a:t>which RIB</a:t>
            </a:r>
            <a:r>
              <a:rPr kumimoji="0" lang="en-US" sz="1800" b="0" i="0" u="none" strike="noStrike" kern="1200" cap="none" spc="0" normalizeH="0" baseline="0" noProof="0" dirty="0">
                <a:ln>
                  <a:noFill/>
                </a:ln>
                <a:solidFill>
                  <a:prstClr val="black"/>
                </a:solidFill>
                <a:effectLst/>
                <a:uLnTx/>
                <a:uFillTx/>
                <a:latin typeface="+mj-lt"/>
                <a:ea typeface="+mn-ea"/>
                <a:cs typeface="+mn-cs"/>
              </a:rPr>
              <a:t> (Adj-RIB In, Local or Adj-RIB Out, Pre or Post Policy) and from </a:t>
            </a:r>
            <a:r>
              <a:rPr kumimoji="0" lang="en-US" sz="1800" b="0" i="0" u="none" strike="noStrike" kern="1200" cap="none" spc="0" normalizeH="0" baseline="0" noProof="0" dirty="0">
                <a:ln>
                  <a:noFill/>
                </a:ln>
                <a:solidFill>
                  <a:srgbClr val="FFC000"/>
                </a:solidFill>
                <a:effectLst/>
                <a:uLnTx/>
                <a:uFillTx/>
                <a:latin typeface="+mj-lt"/>
                <a:ea typeface="+mn-ea"/>
                <a:cs typeface="+mn-cs"/>
              </a:rPr>
              <a:t>which Peering</a:t>
            </a:r>
            <a:r>
              <a:rPr kumimoji="0" lang="en-US" sz="1800" b="0" i="0" u="none" strike="noStrike" kern="1200" cap="none" spc="0" normalizeH="0" baseline="0" noProof="0" dirty="0">
                <a:ln>
                  <a:noFill/>
                </a:ln>
                <a:solidFill>
                  <a:srgbClr val="FF0000"/>
                </a:solidFill>
                <a:effectLst/>
                <a:uLnTx/>
                <a:uFillTx/>
                <a:latin typeface="+mj-lt"/>
                <a:ea typeface="+mn-ea"/>
                <a:cs typeface="+mn-cs"/>
              </a:rPr>
              <a:t> </a:t>
            </a:r>
            <a:r>
              <a:rPr kumimoji="0" lang="en-US" sz="1800" b="0" i="0" u="none" strike="noStrike" kern="1200" cap="none" spc="0" normalizeH="0" baseline="0" noProof="0" dirty="0">
                <a:ln>
                  <a:noFill/>
                </a:ln>
                <a:solidFill>
                  <a:prstClr val="black"/>
                </a:solidFill>
                <a:effectLst/>
                <a:uLnTx/>
                <a:uFillTx/>
                <a:latin typeface="+mj-lt"/>
                <a:ea typeface="+mn-ea"/>
                <a:cs typeface="+mn-cs"/>
              </a:rPr>
              <a:t>the BGP PDU at </a:t>
            </a:r>
            <a:r>
              <a:rPr kumimoji="0" lang="en-US" sz="1800" b="0" i="0" u="none" strike="noStrike" kern="1200" cap="none" spc="0" normalizeH="0" baseline="0" noProof="0" dirty="0">
                <a:ln>
                  <a:noFill/>
                </a:ln>
                <a:solidFill>
                  <a:srgbClr val="ED7D31"/>
                </a:solidFill>
                <a:effectLst/>
                <a:uLnTx/>
                <a:uFillTx/>
                <a:latin typeface="+mj-lt"/>
                <a:ea typeface="+mn-ea"/>
                <a:cs typeface="+mn-cs"/>
              </a:rPr>
              <a:t>which time </a:t>
            </a:r>
            <a:r>
              <a:rPr kumimoji="0" lang="en-US" sz="1800" b="0" i="0" u="none" strike="noStrike" kern="1200" cap="none" spc="0" normalizeH="0" baseline="0" noProof="0" dirty="0">
                <a:ln>
                  <a:noFill/>
                </a:ln>
                <a:solidFill>
                  <a:prstClr val="black"/>
                </a:solidFill>
                <a:effectLst/>
                <a:uLnTx/>
                <a:uFillTx/>
                <a:latin typeface="+mj-lt"/>
                <a:ea typeface="+mn-ea"/>
                <a:cs typeface="+mn-cs"/>
              </a:rPr>
              <a:t>was obtained.</a:t>
            </a:r>
            <a:endParaRPr kumimoji="0" lang="en-US" sz="1700" b="0" i="0" u="none" strike="noStrike" kern="1200" cap="none" spc="0" normalizeH="0" baseline="0" noProof="0" dirty="0">
              <a:ln>
                <a:noFill/>
              </a:ln>
              <a:solidFill>
                <a:prstClr val="black"/>
              </a:solidFill>
              <a:effectLst/>
              <a:uLnTx/>
              <a:uFillTx/>
              <a:latin typeface="+mj-lt"/>
              <a:ea typeface="+mn-ea"/>
              <a:cs typeface="+mn-cs"/>
            </a:endParaRPr>
          </a:p>
        </p:txBody>
      </p:sp>
      <p:sp>
        <p:nvSpPr>
          <p:cNvPr id="15" name="Rectangle 14">
            <a:extLst>
              <a:ext uri="{FF2B5EF4-FFF2-40B4-BE49-F238E27FC236}">
                <a16:creationId xmlns:a16="http://schemas.microsoft.com/office/drawing/2014/main" id="{CD7BECD9-CC8F-F194-901B-002377607A55}"/>
              </a:ext>
            </a:extLst>
          </p:cNvPr>
          <p:cNvSpPr/>
          <p:nvPr/>
        </p:nvSpPr>
        <p:spPr bwMode="gray">
          <a:xfrm>
            <a:off x="6492931" y="1565755"/>
            <a:ext cx="1855381" cy="124933"/>
          </a:xfrm>
          <a:prstGeom prst="rect">
            <a:avLst/>
          </a:prstGeom>
          <a:solidFill>
            <a:srgbClr val="FF0000">
              <a:alpha val="20000"/>
            </a:srgbClr>
          </a:solidFill>
          <a:ln w="635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de-CH" sz="1600" b="0" i="0" u="none" strike="noStrike" kern="0" cap="none" spc="0" normalizeH="0" baseline="0" noProof="0" dirty="0">
              <a:ln>
                <a:noFill/>
              </a:ln>
              <a:solidFill>
                <a:srgbClr val="333333"/>
              </a:solidFill>
              <a:effectLst/>
              <a:uLnTx/>
              <a:uFillTx/>
              <a:latin typeface="+mj-lt"/>
            </a:endParaRPr>
          </a:p>
        </p:txBody>
      </p:sp>
      <p:sp>
        <p:nvSpPr>
          <p:cNvPr id="16" name="Rectangle 15">
            <a:extLst>
              <a:ext uri="{FF2B5EF4-FFF2-40B4-BE49-F238E27FC236}">
                <a16:creationId xmlns:a16="http://schemas.microsoft.com/office/drawing/2014/main" id="{8697DB35-AF0C-E1A8-C98D-2BD5A0ADABE3}"/>
              </a:ext>
            </a:extLst>
          </p:cNvPr>
          <p:cNvSpPr/>
          <p:nvPr/>
        </p:nvSpPr>
        <p:spPr bwMode="gray">
          <a:xfrm>
            <a:off x="6492932" y="3113118"/>
            <a:ext cx="3096071" cy="942687"/>
          </a:xfrm>
          <a:prstGeom prst="rect">
            <a:avLst/>
          </a:prstGeom>
          <a:solidFill>
            <a:srgbClr val="7030A0">
              <a:alpha val="20000"/>
            </a:srgbClr>
          </a:solidFill>
          <a:ln w="6350" cap="flat" cmpd="sng" algn="ctr">
            <a:solidFill>
              <a:srgbClr val="7030A0"/>
            </a:solidFill>
            <a:prstDash val="solid"/>
            <a:miter lim="800000"/>
          </a:ln>
          <a:effectLst/>
        </p:spPr>
        <p:txBody>
          <a:bodyPr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de-CH" sz="1600" b="0" i="0" u="none" strike="noStrike" kern="0" cap="none" spc="0" normalizeH="0" baseline="0" noProof="0" dirty="0">
              <a:ln>
                <a:noFill/>
              </a:ln>
              <a:solidFill>
                <a:srgbClr val="333333"/>
              </a:solidFill>
              <a:effectLst/>
              <a:uLnTx/>
              <a:uFillTx/>
              <a:latin typeface="+mj-lt"/>
            </a:endParaRPr>
          </a:p>
        </p:txBody>
      </p:sp>
      <p:sp>
        <p:nvSpPr>
          <p:cNvPr id="17" name="Rectangle 16">
            <a:extLst>
              <a:ext uri="{FF2B5EF4-FFF2-40B4-BE49-F238E27FC236}">
                <a16:creationId xmlns:a16="http://schemas.microsoft.com/office/drawing/2014/main" id="{DB429C6B-C240-4D13-CBED-873FA0A2C570}"/>
              </a:ext>
            </a:extLst>
          </p:cNvPr>
          <p:cNvSpPr/>
          <p:nvPr/>
        </p:nvSpPr>
        <p:spPr bwMode="gray">
          <a:xfrm>
            <a:off x="6498032" y="2797448"/>
            <a:ext cx="1855381" cy="138224"/>
          </a:xfrm>
          <a:prstGeom prst="rect">
            <a:avLst/>
          </a:prstGeom>
          <a:solidFill>
            <a:srgbClr val="5B9BD5">
              <a:alpha val="20000"/>
            </a:srgbClr>
          </a:soli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de-CH" sz="1600" b="0" i="0" u="none" strike="noStrike" kern="0" cap="none" spc="0" normalizeH="0" baseline="0" noProof="0" dirty="0">
              <a:ln>
                <a:noFill/>
              </a:ln>
              <a:solidFill>
                <a:srgbClr val="333333"/>
              </a:solidFill>
              <a:effectLst/>
              <a:uLnTx/>
              <a:uFillTx/>
              <a:latin typeface="+mj-lt"/>
            </a:endParaRPr>
          </a:p>
        </p:txBody>
      </p:sp>
      <p:sp>
        <p:nvSpPr>
          <p:cNvPr id="18" name="Rectangle 17">
            <a:extLst>
              <a:ext uri="{FF2B5EF4-FFF2-40B4-BE49-F238E27FC236}">
                <a16:creationId xmlns:a16="http://schemas.microsoft.com/office/drawing/2014/main" id="{8A29FA81-0D08-F0F8-A2DA-C3555ADF5C81}"/>
              </a:ext>
            </a:extLst>
          </p:cNvPr>
          <p:cNvSpPr/>
          <p:nvPr/>
        </p:nvSpPr>
        <p:spPr bwMode="gray">
          <a:xfrm>
            <a:off x="6492931" y="1961535"/>
            <a:ext cx="1855380" cy="333304"/>
          </a:xfrm>
          <a:prstGeom prst="rect">
            <a:avLst/>
          </a:prstGeom>
          <a:solidFill>
            <a:srgbClr val="FFC000">
              <a:alpha val="20000"/>
            </a:srgbClr>
          </a:solidFill>
          <a:ln w="63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de-CH" sz="1600" b="0" i="0" u="none" strike="noStrike" kern="0" cap="none" spc="0" normalizeH="0" baseline="0" noProof="0" dirty="0">
              <a:ln>
                <a:noFill/>
              </a:ln>
              <a:solidFill>
                <a:srgbClr val="333333"/>
              </a:solidFill>
              <a:effectLst/>
              <a:uLnTx/>
              <a:uFillTx/>
              <a:latin typeface="+mj-lt"/>
            </a:endParaRPr>
          </a:p>
        </p:txBody>
      </p:sp>
      <p:sp>
        <p:nvSpPr>
          <p:cNvPr id="20" name="Rectangle 19">
            <a:extLst>
              <a:ext uri="{FF2B5EF4-FFF2-40B4-BE49-F238E27FC236}">
                <a16:creationId xmlns:a16="http://schemas.microsoft.com/office/drawing/2014/main" id="{141F08EB-7152-C2D7-28D5-42EE99DC7D49}"/>
              </a:ext>
            </a:extLst>
          </p:cNvPr>
          <p:cNvSpPr/>
          <p:nvPr/>
        </p:nvSpPr>
        <p:spPr bwMode="gray">
          <a:xfrm>
            <a:off x="6492931" y="2315081"/>
            <a:ext cx="1855380" cy="193885"/>
          </a:xfrm>
          <a:prstGeom prst="rect">
            <a:avLst/>
          </a:prstGeom>
          <a:solidFill>
            <a:srgbClr val="ED7D31">
              <a:alpha val="20000"/>
            </a:srgbClr>
          </a:solidFill>
          <a:ln w="6350" cap="flat" cmpd="sng" algn="ctr">
            <a:solidFill>
              <a:srgbClr val="ED7D31"/>
            </a:solidFill>
            <a:prstDash val="solid"/>
            <a:miter lim="800000"/>
          </a:ln>
          <a:effectLst/>
        </p:spPr>
        <p:txBody>
          <a:bodyPr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de-CH" sz="1600" b="0" i="0" u="none" strike="noStrike" kern="0" cap="none" spc="0" normalizeH="0" baseline="0" noProof="0" dirty="0">
              <a:ln>
                <a:noFill/>
              </a:ln>
              <a:solidFill>
                <a:srgbClr val="333333"/>
              </a:solidFill>
              <a:effectLst/>
              <a:uLnTx/>
              <a:uFillTx/>
              <a:latin typeface="+mj-lt"/>
            </a:endParaRPr>
          </a:p>
        </p:txBody>
      </p:sp>
      <p:sp>
        <p:nvSpPr>
          <p:cNvPr id="21" name="Rectangle 20">
            <a:extLst>
              <a:ext uri="{FF2B5EF4-FFF2-40B4-BE49-F238E27FC236}">
                <a16:creationId xmlns:a16="http://schemas.microsoft.com/office/drawing/2014/main" id="{AE7637F0-0C93-8689-A2E1-BCA0A9E7D7A0}"/>
              </a:ext>
            </a:extLst>
          </p:cNvPr>
          <p:cNvSpPr/>
          <p:nvPr/>
        </p:nvSpPr>
        <p:spPr bwMode="gray">
          <a:xfrm>
            <a:off x="6498032" y="2499103"/>
            <a:ext cx="1855381" cy="138224"/>
          </a:xfrm>
          <a:prstGeom prst="rect">
            <a:avLst/>
          </a:prstGeom>
          <a:solidFill>
            <a:srgbClr val="00B050">
              <a:alpha val="20000"/>
            </a:srgbClr>
          </a:solidFill>
          <a:ln w="6350" cap="flat" cmpd="sng" algn="ctr">
            <a:solidFill>
              <a:srgbClr val="00B050"/>
            </a:solidFill>
            <a:prstDash val="solid"/>
            <a:miter lim="800000"/>
          </a:ln>
          <a:effectLst/>
        </p:spPr>
        <p:txBody>
          <a:bodyPr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de-CH" sz="1600" b="0" i="0" u="none" strike="noStrike" kern="0" cap="none" spc="0" normalizeH="0" baseline="0" noProof="0" dirty="0">
              <a:ln>
                <a:noFill/>
              </a:ln>
              <a:solidFill>
                <a:srgbClr val="333333"/>
              </a:solidFill>
              <a:effectLst/>
              <a:uLnTx/>
              <a:uFillTx/>
              <a:latin typeface="+mj-lt"/>
            </a:endParaRPr>
          </a:p>
        </p:txBody>
      </p:sp>
    </p:spTree>
    <p:extLst>
      <p:ext uri="{BB962C8B-B14F-4D97-AF65-F5344CB8AC3E}">
        <p14:creationId xmlns:p14="http://schemas.microsoft.com/office/powerpoint/2010/main" val="1296954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r>
              <a:rPr lang="en-US" sz="2800" b="1" dirty="0"/>
              <a:t>Message Broker Terminology</a:t>
            </a:r>
            <a:endParaRPr lang="en-US" sz="2700" dirty="0">
              <a:solidFill>
                <a:schemeClr val="bg2">
                  <a:lumMod val="75000"/>
                </a:schemeClr>
              </a:solidFill>
            </a:endParaRPr>
          </a:p>
        </p:txBody>
      </p:sp>
      <p:sp>
        <p:nvSpPr>
          <p:cNvPr id="3" name="Content Placeholder 2">
            <a:extLst>
              <a:ext uri="{FF2B5EF4-FFF2-40B4-BE49-F238E27FC236}">
                <a16:creationId xmlns:a16="http://schemas.microsoft.com/office/drawing/2014/main" id="{29C0DFD4-432D-4B0C-93DF-790441DCF5B9}"/>
              </a:ext>
            </a:extLst>
          </p:cNvPr>
          <p:cNvSpPr>
            <a:spLocks noGrp="1"/>
          </p:cNvSpPr>
          <p:nvPr>
            <p:ph idx="1"/>
          </p:nvPr>
        </p:nvSpPr>
        <p:spPr>
          <a:xfrm>
            <a:off x="838199" y="1690688"/>
            <a:ext cx="6344851" cy="4486275"/>
          </a:xfrm>
        </p:spPr>
        <p:txBody>
          <a:bodyPr>
            <a:noAutofit/>
          </a:bodyPr>
          <a:lstStyle/>
          <a:p>
            <a:pPr>
              <a:spcBef>
                <a:spcPts val="600"/>
              </a:spcBef>
            </a:pPr>
            <a:r>
              <a:rPr lang="en-US" sz="2100" b="1" dirty="0">
                <a:solidFill>
                  <a:srgbClr val="FF0000"/>
                </a:solidFill>
              </a:rPr>
              <a:t>Subject: </a:t>
            </a:r>
            <a:r>
              <a:rPr lang="en-US" sz="2100" dirty="0"/>
              <a:t>A named communication channel where a schema registry assigned schema id is associated.</a:t>
            </a:r>
          </a:p>
          <a:p>
            <a:pPr>
              <a:spcBef>
                <a:spcPts val="600"/>
              </a:spcBef>
            </a:pPr>
            <a:r>
              <a:rPr lang="en-US" sz="2100" b="1" dirty="0">
                <a:solidFill>
                  <a:srgbClr val="FF0000"/>
                </a:solidFill>
              </a:rPr>
              <a:t>Topic: </a:t>
            </a:r>
            <a:r>
              <a:rPr lang="en-US" sz="2100" dirty="0"/>
              <a:t>A communication channel for publishing and subscribing messages between producer and consumer with one or more subjects.</a:t>
            </a:r>
          </a:p>
          <a:p>
            <a:pPr>
              <a:spcBef>
                <a:spcPts val="600"/>
              </a:spcBef>
            </a:pPr>
            <a:r>
              <a:rPr lang="en-US" sz="2100" b="1" dirty="0">
                <a:solidFill>
                  <a:srgbClr val="FF0000"/>
                </a:solidFill>
              </a:rPr>
              <a:t>Topic Compaction: </a:t>
            </a:r>
            <a:r>
              <a:rPr lang="en-US" sz="2100" dirty="0"/>
              <a:t>The act of compressing messages in a topic to the latest state. </a:t>
            </a:r>
          </a:p>
          <a:p>
            <a:pPr>
              <a:spcBef>
                <a:spcPts val="600"/>
              </a:spcBef>
            </a:pPr>
            <a:r>
              <a:rPr lang="en-US" sz="2100" b="1" dirty="0">
                <a:solidFill>
                  <a:srgbClr val="FF0000"/>
                </a:solidFill>
              </a:rPr>
              <a:t>Partition: </a:t>
            </a:r>
            <a:r>
              <a:rPr lang="en-US" sz="2100" dirty="0"/>
              <a:t>Messages in a topic are spread over hash buckets where a hash bucket refers to a partition.</a:t>
            </a:r>
          </a:p>
          <a:p>
            <a:pPr>
              <a:spcBef>
                <a:spcPts val="600"/>
              </a:spcBef>
            </a:pPr>
            <a:r>
              <a:rPr lang="en-US" sz="2100" b="1" dirty="0">
                <a:solidFill>
                  <a:srgbClr val="FF0000"/>
                </a:solidFill>
              </a:rPr>
              <a:t>Message: </a:t>
            </a:r>
            <a:r>
              <a:rPr lang="en-US" sz="2100" dirty="0"/>
              <a:t>A piece of structured data sent between data processing components to facilitate communication in a distributed system</a:t>
            </a:r>
          </a:p>
          <a:p>
            <a:pPr>
              <a:spcBef>
                <a:spcPts val="600"/>
              </a:spcBef>
            </a:pPr>
            <a:r>
              <a:rPr lang="en-US" sz="2100" b="1" dirty="0">
                <a:solidFill>
                  <a:srgbClr val="FF0000"/>
                </a:solidFill>
              </a:rPr>
              <a:t>Message Key: </a:t>
            </a:r>
            <a:r>
              <a:rPr lang="en-US" sz="2100" dirty="0"/>
              <a:t>Metadata associated with a message to facilitate deterministic hash bucketing.</a:t>
            </a:r>
          </a:p>
          <a:p>
            <a:pPr>
              <a:spcBef>
                <a:spcPts val="600"/>
              </a:spcBef>
            </a:pPr>
            <a:r>
              <a:rPr lang="en-US" sz="2100" b="1" dirty="0">
                <a:solidFill>
                  <a:srgbClr val="FF0000"/>
                </a:solidFill>
              </a:rPr>
              <a:t>Segment: </a:t>
            </a:r>
            <a:r>
              <a:rPr lang="en-US" sz="2100" dirty="0"/>
              <a:t>A physical file containing multiple messages.</a:t>
            </a:r>
            <a:endParaRPr lang="en-US" sz="2100" b="1" dirty="0">
              <a:solidFill>
                <a:srgbClr val="FF0000"/>
              </a:solidFill>
            </a:endParaRPr>
          </a:p>
        </p:txBody>
      </p:sp>
      <p:sp>
        <p:nvSpPr>
          <p:cNvPr id="6" name="Slide Number Placeholder 1">
            <a:extLst>
              <a:ext uri="{FF2B5EF4-FFF2-40B4-BE49-F238E27FC236}">
                <a16:creationId xmlns:a16="http://schemas.microsoft.com/office/drawing/2014/main" id="{3D5EE238-429C-4784-8E42-1813EF45704D}"/>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6</a:t>
            </a:fld>
            <a:endParaRPr lang="de-CH" sz="1400" dirty="0"/>
          </a:p>
        </p:txBody>
      </p:sp>
      <p:pic>
        <p:nvPicPr>
          <p:cNvPr id="5" name="Picture 4">
            <a:extLst>
              <a:ext uri="{FF2B5EF4-FFF2-40B4-BE49-F238E27FC236}">
                <a16:creationId xmlns:a16="http://schemas.microsoft.com/office/drawing/2014/main" id="{8DACCEA3-960D-FE3E-0C50-961771122014}"/>
              </a:ext>
            </a:extLst>
          </p:cNvPr>
          <p:cNvPicPr>
            <a:picLocks noChangeAspect="1"/>
          </p:cNvPicPr>
          <p:nvPr/>
        </p:nvPicPr>
        <p:blipFill>
          <a:blip r:embed="rId2"/>
          <a:stretch>
            <a:fillRect/>
          </a:stretch>
        </p:blipFill>
        <p:spPr>
          <a:xfrm>
            <a:off x="7621877" y="818178"/>
            <a:ext cx="3966015" cy="5221644"/>
          </a:xfrm>
          <a:prstGeom prst="rect">
            <a:avLst/>
          </a:prstGeom>
        </p:spPr>
      </p:pic>
      <p:sp>
        <p:nvSpPr>
          <p:cNvPr id="8" name="TextBox 7">
            <a:extLst>
              <a:ext uri="{FF2B5EF4-FFF2-40B4-BE49-F238E27FC236}">
                <a16:creationId xmlns:a16="http://schemas.microsoft.com/office/drawing/2014/main" id="{596F5A4F-04E0-A9CD-A444-BDECEE48C3E7}"/>
              </a:ext>
            </a:extLst>
          </p:cNvPr>
          <p:cNvSpPr txBox="1"/>
          <p:nvPr/>
        </p:nvSpPr>
        <p:spPr>
          <a:xfrm>
            <a:off x="7417142" y="6176963"/>
            <a:ext cx="4170750" cy="523220"/>
          </a:xfrm>
          <a:prstGeom prst="rect">
            <a:avLst/>
          </a:prstGeom>
          <a:noFill/>
        </p:spPr>
        <p:txBody>
          <a:bodyPr wrap="square">
            <a:spAutoFit/>
          </a:bodyPr>
          <a:lstStyle/>
          <a:p>
            <a:pPr algn="r"/>
            <a:r>
              <a:rPr lang="de-CH" sz="1400" dirty="0">
                <a:hlinkClick r:id="rId3"/>
              </a:rPr>
              <a:t>https://www.confluent.io/thank-you/resources/ebook/kafka-the-definitive-guide/</a:t>
            </a:r>
            <a:endParaRPr lang="de-CH" sz="1400" dirty="0"/>
          </a:p>
        </p:txBody>
      </p:sp>
    </p:spTree>
    <p:extLst>
      <p:ext uri="{BB962C8B-B14F-4D97-AF65-F5344CB8AC3E}">
        <p14:creationId xmlns:p14="http://schemas.microsoft.com/office/powerpoint/2010/main" val="1088069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98CAD-D79D-BB74-42C1-B083B671F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53FAA-6F22-376E-1A22-2CC12FA1E9BD}"/>
              </a:ext>
            </a:extLst>
          </p:cNvPr>
          <p:cNvSpPr>
            <a:spLocks noGrp="1"/>
          </p:cNvSpPr>
          <p:nvPr>
            <p:ph type="title"/>
          </p:nvPr>
        </p:nvSpPr>
        <p:spPr/>
        <p:txBody>
          <a:bodyPr>
            <a:normAutofit/>
          </a:bodyPr>
          <a:lstStyle/>
          <a:p>
            <a:r>
              <a:rPr lang="en-US" sz="2800" b="1" dirty="0"/>
              <a:t>YANG Data Terminology</a:t>
            </a:r>
            <a:endParaRPr lang="en-US" sz="2700" dirty="0">
              <a:solidFill>
                <a:schemeClr val="bg2">
                  <a:lumMod val="75000"/>
                </a:schemeClr>
              </a:solidFill>
            </a:endParaRPr>
          </a:p>
        </p:txBody>
      </p:sp>
      <p:sp>
        <p:nvSpPr>
          <p:cNvPr id="3" name="Content Placeholder 2">
            <a:extLst>
              <a:ext uri="{FF2B5EF4-FFF2-40B4-BE49-F238E27FC236}">
                <a16:creationId xmlns:a16="http://schemas.microsoft.com/office/drawing/2014/main" id="{49011665-59C1-3325-3606-F2E7AA460943}"/>
              </a:ext>
            </a:extLst>
          </p:cNvPr>
          <p:cNvSpPr>
            <a:spLocks noGrp="1"/>
          </p:cNvSpPr>
          <p:nvPr>
            <p:ph idx="1"/>
          </p:nvPr>
        </p:nvSpPr>
        <p:spPr>
          <a:xfrm>
            <a:off x="838200" y="1690688"/>
            <a:ext cx="5743074" cy="4486275"/>
          </a:xfrm>
        </p:spPr>
        <p:txBody>
          <a:bodyPr>
            <a:noAutofit/>
          </a:bodyPr>
          <a:lstStyle/>
          <a:p>
            <a:pPr>
              <a:spcBef>
                <a:spcPts val="600"/>
              </a:spcBef>
            </a:pPr>
            <a:r>
              <a:rPr lang="en-US" sz="2100" b="1" dirty="0">
                <a:solidFill>
                  <a:srgbClr val="FF0000"/>
                </a:solidFill>
              </a:rPr>
              <a:t>Dimensional Data: </a:t>
            </a:r>
            <a:r>
              <a:rPr lang="en-US" sz="2100" dirty="0"/>
              <a:t>Structured information in a data store [</a:t>
            </a:r>
            <a:r>
              <a:rPr lang="en-US" sz="2100" dirty="0">
                <a:hlinkClick r:id="rId2"/>
              </a:rPr>
              <a:t>Ralph Kimball</a:t>
            </a:r>
            <a:r>
              <a:rPr lang="en-US" sz="2100" dirty="0"/>
              <a:t>]. Example: YANG with data taxonomy.</a:t>
            </a:r>
          </a:p>
          <a:p>
            <a:pPr>
              <a:spcBef>
                <a:spcPts val="600"/>
              </a:spcBef>
            </a:pPr>
            <a:r>
              <a:rPr lang="en-US" sz="2100" b="1" dirty="0">
                <a:solidFill>
                  <a:srgbClr val="FF0000"/>
                </a:solidFill>
              </a:rPr>
              <a:t>Data Taxonomy: </a:t>
            </a:r>
            <a:r>
              <a:rPr lang="en-US" sz="2100" dirty="0"/>
              <a:t>Is a hierarchical system for classifying and organizing data into categories and subcategories</a:t>
            </a:r>
          </a:p>
          <a:p>
            <a:pPr lvl="0" fontAlgn="base">
              <a:spcBef>
                <a:spcPts val="600"/>
              </a:spcBef>
              <a:spcAft>
                <a:spcPct val="0"/>
              </a:spcAft>
            </a:pPr>
            <a:r>
              <a:rPr lang="en-US" sz="2100" b="1" dirty="0">
                <a:solidFill>
                  <a:srgbClr val="FF0000"/>
                </a:solidFill>
              </a:rPr>
              <a:t>YANG Schema Tree: </a:t>
            </a:r>
            <a:r>
              <a:rPr lang="en-US" altLang="de-DE" sz="2100" dirty="0"/>
              <a:t>The definition hierarchy specified within a module. </a:t>
            </a:r>
            <a:r>
              <a:rPr lang="en-US" altLang="de-DE" sz="2100" dirty="0">
                <a:hlinkClick r:id="rId3"/>
              </a:rPr>
              <a:t>See RFC 8340</a:t>
            </a:r>
            <a:r>
              <a:rPr lang="en-US" altLang="de-DE" sz="2100" dirty="0"/>
              <a:t>.</a:t>
            </a:r>
          </a:p>
          <a:p>
            <a:pPr>
              <a:spcBef>
                <a:spcPts val="600"/>
              </a:spcBef>
            </a:pPr>
            <a:r>
              <a:rPr lang="en-US" altLang="de-DE" sz="2100" b="1" dirty="0">
                <a:solidFill>
                  <a:srgbClr val="FF0000"/>
                </a:solidFill>
              </a:rPr>
              <a:t>YANG Data Node: </a:t>
            </a:r>
            <a:r>
              <a:rPr lang="en-US" altLang="de-DE" sz="2100" dirty="0"/>
              <a:t>An instantiated node in the schema tree </a:t>
            </a:r>
            <a:r>
              <a:rPr lang="en-US" sz="2100" dirty="0"/>
              <a:t>such as container, leaf, leaf-list, list, choice and case elements.</a:t>
            </a:r>
            <a:endParaRPr lang="en-US" altLang="de-DE" sz="2100" dirty="0"/>
          </a:p>
        </p:txBody>
      </p:sp>
      <p:sp>
        <p:nvSpPr>
          <p:cNvPr id="6" name="Slide Number Placeholder 1">
            <a:extLst>
              <a:ext uri="{FF2B5EF4-FFF2-40B4-BE49-F238E27FC236}">
                <a16:creationId xmlns:a16="http://schemas.microsoft.com/office/drawing/2014/main" id="{F9BCF2D4-1870-6423-60A0-79EE54FB125B}"/>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7</a:t>
            </a:fld>
            <a:endParaRPr lang="en-US" sz="1400" dirty="0"/>
          </a:p>
        </p:txBody>
      </p:sp>
      <p:sp>
        <p:nvSpPr>
          <p:cNvPr id="9" name="TextBox 8">
            <a:extLst>
              <a:ext uri="{FF2B5EF4-FFF2-40B4-BE49-F238E27FC236}">
                <a16:creationId xmlns:a16="http://schemas.microsoft.com/office/drawing/2014/main" id="{93AA178A-624D-5E20-2C4A-20F6E40265E6}"/>
              </a:ext>
            </a:extLst>
          </p:cNvPr>
          <p:cNvSpPr txBox="1"/>
          <p:nvPr/>
        </p:nvSpPr>
        <p:spPr>
          <a:xfrm>
            <a:off x="6096000" y="1152952"/>
            <a:ext cx="5906143" cy="5339923"/>
          </a:xfrm>
          <a:prstGeom prst="rect">
            <a:avLst/>
          </a:prstGeom>
          <a:noFill/>
        </p:spPr>
        <p:txBody>
          <a:bodyPr wrap="square">
            <a:spAutoFit/>
          </a:bodyPr>
          <a:lstStyle/>
          <a:p>
            <a:r>
              <a:rPr lang="en-US" sz="1100" dirty="0"/>
              <a:t> </a:t>
            </a:r>
            <a:r>
              <a:rPr lang="en-US" sz="1100" dirty="0">
                <a:latin typeface="Courier New" panose="02070309020205020404" pitchFamily="49" charset="0"/>
                <a:cs typeface="Courier New" panose="02070309020205020404" pitchFamily="49" charset="0"/>
              </a:rPr>
              <a:t>module: </a:t>
            </a:r>
            <a:r>
              <a:rPr lang="en-US" sz="1100" dirty="0" err="1">
                <a:latin typeface="Courier New" panose="02070309020205020404" pitchFamily="49" charset="0"/>
                <a:cs typeface="Courier New" panose="02070309020205020404" pitchFamily="49" charset="0"/>
              </a:rPr>
              <a:t>ietf</a:t>
            </a:r>
            <a:r>
              <a:rPr lang="en-US" sz="1100" dirty="0">
                <a:latin typeface="Courier New" panose="02070309020205020404" pitchFamily="49" charset="0"/>
                <a:cs typeface="Courier New" panose="02070309020205020404" pitchFamily="49" charset="0"/>
              </a:rPr>
              <a:t>-interfaces</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interfaces</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interface* [name]</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name                        string</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description?                string</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type                        </a:t>
            </a:r>
            <a:r>
              <a:rPr lang="en-US" sz="1100" dirty="0" err="1">
                <a:latin typeface="Courier New" panose="02070309020205020404" pitchFamily="49" charset="0"/>
                <a:cs typeface="Courier New" panose="02070309020205020404" pitchFamily="49" charset="0"/>
              </a:rPr>
              <a:t>identityref</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enabled?                    </a:t>
            </a:r>
            <a:r>
              <a:rPr lang="en-US" sz="1100" dirty="0" err="1">
                <a:latin typeface="Courier New" panose="02070309020205020404" pitchFamily="49" charset="0"/>
                <a:cs typeface="Courier New" panose="02070309020205020404" pitchFamily="49" charset="0"/>
              </a:rPr>
              <a:t>boolean</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link-up-down-trap-enable?   enumeration {if-mib}?</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admin-status                enumeration {if-mib}?</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oper</a:t>
            </a:r>
            <a:r>
              <a:rPr lang="en-US" sz="1100" dirty="0">
                <a:latin typeface="Courier New" panose="02070309020205020404" pitchFamily="49" charset="0"/>
                <a:cs typeface="Courier New" panose="02070309020205020404" pitchFamily="49" charset="0"/>
              </a:rPr>
              <a:t>-status                 enumeration</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last-change?                </a:t>
            </a:r>
            <a:r>
              <a:rPr lang="en-US" sz="1100" dirty="0" err="1">
                <a:latin typeface="Courier New" panose="02070309020205020404" pitchFamily="49" charset="0"/>
                <a:cs typeface="Courier New" panose="02070309020205020404" pitchFamily="49" charset="0"/>
              </a:rPr>
              <a:t>yang:date-and-time</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if-index                    int32 {if-mib}?</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phys</a:t>
            </a:r>
            <a:r>
              <a:rPr lang="en-US" sz="1100" dirty="0">
                <a:latin typeface="Courier New" panose="02070309020205020404" pitchFamily="49" charset="0"/>
                <a:cs typeface="Courier New" panose="02070309020205020404" pitchFamily="49" charset="0"/>
              </a:rPr>
              <a:t>-address?               </a:t>
            </a:r>
            <a:r>
              <a:rPr lang="en-US" sz="1100" dirty="0" err="1">
                <a:latin typeface="Courier New" panose="02070309020205020404" pitchFamily="49" charset="0"/>
                <a:cs typeface="Courier New" panose="02070309020205020404" pitchFamily="49" charset="0"/>
              </a:rPr>
              <a:t>yang:phys-address</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higher-layer-if*            interface-ref</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lower-layer-if*             interface-ref</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speed?                      yang:gauge64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statistics</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discontinuity-time    </a:t>
            </a:r>
            <a:r>
              <a:rPr lang="en-US" sz="1100" dirty="0" err="1">
                <a:latin typeface="Courier New" panose="02070309020205020404" pitchFamily="49" charset="0"/>
                <a:cs typeface="Courier New" panose="02070309020205020404" pitchFamily="49" charset="0"/>
              </a:rPr>
              <a:t>yang:date-and-time</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in-octets?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in-unicast-pkts?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in-broadcast-pkts?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in-multicast-pkts?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in-discards?          yang:counter32</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in-errors?            yang:counter32</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in-unknown-protos?    yang:counter32</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out-octets?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out-unicast-pkts?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out-broadcast-pkts?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out-multicast-pkts?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out-discards?         yang:counter32</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out-errors?           yang:counter32</a:t>
            </a:r>
          </a:p>
        </p:txBody>
      </p:sp>
    </p:spTree>
    <p:extLst>
      <p:ext uri="{BB962C8B-B14F-4D97-AF65-F5344CB8AC3E}">
        <p14:creationId xmlns:p14="http://schemas.microsoft.com/office/powerpoint/2010/main" val="4162477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024DC3B6-499C-4E15-9336-2F15A0DFB843}"/>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8</a:t>
            </a:fld>
            <a:endParaRPr lang="de-CH" sz="1400" dirty="0"/>
          </a:p>
        </p:txBody>
      </p:sp>
      <p:sp>
        <p:nvSpPr>
          <p:cNvPr id="5" name="Inhaltsplatzhalter 2">
            <a:extLst>
              <a:ext uri="{FF2B5EF4-FFF2-40B4-BE49-F238E27FC236}">
                <a16:creationId xmlns:a16="http://schemas.microsoft.com/office/drawing/2014/main" id="{0194B37B-813A-99FE-7B78-4D87D8C30D44}"/>
              </a:ext>
            </a:extLst>
          </p:cNvPr>
          <p:cNvSpPr txBox="1">
            <a:spLocks/>
          </p:cNvSpPr>
          <p:nvPr/>
        </p:nvSpPr>
        <p:spPr bwMode="black">
          <a:xfrm>
            <a:off x="8519746" y="2051577"/>
            <a:ext cx="3353109" cy="4492622"/>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dirty="0"/>
              <a:t>Through Netconf/</a:t>
            </a:r>
            <a:r>
              <a:rPr lang="en-US" sz="1600" dirty="0" err="1"/>
              <a:t>Restconf</a:t>
            </a:r>
            <a:r>
              <a:rPr lang="en-US" sz="1600" dirty="0"/>
              <a:t> and </a:t>
            </a:r>
            <a:r>
              <a:rPr lang="en-US" sz="1600" dirty="0">
                <a:hlinkClick r:id="rId2"/>
              </a:rPr>
              <a:t>draft-</a:t>
            </a:r>
            <a:r>
              <a:rPr lang="en-US" sz="1600" dirty="0" err="1">
                <a:hlinkClick r:id="rId2"/>
              </a:rPr>
              <a:t>ietf</a:t>
            </a:r>
            <a:r>
              <a:rPr lang="en-US" sz="1600" dirty="0">
                <a:hlinkClick r:id="rId2"/>
              </a:rPr>
              <a:t>-grow-bmp-yang</a:t>
            </a:r>
            <a:r>
              <a:rPr lang="en-US" sz="1600" dirty="0"/>
              <a:t> defined YANG </a:t>
            </a:r>
            <a:r>
              <a:rPr lang="en-US" sz="1600" dirty="0" err="1"/>
              <a:t>mopdules</a:t>
            </a:r>
            <a:r>
              <a:rPr lang="en-US" sz="1600" dirty="0"/>
              <a:t> </a:t>
            </a:r>
            <a:r>
              <a:rPr lang="de-CH" sz="1600" dirty="0"/>
              <a:t>BMP </a:t>
            </a:r>
            <a:r>
              <a:rPr lang="de-CH" sz="1600" dirty="0" err="1"/>
              <a:t>metrics</a:t>
            </a:r>
            <a:r>
              <a:rPr lang="de-CH" sz="1600" dirty="0"/>
              <a:t> </a:t>
            </a:r>
            <a:r>
              <a:rPr lang="de-CH" sz="1600" dirty="0" err="1"/>
              <a:t>are</a:t>
            </a:r>
            <a:r>
              <a:rPr lang="de-CH" sz="1600" dirty="0"/>
              <a:t> </a:t>
            </a:r>
            <a:r>
              <a:rPr lang="de-CH" sz="1600" dirty="0" err="1"/>
              <a:t>subscribed</a:t>
            </a:r>
            <a:r>
              <a:rPr lang="de-CH" sz="1600" dirty="0"/>
              <a:t>.</a:t>
            </a:r>
          </a:p>
          <a:p>
            <a:pPr>
              <a:spcAft>
                <a:spcPts val="0"/>
              </a:spcAft>
            </a:pPr>
            <a:r>
              <a:rPr lang="en-US" sz="1600" dirty="0"/>
              <a:t>With BMPv3 defined in </a:t>
            </a:r>
            <a:r>
              <a:rPr lang="en-US" sz="1600" dirty="0">
                <a:hlinkClick r:id="rId3"/>
              </a:rPr>
              <a:t>RFC 7854 </a:t>
            </a:r>
            <a:r>
              <a:rPr lang="en-US" sz="1600" dirty="0"/>
              <a:t>resp. </a:t>
            </a:r>
            <a:r>
              <a:rPr lang="en-US" sz="1600" dirty="0">
                <a:hlinkClick r:id="rId4"/>
              </a:rPr>
              <a:t>RFC 8671 </a:t>
            </a:r>
            <a:r>
              <a:rPr lang="en-US" sz="1600" dirty="0"/>
              <a:t>and </a:t>
            </a:r>
            <a:r>
              <a:rPr lang="en-US" sz="1600" dirty="0">
                <a:hlinkClick r:id="rId5"/>
              </a:rPr>
              <a:t>RFC 9069 </a:t>
            </a:r>
            <a:r>
              <a:rPr lang="en-US" sz="1600" dirty="0"/>
              <a:t>information, peer-up, peer-down, route-monitoring, route-mirroring and statistic messages are exported to BMP monitoring station.</a:t>
            </a:r>
          </a:p>
          <a:p>
            <a:pPr>
              <a:spcAft>
                <a:spcPts val="0"/>
              </a:spcAft>
            </a:pPr>
            <a:r>
              <a:rPr lang="en-US" sz="1600" dirty="0"/>
              <a:t>At the BMP monitoring station, the received BMP messages are </a:t>
            </a:r>
            <a:r>
              <a:rPr lang="en-US" sz="1600" b="1" dirty="0">
                <a:solidFill>
                  <a:srgbClr val="FF0000"/>
                </a:solidFill>
              </a:rPr>
              <a:t>transformed to YANG </a:t>
            </a:r>
            <a:r>
              <a:rPr lang="en-US" sz="1600" dirty="0"/>
              <a:t>according to </a:t>
            </a:r>
            <a:r>
              <a:rPr lang="en-US" sz="1600" dirty="0">
                <a:solidFill>
                  <a:srgbClr val="FF0000"/>
                </a:solidFill>
                <a:hlinkClick r:id="rId6"/>
              </a:rPr>
              <a:t>draft-</a:t>
            </a:r>
            <a:r>
              <a:rPr lang="en-US" sz="1600" dirty="0" err="1">
                <a:solidFill>
                  <a:srgbClr val="FF0000"/>
                </a:solidFill>
                <a:hlinkClick r:id="rId6"/>
              </a:rPr>
              <a:t>netana</a:t>
            </a:r>
            <a:r>
              <a:rPr lang="en-US" sz="1600" dirty="0">
                <a:solidFill>
                  <a:srgbClr val="FF0000"/>
                </a:solidFill>
                <a:hlinkClick r:id="rId6"/>
              </a:rPr>
              <a:t>-</a:t>
            </a:r>
            <a:r>
              <a:rPr lang="en-US" sz="1600" dirty="0" err="1">
                <a:solidFill>
                  <a:srgbClr val="FF0000"/>
                </a:solidFill>
                <a:hlinkClick r:id="rId6"/>
              </a:rPr>
              <a:t>nmop</a:t>
            </a:r>
            <a:r>
              <a:rPr lang="en-US" sz="1600" dirty="0">
                <a:solidFill>
                  <a:srgbClr val="FF0000"/>
                </a:solidFill>
                <a:hlinkClick r:id="rId6"/>
              </a:rPr>
              <a:t>-message-broker-bmp-telemetry-msg</a:t>
            </a:r>
            <a:r>
              <a:rPr lang="en-US" sz="1600" dirty="0">
                <a:solidFill>
                  <a:srgbClr val="FF0000"/>
                </a:solidFill>
              </a:rPr>
              <a:t> </a:t>
            </a:r>
            <a:r>
              <a:rPr lang="en-US" sz="1600" dirty="0"/>
              <a:t>defined YANG modules.</a:t>
            </a:r>
          </a:p>
        </p:txBody>
      </p:sp>
      <p:sp>
        <p:nvSpPr>
          <p:cNvPr id="19" name="Title 1">
            <a:extLst>
              <a:ext uri="{FF2B5EF4-FFF2-40B4-BE49-F238E27FC236}">
                <a16:creationId xmlns:a16="http://schemas.microsoft.com/office/drawing/2014/main" id="{56D79134-17A9-8BC8-B7D0-97BCFFB9A6B2}"/>
              </a:ext>
            </a:extLst>
          </p:cNvPr>
          <p:cNvSpPr>
            <a:spLocks noGrp="1"/>
          </p:cNvSpPr>
          <p:nvPr>
            <p:ph type="title"/>
          </p:nvPr>
        </p:nvSpPr>
        <p:spPr>
          <a:xfrm>
            <a:off x="838200" y="365125"/>
            <a:ext cx="7245927" cy="1325563"/>
          </a:xfrm>
        </p:spPr>
        <p:txBody>
          <a:bodyPr>
            <a:normAutofit/>
          </a:bodyPr>
          <a:lstStyle/>
          <a:p>
            <a:r>
              <a:rPr lang="en-US" sz="2800" b="1" dirty="0"/>
              <a:t>BGP Monitoring Protocol</a:t>
            </a:r>
            <a:br>
              <a:rPr lang="en-US" sz="3600" dirty="0"/>
            </a:br>
            <a:r>
              <a:rPr lang="en-US" sz="2700" dirty="0">
                <a:solidFill>
                  <a:schemeClr val="bg2">
                    <a:lumMod val="75000"/>
                  </a:schemeClr>
                </a:solidFill>
              </a:rPr>
              <a:t>Subscribe to BGP metrics</a:t>
            </a:r>
          </a:p>
        </p:txBody>
      </p:sp>
      <p:pic>
        <p:nvPicPr>
          <p:cNvPr id="8" name="Picture 7">
            <a:extLst>
              <a:ext uri="{FF2B5EF4-FFF2-40B4-BE49-F238E27FC236}">
                <a16:creationId xmlns:a16="http://schemas.microsoft.com/office/drawing/2014/main" id="{004C03A3-8CA3-3D67-04C0-5C43B2675B31}"/>
              </a:ext>
            </a:extLst>
          </p:cNvPr>
          <p:cNvPicPr>
            <a:picLocks noChangeAspect="1"/>
          </p:cNvPicPr>
          <p:nvPr/>
        </p:nvPicPr>
        <p:blipFill>
          <a:blip r:embed="rId7"/>
          <a:stretch>
            <a:fillRect/>
          </a:stretch>
        </p:blipFill>
        <p:spPr>
          <a:xfrm>
            <a:off x="987375" y="1517477"/>
            <a:ext cx="7204190" cy="5209285"/>
          </a:xfrm>
          <a:prstGeom prst="rect">
            <a:avLst/>
          </a:prstGeom>
        </p:spPr>
      </p:pic>
    </p:spTree>
    <p:extLst>
      <p:ext uri="{BB962C8B-B14F-4D97-AF65-F5344CB8AC3E}">
        <p14:creationId xmlns:p14="http://schemas.microsoft.com/office/powerpoint/2010/main" val="1315775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5070-8787-A57C-55D6-8378E1311F1C}"/>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E30A65C2-E2D1-2F3C-F601-84166D185DDF}"/>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9</a:t>
            </a:fld>
            <a:endParaRPr lang="de-CH" sz="1400" dirty="0"/>
          </a:p>
        </p:txBody>
      </p:sp>
      <p:sp>
        <p:nvSpPr>
          <p:cNvPr id="5" name="Inhaltsplatzhalter 2">
            <a:extLst>
              <a:ext uri="{FF2B5EF4-FFF2-40B4-BE49-F238E27FC236}">
                <a16:creationId xmlns:a16="http://schemas.microsoft.com/office/drawing/2014/main" id="{71CDA501-9972-D341-C055-BD736248E8F4}"/>
              </a:ext>
            </a:extLst>
          </p:cNvPr>
          <p:cNvSpPr txBox="1">
            <a:spLocks/>
          </p:cNvSpPr>
          <p:nvPr/>
        </p:nvSpPr>
        <p:spPr bwMode="black">
          <a:xfrm>
            <a:off x="4995484" y="3695077"/>
            <a:ext cx="3103601" cy="2357267"/>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dirty="0"/>
              <a:t>For all BMP message types, YANG schema registration and comparison is performed.</a:t>
            </a:r>
          </a:p>
          <a:p>
            <a:pPr>
              <a:spcAft>
                <a:spcPts val="0"/>
              </a:spcAft>
            </a:pPr>
            <a:r>
              <a:rPr lang="en-US" sz="1600" dirty="0"/>
              <a:t>All BMP message types share the same YANG schema tree. Depending on BMP message type and BGP address family monitored, different parts of the YANG schema tree is used for serialization.</a:t>
            </a:r>
          </a:p>
        </p:txBody>
      </p:sp>
      <p:sp>
        <p:nvSpPr>
          <p:cNvPr id="19" name="Title 1">
            <a:extLst>
              <a:ext uri="{FF2B5EF4-FFF2-40B4-BE49-F238E27FC236}">
                <a16:creationId xmlns:a16="http://schemas.microsoft.com/office/drawing/2014/main" id="{0047BEA9-3AA4-E9CE-441B-E09628F11B0D}"/>
              </a:ext>
            </a:extLst>
          </p:cNvPr>
          <p:cNvSpPr>
            <a:spLocks noGrp="1"/>
          </p:cNvSpPr>
          <p:nvPr>
            <p:ph type="title"/>
          </p:nvPr>
        </p:nvSpPr>
        <p:spPr>
          <a:xfrm>
            <a:off x="838200" y="365125"/>
            <a:ext cx="8314568" cy="1325563"/>
          </a:xfrm>
        </p:spPr>
        <p:txBody>
          <a:bodyPr>
            <a:normAutofit/>
          </a:bodyPr>
          <a:lstStyle/>
          <a:p>
            <a:r>
              <a:rPr lang="en-US" sz="2800" b="1" dirty="0"/>
              <a:t>YANG Schema Registry</a:t>
            </a:r>
            <a:br>
              <a:rPr lang="en-US" sz="3600" dirty="0"/>
            </a:br>
            <a:r>
              <a:rPr lang="en-US" sz="2700" dirty="0">
                <a:solidFill>
                  <a:schemeClr val="bg2">
                    <a:lumMod val="75000"/>
                  </a:schemeClr>
                </a:solidFill>
              </a:rPr>
              <a:t>Register BMP Telemetry Message Schemas</a:t>
            </a:r>
          </a:p>
        </p:txBody>
      </p:sp>
      <p:pic>
        <p:nvPicPr>
          <p:cNvPr id="3" name="Picture 2">
            <a:extLst>
              <a:ext uri="{FF2B5EF4-FFF2-40B4-BE49-F238E27FC236}">
                <a16:creationId xmlns:a16="http://schemas.microsoft.com/office/drawing/2014/main" id="{A72A9F9C-6919-27FB-9676-4220EB0FB280}"/>
              </a:ext>
            </a:extLst>
          </p:cNvPr>
          <p:cNvPicPr>
            <a:picLocks noChangeAspect="1"/>
          </p:cNvPicPr>
          <p:nvPr/>
        </p:nvPicPr>
        <p:blipFill>
          <a:blip r:embed="rId2"/>
          <a:stretch>
            <a:fillRect/>
          </a:stretch>
        </p:blipFill>
        <p:spPr>
          <a:xfrm>
            <a:off x="578427" y="1934043"/>
            <a:ext cx="7266709" cy="4109411"/>
          </a:xfrm>
          <a:prstGeom prst="rect">
            <a:avLst/>
          </a:prstGeom>
        </p:spPr>
      </p:pic>
      <p:sp>
        <p:nvSpPr>
          <p:cNvPr id="9" name="TextBox 8">
            <a:extLst>
              <a:ext uri="{FF2B5EF4-FFF2-40B4-BE49-F238E27FC236}">
                <a16:creationId xmlns:a16="http://schemas.microsoft.com/office/drawing/2014/main" id="{B59BD151-8C28-BD0B-5959-748ED326249A}"/>
              </a:ext>
            </a:extLst>
          </p:cNvPr>
          <p:cNvSpPr txBox="1"/>
          <p:nvPr/>
        </p:nvSpPr>
        <p:spPr>
          <a:xfrm>
            <a:off x="7544884" y="456554"/>
            <a:ext cx="4866924" cy="6161687"/>
          </a:xfrm>
          <a:prstGeom prst="rect">
            <a:avLst/>
          </a:prstGeom>
          <a:noFill/>
        </p:spPr>
        <p:txBody>
          <a:bodyPr wrap="square">
            <a:spAutoFit/>
          </a:bodyPr>
          <a:lstStyle/>
          <a:p>
            <a:r>
              <a:rPr lang="de-CH" sz="580" dirty="0" err="1">
                <a:latin typeface="Courier New" panose="02070309020205020404" pitchFamily="49" charset="0"/>
                <a:cs typeface="Courier New" panose="02070309020205020404" pitchFamily="49" charset="0"/>
              </a:rPr>
              <a:t>module</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ietf</a:t>
            </a:r>
            <a:r>
              <a:rPr lang="de-CH" sz="580" dirty="0">
                <a:latin typeface="Courier New" panose="02070309020205020404" pitchFamily="49" charset="0"/>
                <a:cs typeface="Courier New" panose="02070309020205020404" pitchFamily="49" charset="0"/>
              </a:rPr>
              <a:t>-</a:t>
            </a:r>
            <a:r>
              <a:rPr lang="de-CH" sz="580" dirty="0" err="1">
                <a:latin typeface="Courier New" panose="02070309020205020404" pitchFamily="49" charset="0"/>
                <a:cs typeface="Courier New" panose="02070309020205020404" pitchFamily="49" charset="0"/>
              </a:rPr>
              <a:t>bmp</a:t>
            </a:r>
            <a:r>
              <a:rPr lang="de-CH" sz="580" dirty="0">
                <a:latin typeface="Courier New" panose="02070309020205020404" pitchFamily="49" charset="0"/>
                <a:cs typeface="Courier New" panose="02070309020205020404" pitchFamily="49" charset="0"/>
              </a:rPr>
              <a:t>-</a:t>
            </a:r>
            <a:r>
              <a:rPr lang="de-CH" sz="580" dirty="0" err="1">
                <a:latin typeface="Courier New" panose="02070309020205020404" pitchFamily="49" charset="0"/>
                <a:cs typeface="Courier New" panose="02070309020205020404" pitchFamily="49" charset="0"/>
              </a:rPr>
              <a:t>telemetry</a:t>
            </a:r>
            <a:r>
              <a:rPr lang="de-CH" sz="580" dirty="0">
                <a:latin typeface="Courier New" panose="02070309020205020404" pitchFamily="49" charset="0"/>
                <a:cs typeface="Courier New" panose="02070309020205020404" pitchFamily="49" charset="0"/>
              </a:rPr>
              <a:t>-message</a:t>
            </a:r>
          </a:p>
          <a:p>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structure</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message</a:t>
            </a:r>
            <a:r>
              <a:rPr lang="de-CH" sz="580" dirty="0">
                <a:latin typeface="Courier New" panose="02070309020205020404" pitchFamily="49" charset="0"/>
                <a:cs typeface="Courier New" panose="02070309020205020404" pitchFamily="49" charset="0"/>
              </a:rPr>
              <a:t>:</a:t>
            </a:r>
          </a:p>
          <a:p>
            <a:r>
              <a:rPr lang="de-CH" sz="580" dirty="0">
                <a:latin typeface="Courier New" panose="02070309020205020404" pitchFamily="49" charset="0"/>
                <a:cs typeface="Courier New" panose="02070309020205020404" pitchFamily="49" charset="0"/>
              </a:rPr>
              <a:t>    +-- </a:t>
            </a:r>
            <a:r>
              <a:rPr lang="de-CH" sz="580" dirty="0" err="1">
                <a:latin typeface="Courier New" panose="02070309020205020404" pitchFamily="49" charset="0"/>
                <a:cs typeface="Courier New" panose="02070309020205020404" pitchFamily="49" charset="0"/>
              </a:rPr>
              <a:t>version</a:t>
            </a:r>
            <a:r>
              <a:rPr lang="de-CH" sz="580" dirty="0">
                <a:latin typeface="Courier New" panose="02070309020205020404" pitchFamily="49" charset="0"/>
                <a:cs typeface="Courier New" panose="02070309020205020404" pitchFamily="49" charset="0"/>
              </a:rPr>
              <a:t>?          uint8</a:t>
            </a:r>
          </a:p>
          <a:p>
            <a:r>
              <a:rPr lang="de-CH" sz="580" dirty="0">
                <a:latin typeface="Courier New" panose="02070309020205020404" pitchFamily="49" charset="0"/>
                <a:cs typeface="Courier New" panose="02070309020205020404" pitchFamily="49" charset="0"/>
              </a:rPr>
              <a:t>    +-- (</a:t>
            </a:r>
            <a:r>
              <a:rPr lang="de-CH" sz="580" dirty="0" err="1">
                <a:latin typeface="Courier New" panose="02070309020205020404" pitchFamily="49" charset="0"/>
                <a:cs typeface="Courier New" panose="02070309020205020404" pitchFamily="49" charset="0"/>
              </a:rPr>
              <a:t>message</a:t>
            </a:r>
            <a:r>
              <a:rPr lang="de-CH" sz="580" dirty="0">
                <a:latin typeface="Courier New" panose="02070309020205020404" pitchFamily="49" charset="0"/>
                <a:cs typeface="Courier New" panose="02070309020205020404" pitchFamily="49" charset="0"/>
              </a:rPr>
              <a:t>-type)?</a:t>
            </a:r>
          </a:p>
          <a:p>
            <a:r>
              <a:rPr lang="de-CH" sz="580" dirty="0">
                <a:latin typeface="Courier New" panose="02070309020205020404" pitchFamily="49" charset="0"/>
                <a:cs typeface="Courier New" panose="02070309020205020404" pitchFamily="49" charset="0"/>
              </a:rPr>
              <a:t>       +--:(route-monitoring)</a:t>
            </a:r>
          </a:p>
          <a:p>
            <a:r>
              <a:rPr lang="de-CH" sz="580" dirty="0">
                <a:latin typeface="Courier New" panose="02070309020205020404" pitchFamily="49" charset="0"/>
                <a:cs typeface="Courier New" panose="02070309020205020404" pitchFamily="49" charset="0"/>
              </a:rPr>
              <a:t>          +-- route-monitoring</a:t>
            </a:r>
          </a:p>
          <a:p>
            <a:r>
              <a:rPr lang="de-CH" sz="580" dirty="0">
                <a:latin typeface="Courier New" panose="02070309020205020404" pitchFamily="49" charset="0"/>
                <a:cs typeface="Courier New" panose="02070309020205020404" pitchFamily="49" charset="0"/>
              </a:rPr>
              <a:t>             +-- peer-type?            peer-type</a:t>
            </a:r>
          </a:p>
          <a:p>
            <a:r>
              <a:rPr lang="de-CH" sz="580" dirty="0">
                <a:latin typeface="Courier New" panose="02070309020205020404" pitchFamily="49" charset="0"/>
                <a:cs typeface="Courier New" panose="02070309020205020404" pitchFamily="49" charset="0"/>
              </a:rPr>
              <a:t>             +-- peer-</a:t>
            </a:r>
            <a:r>
              <a:rPr lang="de-CH" sz="580" dirty="0" err="1">
                <a:latin typeface="Courier New" panose="02070309020205020404" pitchFamily="49" charset="0"/>
                <a:cs typeface="Courier New" panose="02070309020205020404" pitchFamily="49" charset="0"/>
              </a:rPr>
              <a:t>flags</a:t>
            </a:r>
            <a:r>
              <a:rPr lang="de-CH" sz="580" dirty="0">
                <a:latin typeface="Courier New" panose="02070309020205020404" pitchFamily="49" charset="0"/>
                <a:cs typeface="Courier New" panose="02070309020205020404" pitchFamily="49" charset="0"/>
              </a:rPr>
              <a:t>?           uint8</a:t>
            </a:r>
          </a:p>
          <a:p>
            <a:r>
              <a:rPr lang="de-CH" sz="580" dirty="0">
                <a:latin typeface="Courier New" panose="02070309020205020404" pitchFamily="49" charset="0"/>
                <a:cs typeface="Courier New" panose="02070309020205020404" pitchFamily="49" charset="0"/>
              </a:rPr>
              <a:t>             +-- peer-</a:t>
            </a:r>
            <a:r>
              <a:rPr lang="de-CH" sz="580" dirty="0" err="1">
                <a:latin typeface="Courier New" panose="02070309020205020404" pitchFamily="49" charset="0"/>
                <a:cs typeface="Courier New" panose="02070309020205020404" pitchFamily="49" charset="0"/>
              </a:rPr>
              <a:t>distinguisher</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rt-types:route-distinguisher</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peer-</a:t>
            </a:r>
            <a:r>
              <a:rPr lang="de-CH" sz="580" dirty="0" err="1">
                <a:latin typeface="Courier New" panose="02070309020205020404" pitchFamily="49" charset="0"/>
                <a:cs typeface="Courier New" panose="02070309020205020404" pitchFamily="49" charset="0"/>
              </a:rPr>
              <a:t>address</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inet:ip-address</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peer-</a:t>
            </a:r>
            <a:r>
              <a:rPr lang="de-CH" sz="580" dirty="0" err="1">
                <a:latin typeface="Courier New" panose="02070309020205020404" pitchFamily="49" charset="0"/>
                <a:cs typeface="Courier New" panose="02070309020205020404" pitchFamily="49" charset="0"/>
              </a:rPr>
              <a:t>as</a:t>
            </a:r>
            <a:r>
              <a:rPr lang="de-CH" sz="580" dirty="0">
                <a:latin typeface="Courier New" panose="02070309020205020404" pitchFamily="49" charset="0"/>
                <a:cs typeface="Courier New" panose="02070309020205020404" pitchFamily="49" charset="0"/>
              </a:rPr>
              <a:t>?              uint32</a:t>
            </a:r>
          </a:p>
          <a:p>
            <a:r>
              <a:rPr lang="de-CH" sz="580" dirty="0">
                <a:latin typeface="Courier New" panose="02070309020205020404" pitchFamily="49" charset="0"/>
                <a:cs typeface="Courier New" panose="02070309020205020404" pitchFamily="49" charset="0"/>
              </a:rPr>
              <a:t>             +-- </a:t>
            </a:r>
            <a:r>
              <a:rPr lang="de-CH" sz="580" dirty="0" err="1">
                <a:latin typeface="Courier New" panose="02070309020205020404" pitchFamily="49" charset="0"/>
                <a:cs typeface="Courier New" panose="02070309020205020404" pitchFamily="49" charset="0"/>
              </a:rPr>
              <a:t>timestamp</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yang:date-and-time</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a:t>
            </a:r>
            <a:r>
              <a:rPr lang="de-CH" sz="580" dirty="0" err="1">
                <a:latin typeface="Courier New" panose="02070309020205020404" pitchFamily="49" charset="0"/>
                <a:cs typeface="Courier New" panose="02070309020205020404" pitchFamily="49" charset="0"/>
              </a:rPr>
              <a:t>afi</a:t>
            </a:r>
            <a:r>
              <a:rPr lang="de-CH" sz="580" dirty="0">
                <a:latin typeface="Courier New" panose="02070309020205020404" pitchFamily="49" charset="0"/>
                <a:cs typeface="Courier New" panose="02070309020205020404" pitchFamily="49" charset="0"/>
              </a:rPr>
              <a:t>-</a:t>
            </a:r>
            <a:r>
              <a:rPr lang="de-CH" sz="580" dirty="0" err="1">
                <a:latin typeface="Courier New" panose="02070309020205020404" pitchFamily="49" charset="0"/>
                <a:cs typeface="Courier New" panose="02070309020205020404" pitchFamily="49" charset="0"/>
              </a:rPr>
              <a:t>safi</a:t>
            </a:r>
            <a:r>
              <a:rPr lang="de-CH" sz="580" dirty="0">
                <a:latin typeface="Courier New" panose="02070309020205020404" pitchFamily="49" charset="0"/>
                <a:cs typeface="Courier New" panose="02070309020205020404" pitchFamily="49" charset="0"/>
              </a:rPr>
              <a:t>-type         </a:t>
            </a:r>
            <a:r>
              <a:rPr lang="de-CH" sz="580" dirty="0" err="1">
                <a:latin typeface="Courier New" panose="02070309020205020404" pitchFamily="49" charset="0"/>
                <a:cs typeface="Courier New" panose="02070309020205020404" pitchFamily="49" charset="0"/>
              </a:rPr>
              <a:t>identityref</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a:t>
            </a:r>
            <a:r>
              <a:rPr lang="de-CH" sz="580" dirty="0" err="1">
                <a:latin typeface="Courier New" panose="02070309020205020404" pitchFamily="49" charset="0"/>
                <a:cs typeface="Courier New" panose="02070309020205020404" pitchFamily="49" charset="0"/>
              </a:rPr>
              <a:t>rib-entry</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a:t>
            </a:r>
            <a:r>
              <a:rPr lang="de-CH" sz="580" dirty="0" err="1">
                <a:latin typeface="Courier New" panose="02070309020205020404" pitchFamily="49" charset="0"/>
                <a:cs typeface="Courier New" panose="02070309020205020404" pitchFamily="49" charset="0"/>
              </a:rPr>
              <a:t>afi-safi</a:t>
            </a:r>
            <a:r>
              <a:rPr lang="de-CH" sz="580" dirty="0">
                <a:latin typeface="Courier New" panose="02070309020205020404" pitchFamily="49" charset="0"/>
                <a:cs typeface="Courier New" panose="02070309020205020404" pitchFamily="49" charset="0"/>
              </a:rPr>
              <a:t>)</a:t>
            </a:r>
          </a:p>
          <a:p>
            <a:r>
              <a:rPr lang="de-CH" sz="580" dirty="0">
                <a:latin typeface="Courier New" panose="02070309020205020404" pitchFamily="49" charset="0"/>
                <a:cs typeface="Courier New" panose="02070309020205020404" pitchFamily="49" charset="0"/>
              </a:rPr>
              <a:t>                   +--:(ipv4-unicast)</a:t>
            </a:r>
          </a:p>
          <a:p>
            <a:r>
              <a:rPr lang="de-CH" sz="580" dirty="0">
                <a:latin typeface="Courier New" panose="02070309020205020404" pitchFamily="49" charset="0"/>
                <a:cs typeface="Courier New" panose="02070309020205020404" pitchFamily="49" charset="0"/>
              </a:rPr>
              <a:t>                   |  +-- ipv4-unicast</a:t>
            </a:r>
          </a:p>
          <a:p>
            <a:r>
              <a:rPr lang="de-CH" sz="580" dirty="0">
                <a:latin typeface="Courier New" panose="02070309020205020404" pitchFamily="49" charset="0"/>
                <a:cs typeface="Courier New" panose="02070309020205020404" pitchFamily="49" charset="0"/>
              </a:rPr>
              <a:t>                   |     +-- (</a:t>
            </a:r>
            <a:r>
              <a:rPr lang="de-CH" sz="580" dirty="0" err="1">
                <a:latin typeface="Courier New" panose="02070309020205020404" pitchFamily="49" charset="0"/>
                <a:cs typeface="Courier New" panose="02070309020205020404" pitchFamily="49" charset="0"/>
              </a:rPr>
              <a:t>rib</a:t>
            </a:r>
            <a:r>
              <a:rPr lang="de-CH" sz="580" dirty="0">
                <a:latin typeface="Courier New" panose="02070309020205020404" pitchFamily="49" charset="0"/>
                <a:cs typeface="Courier New" panose="02070309020205020404" pitchFamily="49" charset="0"/>
              </a:rPr>
              <a:t>-type)</a:t>
            </a:r>
          </a:p>
          <a:p>
            <a:r>
              <a:rPr lang="de-CH" sz="580" dirty="0">
                <a:latin typeface="Courier New" panose="02070309020205020404" pitchFamily="49" charset="0"/>
                <a:cs typeface="Courier New" panose="02070309020205020404" pitchFamily="49" charset="0"/>
              </a:rPr>
              <a:t>                   |        +--:(</a:t>
            </a:r>
            <a:r>
              <a:rPr lang="de-CH" sz="580" dirty="0" err="1">
                <a:latin typeface="Courier New" panose="02070309020205020404" pitchFamily="49" charset="0"/>
                <a:cs typeface="Courier New" panose="02070309020205020404" pitchFamily="49" charset="0"/>
              </a:rPr>
              <a:t>loc-rib</a:t>
            </a:r>
            <a:r>
              <a:rPr lang="de-CH" sz="580" dirty="0">
                <a:latin typeface="Courier New" panose="02070309020205020404" pitchFamily="49" charset="0"/>
                <a:cs typeface="Courier New" panose="02070309020205020404" pitchFamily="49" charset="0"/>
              </a:rPr>
              <a:t>)</a:t>
            </a:r>
          </a:p>
          <a:p>
            <a:r>
              <a:rPr lang="de-CH" sz="580" dirty="0">
                <a:latin typeface="Courier New" panose="02070309020205020404" pitchFamily="49" charset="0"/>
                <a:cs typeface="Courier New" panose="02070309020205020404" pitchFamily="49" charset="0"/>
              </a:rPr>
              <a:t>                   |        |  +-- </a:t>
            </a:r>
            <a:r>
              <a:rPr lang="de-CH" sz="580" dirty="0" err="1">
                <a:latin typeface="Courier New" panose="02070309020205020404" pitchFamily="49" charset="0"/>
                <a:cs typeface="Courier New" panose="02070309020205020404" pitchFamily="49" charset="0"/>
              </a:rPr>
              <a:t>loc-rib</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route</a:t>
            </a:r>
          </a:p>
          <a:p>
            <a:r>
              <a:rPr lang="de-CH" sz="580" dirty="0">
                <a:latin typeface="Courier New" panose="02070309020205020404" pitchFamily="49" charset="0"/>
                <a:cs typeface="Courier New" panose="02070309020205020404" pitchFamily="49" charset="0"/>
              </a:rPr>
              <a:t>                   |        |        +-- </a:t>
            </a:r>
            <a:r>
              <a:rPr lang="de-CH" sz="580" dirty="0" err="1">
                <a:latin typeface="Courier New" panose="02070309020205020404" pitchFamily="49" charset="0"/>
                <a:cs typeface="Courier New" panose="02070309020205020404" pitchFamily="49" charset="0"/>
              </a:rPr>
              <a:t>prefix</a:t>
            </a:r>
            <a:r>
              <a:rPr lang="de-CH" sz="580" dirty="0">
                <a:latin typeface="Courier New" panose="02070309020205020404" pitchFamily="49" charset="0"/>
                <a:cs typeface="Courier New" panose="02070309020205020404" pitchFamily="49" charset="0"/>
              </a:rPr>
              <a:t>                    inet:ipv4-prefix</a:t>
            </a:r>
          </a:p>
          <a:p>
            <a:r>
              <a:rPr lang="de-CH" sz="580" dirty="0">
                <a:latin typeface="Courier New" panose="02070309020205020404" pitchFamily="49" charset="0"/>
                <a:cs typeface="Courier New" panose="02070309020205020404" pitchFamily="49" charset="0"/>
              </a:rPr>
              <a:t>                   |        |        +-- </a:t>
            </a:r>
            <a:r>
              <a:rPr lang="de-CH" sz="580" dirty="0" err="1">
                <a:latin typeface="Courier New" panose="02070309020205020404" pitchFamily="49" charset="0"/>
                <a:cs typeface="Courier New" panose="02070309020205020404" pitchFamily="49" charset="0"/>
              </a:rPr>
              <a:t>origin</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union</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a:t>
            </a:r>
            <a:r>
              <a:rPr lang="de-CH" sz="580" dirty="0" err="1">
                <a:latin typeface="Courier New" panose="02070309020205020404" pitchFamily="49" charset="0"/>
                <a:cs typeface="Courier New" panose="02070309020205020404" pitchFamily="49" charset="0"/>
              </a:rPr>
              <a:t>path-id</a:t>
            </a:r>
            <a:r>
              <a:rPr lang="de-CH" sz="580" dirty="0">
                <a:latin typeface="Courier New" panose="02070309020205020404" pitchFamily="49" charset="0"/>
                <a:cs typeface="Courier New" panose="02070309020205020404" pitchFamily="49" charset="0"/>
              </a:rPr>
              <a:t>?                  uint32</a:t>
            </a:r>
          </a:p>
          <a:p>
            <a:r>
              <a:rPr lang="de-CH" sz="580" dirty="0">
                <a:latin typeface="Courier New" panose="02070309020205020404" pitchFamily="49" charset="0"/>
                <a:cs typeface="Courier New" panose="02070309020205020404" pitchFamily="49" charset="0"/>
              </a:rPr>
              <a:t>                   |        |        +-- </a:t>
            </a:r>
            <a:r>
              <a:rPr lang="de-CH" sz="580" dirty="0" err="1">
                <a:latin typeface="Courier New" panose="02070309020205020404" pitchFamily="49" charset="0"/>
                <a:cs typeface="Courier New" panose="02070309020205020404" pitchFamily="49" charset="0"/>
              </a:rPr>
              <a:t>attributes</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origin</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bt:bgp-origin-attr-type</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as-path</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 </a:t>
            </a:r>
            <a:r>
              <a:rPr lang="de-CH" sz="580" dirty="0" err="1">
                <a:latin typeface="Courier New" panose="02070309020205020404" pitchFamily="49" charset="0"/>
                <a:cs typeface="Courier New" panose="02070309020205020404" pitchFamily="49" charset="0"/>
              </a:rPr>
              <a:t>segment</a:t>
            </a:r>
            <a:r>
              <a:rPr lang="de-CH" sz="580" dirty="0">
                <a:latin typeface="Courier New" panose="02070309020205020404" pitchFamily="49" charset="0"/>
                <a:cs typeface="Courier New" panose="02070309020205020404" pitchFamily="49" charset="0"/>
              </a:rPr>
              <a:t>*</a:t>
            </a:r>
          </a:p>
          <a:p>
            <a:r>
              <a:rPr lang="de-CH" sz="580" dirty="0">
                <a:latin typeface="Courier New" panose="02070309020205020404" pitchFamily="49" charset="0"/>
                <a:cs typeface="Courier New" panose="02070309020205020404" pitchFamily="49" charset="0"/>
              </a:rPr>
              <a:t>                   |        |        |  |     +-- type?     </a:t>
            </a:r>
            <a:r>
              <a:rPr lang="de-CH" sz="580" dirty="0" err="1">
                <a:latin typeface="Courier New" panose="02070309020205020404" pitchFamily="49" charset="0"/>
                <a:cs typeface="Courier New" panose="02070309020205020404" pitchFamily="49" charset="0"/>
              </a:rPr>
              <a:t>identityref</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 </a:t>
            </a:r>
            <a:r>
              <a:rPr lang="de-CH" sz="580" dirty="0" err="1">
                <a:latin typeface="Courier New" panose="02070309020205020404" pitchFamily="49" charset="0"/>
                <a:cs typeface="Courier New" panose="02070309020205020404" pitchFamily="49" charset="0"/>
              </a:rPr>
              <a:t>member</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inet:as-number</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next-hop</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inet:ip-address</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link-</a:t>
            </a:r>
            <a:r>
              <a:rPr lang="de-CH" sz="580" dirty="0" err="1">
                <a:latin typeface="Courier New" panose="02070309020205020404" pitchFamily="49" charset="0"/>
                <a:cs typeface="Courier New" panose="02070309020205020404" pitchFamily="49" charset="0"/>
              </a:rPr>
              <a:t>local</a:t>
            </a:r>
            <a:r>
              <a:rPr lang="de-CH" sz="580" dirty="0">
                <a:latin typeface="Courier New" panose="02070309020205020404" pitchFamily="49" charset="0"/>
                <a:cs typeface="Courier New" panose="02070309020205020404" pitchFamily="49" charset="0"/>
              </a:rPr>
              <a:t>-</a:t>
            </a:r>
            <a:r>
              <a:rPr lang="de-CH" sz="580" dirty="0" err="1">
                <a:latin typeface="Courier New" panose="02070309020205020404" pitchFamily="49" charset="0"/>
                <a:cs typeface="Courier New" panose="02070309020205020404" pitchFamily="49" charset="0"/>
              </a:rPr>
              <a:t>next-hop</a:t>
            </a:r>
            <a:r>
              <a:rPr lang="de-CH" sz="580" dirty="0">
                <a:latin typeface="Courier New" panose="02070309020205020404" pitchFamily="49" charset="0"/>
                <a:cs typeface="Courier New" panose="02070309020205020404" pitchFamily="49" charset="0"/>
              </a:rPr>
              <a:t>?   inet:ipv6-address</a:t>
            </a: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med</a:t>
            </a:r>
            <a:r>
              <a:rPr lang="de-CH" sz="580" dirty="0">
                <a:latin typeface="Courier New" panose="02070309020205020404" pitchFamily="49" charset="0"/>
                <a:cs typeface="Courier New" panose="02070309020205020404" pitchFamily="49" charset="0"/>
              </a:rPr>
              <a:t>?                   uint32</a:t>
            </a: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local-pref</a:t>
            </a:r>
            <a:r>
              <a:rPr lang="de-CH" sz="580" dirty="0">
                <a:latin typeface="Courier New" panose="02070309020205020404" pitchFamily="49" charset="0"/>
                <a:cs typeface="Courier New" panose="02070309020205020404" pitchFamily="49" charset="0"/>
              </a:rPr>
              <a:t>?            uint32</a:t>
            </a:r>
          </a:p>
          <a:p>
            <a:r>
              <a:rPr lang="de-CH" sz="580" dirty="0">
                <a:latin typeface="Courier New" panose="02070309020205020404" pitchFamily="49" charset="0"/>
                <a:cs typeface="Courier New" panose="02070309020205020404" pitchFamily="49" charset="0"/>
              </a:rPr>
              <a:t>                   |        |        |  +-- as4-path</a:t>
            </a:r>
          </a:p>
          <a:p>
            <a:r>
              <a:rPr lang="de-CH" sz="580" dirty="0">
                <a:latin typeface="Courier New" panose="02070309020205020404" pitchFamily="49" charset="0"/>
                <a:cs typeface="Courier New" panose="02070309020205020404" pitchFamily="49" charset="0"/>
              </a:rPr>
              <a:t>                   |        |        |  |  +-- </a:t>
            </a:r>
            <a:r>
              <a:rPr lang="de-CH" sz="580" dirty="0" err="1">
                <a:latin typeface="Courier New" panose="02070309020205020404" pitchFamily="49" charset="0"/>
                <a:cs typeface="Courier New" panose="02070309020205020404" pitchFamily="49" charset="0"/>
              </a:rPr>
              <a:t>segment</a:t>
            </a:r>
            <a:r>
              <a:rPr lang="de-CH" sz="580" dirty="0">
                <a:latin typeface="Courier New" panose="02070309020205020404" pitchFamily="49" charset="0"/>
                <a:cs typeface="Courier New" panose="02070309020205020404" pitchFamily="49" charset="0"/>
              </a:rPr>
              <a:t>*</a:t>
            </a:r>
          </a:p>
          <a:p>
            <a:r>
              <a:rPr lang="de-CH" sz="580" dirty="0">
                <a:latin typeface="Courier New" panose="02070309020205020404" pitchFamily="49" charset="0"/>
                <a:cs typeface="Courier New" panose="02070309020205020404" pitchFamily="49" charset="0"/>
              </a:rPr>
              <a:t>                   |        |        |  |     +-- type?     </a:t>
            </a:r>
            <a:r>
              <a:rPr lang="de-CH" sz="580" dirty="0" err="1">
                <a:latin typeface="Courier New" panose="02070309020205020404" pitchFamily="49" charset="0"/>
                <a:cs typeface="Courier New" panose="02070309020205020404" pitchFamily="49" charset="0"/>
              </a:rPr>
              <a:t>identityref</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 </a:t>
            </a:r>
            <a:r>
              <a:rPr lang="de-CH" sz="580" dirty="0" err="1">
                <a:latin typeface="Courier New" panose="02070309020205020404" pitchFamily="49" charset="0"/>
                <a:cs typeface="Courier New" panose="02070309020205020404" pitchFamily="49" charset="0"/>
              </a:rPr>
              <a:t>member</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inet:as-number</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aggregator</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 </a:t>
            </a:r>
            <a:r>
              <a:rPr lang="de-CH" sz="580" dirty="0" err="1">
                <a:latin typeface="Courier New" panose="02070309020205020404" pitchFamily="49" charset="0"/>
                <a:cs typeface="Courier New" panose="02070309020205020404" pitchFamily="49" charset="0"/>
              </a:rPr>
              <a:t>as</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inet:as-number</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 </a:t>
            </a:r>
            <a:r>
              <a:rPr lang="de-CH" sz="580" dirty="0" err="1">
                <a:latin typeface="Courier New" panose="02070309020205020404" pitchFamily="49" charset="0"/>
                <a:cs typeface="Courier New" panose="02070309020205020404" pitchFamily="49" charset="0"/>
              </a:rPr>
              <a:t>identifier</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yang:dotted-quad</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aggregator4</a:t>
            </a:r>
          </a:p>
          <a:p>
            <a:r>
              <a:rPr lang="de-CH" sz="580" dirty="0">
                <a:latin typeface="Courier New" panose="02070309020205020404" pitchFamily="49" charset="0"/>
                <a:cs typeface="Courier New" panose="02070309020205020404" pitchFamily="49" charset="0"/>
              </a:rPr>
              <a:t>                   |        |        |  |  +-- as4?          </a:t>
            </a:r>
            <a:r>
              <a:rPr lang="de-CH" sz="580" dirty="0" err="1">
                <a:latin typeface="Courier New" panose="02070309020205020404" pitchFamily="49" charset="0"/>
                <a:cs typeface="Courier New" panose="02070309020205020404" pitchFamily="49" charset="0"/>
              </a:rPr>
              <a:t>inet:as-number</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 </a:t>
            </a:r>
            <a:r>
              <a:rPr lang="de-CH" sz="580" dirty="0" err="1">
                <a:latin typeface="Courier New" panose="02070309020205020404" pitchFamily="49" charset="0"/>
                <a:cs typeface="Courier New" panose="02070309020205020404" pitchFamily="49" charset="0"/>
              </a:rPr>
              <a:t>identifier</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yang:dotted-quad</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atomic</a:t>
            </a:r>
            <a:r>
              <a:rPr lang="de-CH" sz="580" dirty="0">
                <a:latin typeface="Courier New" panose="02070309020205020404" pitchFamily="49" charset="0"/>
                <a:cs typeface="Courier New" panose="02070309020205020404" pitchFamily="49" charset="0"/>
              </a:rPr>
              <a:t>-aggregate?      </a:t>
            </a:r>
            <a:r>
              <a:rPr lang="de-CH" sz="580" dirty="0" err="1">
                <a:latin typeface="Courier New" panose="02070309020205020404" pitchFamily="49" charset="0"/>
                <a:cs typeface="Courier New" panose="02070309020205020404" pitchFamily="49" charset="0"/>
              </a:rPr>
              <a:t>boolean</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originator-id</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yang:dotted-quad</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cluster-list*          </a:t>
            </a:r>
            <a:r>
              <a:rPr lang="de-CH" sz="580" dirty="0" err="1">
                <a:latin typeface="Courier New" panose="02070309020205020404" pitchFamily="49" charset="0"/>
                <a:cs typeface="Courier New" panose="02070309020205020404" pitchFamily="49" charset="0"/>
              </a:rPr>
              <a:t>yang:dotted-quad</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aigp-metric</a:t>
            </a:r>
            <a:r>
              <a:rPr lang="de-CH" sz="580" dirty="0">
                <a:latin typeface="Courier New" panose="02070309020205020404" pitchFamily="49" charset="0"/>
                <a:cs typeface="Courier New" panose="02070309020205020404" pitchFamily="49" charset="0"/>
              </a:rPr>
              <a:t>?           uint64</a:t>
            </a:r>
          </a:p>
          <a:p>
            <a:r>
              <a:rPr lang="de-CH" sz="580" dirty="0">
                <a:latin typeface="Courier New" panose="02070309020205020404" pitchFamily="49" charset="0"/>
                <a:cs typeface="Courier New" panose="02070309020205020404" pitchFamily="49" charset="0"/>
              </a:rPr>
              <a:t>                   |        |        +-- </a:t>
            </a:r>
            <a:r>
              <a:rPr lang="de-CH" sz="580" dirty="0" err="1">
                <a:latin typeface="Courier New" panose="02070309020205020404" pitchFamily="49" charset="0"/>
                <a:cs typeface="Courier New" panose="02070309020205020404" pitchFamily="49" charset="0"/>
              </a:rPr>
              <a:t>community</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union</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ext-community*            </a:t>
            </a:r>
            <a:r>
              <a:rPr lang="de-CH" sz="580" dirty="0" err="1">
                <a:latin typeface="Courier New" panose="02070309020205020404" pitchFamily="49" charset="0"/>
                <a:cs typeface="Courier New" panose="02070309020205020404" pitchFamily="49" charset="0"/>
              </a:rPr>
              <a:t>bct:bgp-ext-community-type</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ext-community-</a:t>
            </a:r>
            <a:r>
              <a:rPr lang="de-CH" sz="580" dirty="0" err="1">
                <a:latin typeface="Courier New" panose="02070309020205020404" pitchFamily="49" charset="0"/>
                <a:cs typeface="Courier New" panose="02070309020205020404" pitchFamily="49" charset="0"/>
              </a:rPr>
              <a:t>raw</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string</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ipv6-ext-community*       bct:bgp-ipv6-ext-community-type</a:t>
            </a:r>
          </a:p>
          <a:p>
            <a:r>
              <a:rPr lang="de-CH" sz="580" dirty="0">
                <a:latin typeface="Courier New" panose="02070309020205020404" pitchFamily="49" charset="0"/>
                <a:cs typeface="Courier New" panose="02070309020205020404" pitchFamily="49" charset="0"/>
              </a:rPr>
              <a:t>                   |        |        +-- ipv6-ext-community-raw*   </a:t>
            </a:r>
            <a:r>
              <a:rPr lang="de-CH" sz="580" dirty="0" err="1">
                <a:latin typeface="Courier New" panose="02070309020205020404" pitchFamily="49" charset="0"/>
                <a:cs typeface="Courier New" panose="02070309020205020404" pitchFamily="49" charset="0"/>
              </a:rPr>
              <a:t>string</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large-community*          </a:t>
            </a:r>
            <a:r>
              <a:rPr lang="de-CH" sz="580" dirty="0" err="1">
                <a:latin typeface="Courier New" panose="02070309020205020404" pitchFamily="49" charset="0"/>
                <a:cs typeface="Courier New" panose="02070309020205020404" pitchFamily="49" charset="0"/>
              </a:rPr>
              <a:t>bct:bgp-large-community-type</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last-</a:t>
            </a:r>
            <a:r>
              <a:rPr lang="de-CH" sz="580" dirty="0" err="1">
                <a:latin typeface="Courier New" panose="02070309020205020404" pitchFamily="49" charset="0"/>
                <a:cs typeface="Courier New" panose="02070309020205020404" pitchFamily="49" charset="0"/>
              </a:rPr>
              <a:t>modified</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yang:timeticks</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a:t>
            </a:r>
            <a:r>
              <a:rPr lang="de-CH" sz="580" dirty="0" err="1">
                <a:latin typeface="Courier New" panose="02070309020205020404" pitchFamily="49" charset="0"/>
                <a:cs typeface="Courier New" panose="02070309020205020404" pitchFamily="49" charset="0"/>
              </a:rPr>
              <a:t>eligible</a:t>
            </a:r>
            <a:r>
              <a:rPr lang="de-CH" sz="580" dirty="0">
                <a:latin typeface="Courier New" panose="02070309020205020404" pitchFamily="49" charset="0"/>
                <a:cs typeface="Courier New" panose="02070309020205020404" pitchFamily="49" charset="0"/>
              </a:rPr>
              <a:t>-route?           </a:t>
            </a:r>
            <a:r>
              <a:rPr lang="de-CH" sz="580" dirty="0" err="1">
                <a:latin typeface="Courier New" panose="02070309020205020404" pitchFamily="49" charset="0"/>
                <a:cs typeface="Courier New" panose="02070309020205020404" pitchFamily="49" charset="0"/>
              </a:rPr>
              <a:t>boolean</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a:t>
            </a:r>
            <a:r>
              <a:rPr lang="de-CH" sz="580" dirty="0" err="1">
                <a:latin typeface="Courier New" panose="02070309020205020404" pitchFamily="49" charset="0"/>
                <a:cs typeface="Courier New" panose="02070309020205020404" pitchFamily="49" charset="0"/>
              </a:rPr>
              <a:t>ineligible-reason</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identityref</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a:t>
            </a:r>
            <a:r>
              <a:rPr lang="de-CH" sz="580" dirty="0" err="1">
                <a:latin typeface="Courier New" panose="02070309020205020404" pitchFamily="49" charset="0"/>
                <a:cs typeface="Courier New" panose="02070309020205020404" pitchFamily="49" charset="0"/>
              </a:rPr>
              <a:t>unknown</a:t>
            </a:r>
            <a:r>
              <a:rPr lang="de-CH" sz="580" dirty="0">
                <a:latin typeface="Courier New" panose="02070309020205020404" pitchFamily="49" charset="0"/>
                <a:cs typeface="Courier New" panose="02070309020205020404" pitchFamily="49" charset="0"/>
              </a:rPr>
              <a:t>-attributes</a:t>
            </a: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unknown</a:t>
            </a:r>
            <a:r>
              <a:rPr lang="de-CH" sz="580" dirty="0">
                <a:latin typeface="Courier New" panose="02070309020205020404" pitchFamily="49" charset="0"/>
                <a:cs typeface="Courier New" panose="02070309020205020404" pitchFamily="49" charset="0"/>
              </a:rPr>
              <a:t>-attribute* [</a:t>
            </a:r>
            <a:r>
              <a:rPr lang="de-CH" sz="580" dirty="0" err="1">
                <a:latin typeface="Courier New" panose="02070309020205020404" pitchFamily="49" charset="0"/>
                <a:cs typeface="Courier New" panose="02070309020205020404" pitchFamily="49" charset="0"/>
              </a:rPr>
              <a:t>attr</a:t>
            </a:r>
            <a:r>
              <a:rPr lang="de-CH" sz="580" dirty="0">
                <a:latin typeface="Courier New" panose="02070309020205020404" pitchFamily="49" charset="0"/>
                <a:cs typeface="Courier New" panose="02070309020205020404" pitchFamily="49" charset="0"/>
              </a:rPr>
              <a:t>-type]</a:t>
            </a: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attr</a:t>
            </a:r>
            <a:r>
              <a:rPr lang="de-CH" sz="580" dirty="0">
                <a:latin typeface="Courier New" panose="02070309020205020404" pitchFamily="49" charset="0"/>
                <a:cs typeface="Courier New" panose="02070309020205020404" pitchFamily="49" charset="0"/>
              </a:rPr>
              <a:t>-type     uint8</a:t>
            </a:r>
          </a:p>
          <a:p>
            <a:r>
              <a:rPr lang="de-CH" sz="580" dirty="0">
                <a:latin typeface="Courier New" panose="02070309020205020404" pitchFamily="49" charset="0"/>
                <a:cs typeface="Courier New" panose="02070309020205020404" pitchFamily="49" charset="0"/>
              </a:rPr>
              <a:t>                   |        |        |     +-- optional?     </a:t>
            </a:r>
            <a:r>
              <a:rPr lang="de-CH" sz="580" dirty="0" err="1">
                <a:latin typeface="Courier New" panose="02070309020205020404" pitchFamily="49" charset="0"/>
                <a:cs typeface="Courier New" panose="02070309020205020404" pitchFamily="49" charset="0"/>
              </a:rPr>
              <a:t>boolean</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transitive?   </a:t>
            </a:r>
            <a:r>
              <a:rPr lang="de-CH" sz="580" dirty="0" err="1">
                <a:latin typeface="Courier New" panose="02070309020205020404" pitchFamily="49" charset="0"/>
                <a:cs typeface="Courier New" panose="02070309020205020404" pitchFamily="49" charset="0"/>
              </a:rPr>
              <a:t>boolean</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partial?      </a:t>
            </a:r>
            <a:r>
              <a:rPr lang="de-CH" sz="580" dirty="0" err="1">
                <a:latin typeface="Courier New" panose="02070309020205020404" pitchFamily="49" charset="0"/>
                <a:cs typeface="Courier New" panose="02070309020205020404" pitchFamily="49" charset="0"/>
              </a:rPr>
              <a:t>boolean</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extended</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boolean</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attr-len</a:t>
            </a:r>
            <a:r>
              <a:rPr lang="de-CH" sz="580" dirty="0">
                <a:latin typeface="Courier New" panose="02070309020205020404" pitchFamily="49" charset="0"/>
                <a:cs typeface="Courier New" panose="02070309020205020404" pitchFamily="49" charset="0"/>
              </a:rPr>
              <a:t>?     uint16</a:t>
            </a:r>
          </a:p>
          <a:p>
            <a:r>
              <a:rPr lang="de-CH" sz="580" dirty="0">
                <a:latin typeface="Courier New" panose="02070309020205020404" pitchFamily="49" charset="0"/>
                <a:cs typeface="Courier New" panose="02070309020205020404" pitchFamily="49" charset="0"/>
              </a:rPr>
              <a:t>                   |        |        |     +-- </a:t>
            </a:r>
            <a:r>
              <a:rPr lang="de-CH" sz="580" dirty="0" err="1">
                <a:latin typeface="Courier New" panose="02070309020205020404" pitchFamily="49" charset="0"/>
                <a:cs typeface="Courier New" panose="02070309020205020404" pitchFamily="49" charset="0"/>
              </a:rPr>
              <a:t>attr-value</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binary</a:t>
            </a:r>
            <a:endParaRPr lang="de-CH" sz="580" dirty="0">
              <a:latin typeface="Courier New" panose="02070309020205020404" pitchFamily="49" charset="0"/>
              <a:cs typeface="Courier New" panose="02070309020205020404" pitchFamily="49" charset="0"/>
            </a:endParaRPr>
          </a:p>
          <a:p>
            <a:r>
              <a:rPr lang="de-CH" sz="580" dirty="0">
                <a:latin typeface="Courier New" panose="02070309020205020404" pitchFamily="49" charset="0"/>
                <a:cs typeface="Courier New" panose="02070309020205020404" pitchFamily="49" charset="0"/>
              </a:rPr>
              <a:t>                   |        |        +-- </a:t>
            </a:r>
            <a:r>
              <a:rPr lang="de-CH" sz="580" dirty="0" err="1">
                <a:latin typeface="Courier New" panose="02070309020205020404" pitchFamily="49" charset="0"/>
                <a:cs typeface="Courier New" panose="02070309020205020404" pitchFamily="49" charset="0"/>
              </a:rPr>
              <a:t>reject-reason</a:t>
            </a:r>
            <a:r>
              <a:rPr lang="de-CH" sz="580" dirty="0">
                <a:latin typeface="Courier New" panose="02070309020205020404" pitchFamily="49" charset="0"/>
                <a:cs typeface="Courier New" panose="02070309020205020404" pitchFamily="49" charset="0"/>
              </a:rPr>
              <a:t>?            </a:t>
            </a:r>
            <a:r>
              <a:rPr lang="de-CH" sz="580" dirty="0" err="1">
                <a:latin typeface="Courier New" panose="02070309020205020404" pitchFamily="49" charset="0"/>
                <a:cs typeface="Courier New" panose="02070309020205020404" pitchFamily="49" charset="0"/>
              </a:rPr>
              <a:t>union</a:t>
            </a:r>
            <a:endParaRPr lang="de-CH" sz="58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85482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943A3-0967-B5C7-D9E6-8AE25E3C4ECD}"/>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7CFBC7D8-2018-0F89-FA1F-5A16986EA955}"/>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10</a:t>
            </a:fld>
            <a:endParaRPr lang="de-CH" sz="1400" dirty="0"/>
          </a:p>
        </p:txBody>
      </p:sp>
      <p:sp>
        <p:nvSpPr>
          <p:cNvPr id="5" name="Inhaltsplatzhalter 2">
            <a:extLst>
              <a:ext uri="{FF2B5EF4-FFF2-40B4-BE49-F238E27FC236}">
                <a16:creationId xmlns:a16="http://schemas.microsoft.com/office/drawing/2014/main" id="{FE77B89A-93BE-C3C5-9340-B4A230046058}"/>
              </a:ext>
            </a:extLst>
          </p:cNvPr>
          <p:cNvSpPr txBox="1">
            <a:spLocks/>
          </p:cNvSpPr>
          <p:nvPr/>
        </p:nvSpPr>
        <p:spPr bwMode="black">
          <a:xfrm>
            <a:off x="838201" y="4692038"/>
            <a:ext cx="10856494" cy="1491271"/>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b="1" dirty="0">
                <a:solidFill>
                  <a:srgbClr val="FF0000"/>
                </a:solidFill>
              </a:rPr>
              <a:t>The YANG data producer creates for each YANG schema a new message broker topic, a message key and defines the number of partitions being used for the topic.</a:t>
            </a:r>
          </a:p>
          <a:p>
            <a:pPr>
              <a:spcAft>
                <a:spcPts val="0"/>
              </a:spcAft>
            </a:pPr>
            <a:r>
              <a:rPr lang="en-US" sz="1600" dirty="0"/>
              <a:t>It serializes the message with the previously generated message key and message content according to </a:t>
            </a:r>
            <a:br>
              <a:rPr lang="en-US" sz="1600" dirty="0"/>
            </a:br>
            <a:r>
              <a:rPr lang="en-US" sz="1600" dirty="0">
                <a:hlinkClick r:id="rId3"/>
              </a:rPr>
              <a:t>draft-</a:t>
            </a:r>
            <a:r>
              <a:rPr lang="en-US" sz="1600" dirty="0" err="1">
                <a:hlinkClick r:id="rId3"/>
              </a:rPr>
              <a:t>ietf</a:t>
            </a:r>
            <a:r>
              <a:rPr lang="en-US" sz="1600" dirty="0">
                <a:hlinkClick r:id="rId3"/>
              </a:rPr>
              <a:t>-</a:t>
            </a:r>
            <a:r>
              <a:rPr lang="en-US" sz="1600" dirty="0" err="1">
                <a:hlinkClick r:id="rId3"/>
              </a:rPr>
              <a:t>nmop</a:t>
            </a:r>
            <a:r>
              <a:rPr lang="en-US" sz="1600" dirty="0">
                <a:hlinkClick r:id="rId3"/>
              </a:rPr>
              <a:t>-message-broker-telemetry-message</a:t>
            </a:r>
            <a:r>
              <a:rPr lang="en-US" sz="1600" dirty="0"/>
              <a:t> and </a:t>
            </a:r>
            <a:r>
              <a:rPr lang="en-US" sz="1600" dirty="0">
                <a:hlinkClick r:id="rId4"/>
              </a:rPr>
              <a:t>draft-</a:t>
            </a:r>
            <a:r>
              <a:rPr lang="en-US" sz="1600" dirty="0" err="1">
                <a:hlinkClick r:id="rId4"/>
              </a:rPr>
              <a:t>netana</a:t>
            </a:r>
            <a:r>
              <a:rPr lang="en-US" sz="1600" dirty="0">
                <a:hlinkClick r:id="rId4"/>
              </a:rPr>
              <a:t>-</a:t>
            </a:r>
            <a:r>
              <a:rPr lang="en-US" sz="1600" dirty="0" err="1">
                <a:hlinkClick r:id="rId4"/>
              </a:rPr>
              <a:t>nmop</a:t>
            </a:r>
            <a:r>
              <a:rPr lang="en-US" sz="1600" dirty="0">
                <a:hlinkClick r:id="rId4"/>
              </a:rPr>
              <a:t>-message-broker-bmp-telemetry-msg</a:t>
            </a:r>
            <a:r>
              <a:rPr lang="en-US" sz="1600" dirty="0"/>
              <a:t> augment. </a:t>
            </a:r>
          </a:p>
          <a:p>
            <a:pPr>
              <a:spcAft>
                <a:spcPts val="0"/>
              </a:spcAft>
            </a:pPr>
            <a:r>
              <a:rPr lang="en-US" sz="1600" dirty="0"/>
              <a:t>Each message is prefixed with the previously obtained schema ID representing a unique message subject. The messages are distributed according to the hashed message key across the partitions into continuous segments.</a:t>
            </a:r>
          </a:p>
        </p:txBody>
      </p:sp>
      <p:sp>
        <p:nvSpPr>
          <p:cNvPr id="19" name="Title 1">
            <a:extLst>
              <a:ext uri="{FF2B5EF4-FFF2-40B4-BE49-F238E27FC236}">
                <a16:creationId xmlns:a16="http://schemas.microsoft.com/office/drawing/2014/main" id="{A5587F20-69CC-2E7C-C61C-7103CADE05D8}"/>
              </a:ext>
            </a:extLst>
          </p:cNvPr>
          <p:cNvSpPr>
            <a:spLocks noGrp="1"/>
          </p:cNvSpPr>
          <p:nvPr>
            <p:ph type="title"/>
          </p:nvPr>
        </p:nvSpPr>
        <p:spPr>
          <a:xfrm>
            <a:off x="838200" y="365125"/>
            <a:ext cx="8314568" cy="1325563"/>
          </a:xfrm>
        </p:spPr>
        <p:txBody>
          <a:bodyPr>
            <a:normAutofit/>
          </a:bodyPr>
          <a:lstStyle/>
          <a:p>
            <a:r>
              <a:rPr lang="en-US" sz="2800" b="1" dirty="0"/>
              <a:t>Message Broker</a:t>
            </a:r>
            <a:br>
              <a:rPr lang="en-US" sz="3600" dirty="0"/>
            </a:br>
            <a:r>
              <a:rPr lang="en-US" sz="2700" dirty="0">
                <a:solidFill>
                  <a:schemeClr val="bg2">
                    <a:lumMod val="75000"/>
                  </a:schemeClr>
                </a:solidFill>
              </a:rPr>
              <a:t>Topics, Subjects, Partitions, Segments and Message Keys</a:t>
            </a:r>
          </a:p>
        </p:txBody>
      </p:sp>
      <p:pic>
        <p:nvPicPr>
          <p:cNvPr id="3" name="Picture 2">
            <a:extLst>
              <a:ext uri="{FF2B5EF4-FFF2-40B4-BE49-F238E27FC236}">
                <a16:creationId xmlns:a16="http://schemas.microsoft.com/office/drawing/2014/main" id="{7FE1D9BE-38E0-66CE-DDC0-29019F670C04}"/>
              </a:ext>
            </a:extLst>
          </p:cNvPr>
          <p:cNvPicPr>
            <a:picLocks noChangeAspect="1"/>
          </p:cNvPicPr>
          <p:nvPr/>
        </p:nvPicPr>
        <p:blipFill>
          <a:blip r:embed="rId5"/>
          <a:stretch>
            <a:fillRect/>
          </a:stretch>
        </p:blipFill>
        <p:spPr>
          <a:xfrm>
            <a:off x="838200" y="1690688"/>
            <a:ext cx="10872872" cy="2774126"/>
          </a:xfrm>
          <a:prstGeom prst="rect">
            <a:avLst/>
          </a:prstGeom>
        </p:spPr>
      </p:pic>
    </p:spTree>
    <p:extLst>
      <p:ext uri="{BB962C8B-B14F-4D97-AF65-F5344CB8AC3E}">
        <p14:creationId xmlns:p14="http://schemas.microsoft.com/office/powerpoint/2010/main" val="1475201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0F139-79A7-236E-B422-F9027B252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34BEF-C196-3BAF-0F2E-FB66BF042884}"/>
              </a:ext>
            </a:extLst>
          </p:cNvPr>
          <p:cNvSpPr>
            <a:spLocks noGrp="1"/>
          </p:cNvSpPr>
          <p:nvPr>
            <p:ph type="title"/>
          </p:nvPr>
        </p:nvSpPr>
        <p:spPr/>
        <p:txBody>
          <a:bodyPr>
            <a:normAutofit/>
          </a:bodyPr>
          <a:lstStyle/>
          <a:p>
            <a:r>
              <a:rPr lang="en-US" sz="2800" b="1" dirty="0"/>
              <a:t>BMP YANG Message Broker Topic Naming</a:t>
            </a:r>
            <a:br>
              <a:rPr lang="en-US" sz="3600" dirty="0"/>
            </a:br>
            <a:r>
              <a:rPr lang="en-US" sz="2700" dirty="0">
                <a:solidFill>
                  <a:schemeClr val="bg2">
                    <a:lumMod val="75000"/>
                  </a:schemeClr>
                </a:solidFill>
              </a:rPr>
              <a:t>Created at the YANG Message Broker Producer</a:t>
            </a:r>
          </a:p>
        </p:txBody>
      </p:sp>
      <p:sp>
        <p:nvSpPr>
          <p:cNvPr id="3" name="Content Placeholder 2">
            <a:extLst>
              <a:ext uri="{FF2B5EF4-FFF2-40B4-BE49-F238E27FC236}">
                <a16:creationId xmlns:a16="http://schemas.microsoft.com/office/drawing/2014/main" id="{6EA985DA-ABCF-AB10-5C45-1B7050950E17}"/>
              </a:ext>
            </a:extLst>
          </p:cNvPr>
          <p:cNvSpPr>
            <a:spLocks noGrp="1"/>
          </p:cNvSpPr>
          <p:nvPr>
            <p:ph idx="1"/>
          </p:nvPr>
        </p:nvSpPr>
        <p:spPr>
          <a:xfrm>
            <a:off x="838199" y="1690688"/>
            <a:ext cx="10515600" cy="4486275"/>
          </a:xfrm>
        </p:spPr>
        <p:txBody>
          <a:bodyPr>
            <a:noAutofit/>
          </a:bodyPr>
          <a:lstStyle/>
          <a:p>
            <a:pPr marL="0" indent="0">
              <a:spcBef>
                <a:spcPts val="600"/>
              </a:spcBef>
              <a:spcAft>
                <a:spcPts val="600"/>
              </a:spcAft>
              <a:buNone/>
            </a:pPr>
            <a:r>
              <a:rPr lang="en-US" sz="2100" dirty="0"/>
              <a:t>BMP data can be subscribed for BMP session and BGP peering session state-changes, BGP peering statistics or BGP RIB states. as defined in </a:t>
            </a:r>
            <a:r>
              <a:rPr lang="en-US" sz="2100" dirty="0">
                <a:hlinkClick r:id="rId2"/>
              </a:rPr>
              <a:t>Section 3.1 of RFC 7854</a:t>
            </a:r>
            <a:r>
              <a:rPr lang="en-US" sz="2100" dirty="0"/>
              <a:t>.</a:t>
            </a:r>
          </a:p>
          <a:p>
            <a:pPr marL="0" indent="0">
              <a:spcBef>
                <a:spcPts val="600"/>
              </a:spcBef>
              <a:spcAft>
                <a:spcPts val="600"/>
              </a:spcAft>
              <a:buNone/>
            </a:pPr>
            <a:r>
              <a:rPr lang="en-US" sz="2100" dirty="0"/>
              <a:t>Message Brokers topics are addressed with a unique name.  Usually, topics are named hierarchically similar to the DNS namespace where "." delaminates hierarchies.</a:t>
            </a:r>
          </a:p>
          <a:p>
            <a:pPr marL="0" indent="0">
              <a:spcBef>
                <a:spcPts val="600"/>
              </a:spcBef>
              <a:spcAft>
                <a:spcPts val="600"/>
              </a:spcAft>
              <a:buNone/>
            </a:pPr>
            <a:r>
              <a:rPr lang="en-US" sz="2100" dirty="0"/>
              <a:t>The document defines "statistics", "states" and "state-changes" in the topic name as the first part to denote the types of data. Followed by "bmp" to denote BMP data.  Followed by the BGP RIB type and the BMP message type name.</a:t>
            </a:r>
          </a:p>
          <a:p>
            <a:pPr marL="0" indent="0">
              <a:spcBef>
                <a:spcPts val="600"/>
              </a:spcBef>
              <a:spcAft>
                <a:spcPts val="600"/>
              </a:spcAft>
              <a:buNone/>
            </a:pPr>
            <a:r>
              <a:rPr lang="en-US" sz="2100" dirty="0"/>
              <a:t>For example, if BMP route-monitoring is being subscribed to BGP Local-RIB, the Message Broker topic name would be as following. In the example the project name and environment (prod, dev, test etc.) is prefixed. </a:t>
            </a:r>
          </a:p>
          <a:p>
            <a:pPr marL="0" indent="0">
              <a:spcBef>
                <a:spcPts val="600"/>
              </a:spcBef>
              <a:spcAft>
                <a:spcPts val="600"/>
              </a:spcAft>
              <a:buNone/>
            </a:pPr>
            <a:r>
              <a:rPr lang="en-US" sz="2100" b="1" dirty="0" err="1">
                <a:solidFill>
                  <a:srgbClr val="FF0000"/>
                </a:solidFill>
              </a:rPr>
              <a:t>project.environment.state.bmp.local</a:t>
            </a:r>
            <a:r>
              <a:rPr lang="en-US" sz="2100" b="1" dirty="0">
                <a:solidFill>
                  <a:srgbClr val="FF0000"/>
                </a:solidFill>
              </a:rPr>
              <a:t>-</a:t>
            </a:r>
            <a:r>
              <a:rPr lang="en-US" sz="2100" b="1" dirty="0" err="1">
                <a:solidFill>
                  <a:srgbClr val="FF0000"/>
                </a:solidFill>
              </a:rPr>
              <a:t>rib.route</a:t>
            </a:r>
            <a:r>
              <a:rPr lang="en-US" sz="2100" b="1" dirty="0">
                <a:solidFill>
                  <a:srgbClr val="FF0000"/>
                </a:solidFill>
              </a:rPr>
              <a:t>-monitoring</a:t>
            </a:r>
            <a:endParaRPr lang="en-US" sz="2100" dirty="0"/>
          </a:p>
        </p:txBody>
      </p:sp>
      <p:sp>
        <p:nvSpPr>
          <p:cNvPr id="6" name="Slide Number Placeholder 1">
            <a:extLst>
              <a:ext uri="{FF2B5EF4-FFF2-40B4-BE49-F238E27FC236}">
                <a16:creationId xmlns:a16="http://schemas.microsoft.com/office/drawing/2014/main" id="{6FA6137A-D97E-E8DA-4B6E-B20E079C61E4}"/>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11</a:t>
            </a:fld>
            <a:endParaRPr lang="en-US" sz="1400" dirty="0"/>
          </a:p>
        </p:txBody>
      </p:sp>
    </p:spTree>
    <p:extLst>
      <p:ext uri="{BB962C8B-B14F-4D97-AF65-F5344CB8AC3E}">
        <p14:creationId xmlns:p14="http://schemas.microsoft.com/office/powerpoint/2010/main" val="4251917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2B289-F416-C973-3B7A-15C1F41DA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0FBC70-1C05-23DB-EF3A-2482F511BD9B}"/>
              </a:ext>
            </a:extLst>
          </p:cNvPr>
          <p:cNvSpPr>
            <a:spLocks noGrp="1"/>
          </p:cNvSpPr>
          <p:nvPr>
            <p:ph type="title"/>
          </p:nvPr>
        </p:nvSpPr>
        <p:spPr/>
        <p:txBody>
          <a:bodyPr>
            <a:normAutofit/>
          </a:bodyPr>
          <a:lstStyle/>
          <a:p>
            <a:r>
              <a:rPr lang="en-US" sz="2800" b="1" dirty="0"/>
              <a:t>YANG Message Keys and Indexes</a:t>
            </a:r>
            <a:br>
              <a:rPr lang="en-US" sz="3600" dirty="0"/>
            </a:br>
            <a:r>
              <a:rPr lang="en-US" sz="2700" dirty="0">
                <a:solidFill>
                  <a:schemeClr val="bg2">
                    <a:lumMod val="75000"/>
                  </a:schemeClr>
                </a:solidFill>
              </a:rPr>
              <a:t>Calculated and Used at the YANG Message Broker Producer</a:t>
            </a:r>
          </a:p>
        </p:txBody>
      </p:sp>
      <p:sp>
        <p:nvSpPr>
          <p:cNvPr id="3" name="Content Placeholder 2">
            <a:extLst>
              <a:ext uri="{FF2B5EF4-FFF2-40B4-BE49-F238E27FC236}">
                <a16:creationId xmlns:a16="http://schemas.microsoft.com/office/drawing/2014/main" id="{16030435-8548-CFD7-E67B-E4D3DD29D75F}"/>
              </a:ext>
            </a:extLst>
          </p:cNvPr>
          <p:cNvSpPr>
            <a:spLocks noGrp="1"/>
          </p:cNvSpPr>
          <p:nvPr>
            <p:ph idx="1"/>
          </p:nvPr>
        </p:nvSpPr>
        <p:spPr>
          <a:xfrm>
            <a:off x="838199" y="1690688"/>
            <a:ext cx="10515600" cy="4486275"/>
          </a:xfrm>
        </p:spPr>
        <p:txBody>
          <a:bodyPr>
            <a:noAutofit/>
          </a:bodyPr>
          <a:lstStyle/>
          <a:p>
            <a:pPr marL="0" indent="0">
              <a:spcBef>
                <a:spcPts val="600"/>
              </a:spcBef>
              <a:spcAft>
                <a:spcPts val="600"/>
              </a:spcAft>
              <a:buNone/>
            </a:pPr>
            <a:r>
              <a:rPr lang="en-US" sz="2100" dirty="0"/>
              <a:t>A Message Broker uses a Message Key to index the Message and a value to carry the Message content. </a:t>
            </a:r>
            <a:r>
              <a:rPr lang="en-US" sz="2100" b="1" dirty="0">
                <a:solidFill>
                  <a:srgbClr val="FF0000"/>
                </a:solidFill>
              </a:rPr>
              <a:t>The Message Key is being used as input for the Message Broker Producer hash function to distribute across Partitions and at the Message Broker for topic compaction.</a:t>
            </a:r>
          </a:p>
          <a:p>
            <a:pPr marL="0" indent="0">
              <a:spcBef>
                <a:spcPts val="600"/>
              </a:spcBef>
              <a:spcAft>
                <a:spcPts val="600"/>
              </a:spcAft>
              <a:buNone/>
            </a:pPr>
            <a:r>
              <a:rPr lang="en-US" sz="2100" dirty="0"/>
              <a:t>For BMP, </a:t>
            </a:r>
            <a:r>
              <a:rPr lang="en-US" sz="2100" b="1" dirty="0">
                <a:solidFill>
                  <a:srgbClr val="FF0000"/>
                </a:solidFill>
              </a:rPr>
              <a:t>the network node hostname, what BMP Message Type the data represents and </a:t>
            </a:r>
            <a:r>
              <a:rPr lang="en-US" sz="2100" dirty="0"/>
              <a:t>apart from the initiation-message and termination-message </a:t>
            </a:r>
            <a:r>
              <a:rPr lang="en-US" sz="2100" b="1" dirty="0">
                <a:solidFill>
                  <a:srgbClr val="FF0000"/>
                </a:solidFill>
              </a:rPr>
              <a:t>the BMP index </a:t>
            </a:r>
            <a:r>
              <a:rPr lang="en-US" sz="2100" dirty="0"/>
              <a:t>is used to generate the Message Key. The BMP index is calculated depending on BMP Message Type as following:</a:t>
            </a:r>
          </a:p>
          <a:p>
            <a:pPr>
              <a:spcBef>
                <a:spcPts val="600"/>
              </a:spcBef>
            </a:pPr>
            <a:r>
              <a:rPr lang="en-US" sz="2100" dirty="0"/>
              <a:t>peer-up-notification: "peer-distinguisher" and "peer-address".</a:t>
            </a:r>
          </a:p>
          <a:p>
            <a:pPr>
              <a:spcBef>
                <a:spcPts val="600"/>
              </a:spcBef>
            </a:pPr>
            <a:r>
              <a:rPr lang="en-US" sz="2100" dirty="0"/>
              <a:t>peer-down-notification: "peer-distinguisher" and "peer-address".</a:t>
            </a:r>
          </a:p>
          <a:p>
            <a:pPr>
              <a:spcBef>
                <a:spcPts val="600"/>
              </a:spcBef>
            </a:pPr>
            <a:r>
              <a:rPr lang="en-US" sz="2100" dirty="0"/>
              <a:t>statistics: "peer-distinguisher" and "peer-address".</a:t>
            </a:r>
          </a:p>
          <a:p>
            <a:pPr>
              <a:spcBef>
                <a:spcPts val="600"/>
              </a:spcBef>
            </a:pPr>
            <a:r>
              <a:rPr lang="en-US" sz="2100" dirty="0"/>
              <a:t>route-monitoring: "peer-distinguisher", "peer-address" </a:t>
            </a:r>
            <a:r>
              <a:rPr lang="en-US" sz="2100" dirty="0" err="1"/>
              <a:t>afi-safi</a:t>
            </a:r>
            <a:r>
              <a:rPr lang="en-US" sz="2100" dirty="0"/>
              <a:t> name, address family, name of the BGP RIB, "prefix" "origin" "path-id" route attributes and the index of the used </a:t>
            </a:r>
            <a:r>
              <a:rPr lang="en-US" sz="2100" dirty="0" err="1"/>
              <a:t>attr</a:t>
            </a:r>
            <a:r>
              <a:rPr lang="en-US" sz="2100" dirty="0"/>
              <a:t>-set.</a:t>
            </a:r>
          </a:p>
          <a:p>
            <a:pPr>
              <a:spcBef>
                <a:spcPts val="600"/>
              </a:spcBef>
            </a:pPr>
            <a:r>
              <a:rPr lang="en-US" sz="2100" dirty="0"/>
              <a:t>route-mirroring: "peer-distinguisher", "peer-address" </a:t>
            </a:r>
            <a:r>
              <a:rPr lang="en-US" sz="2100" dirty="0" err="1"/>
              <a:t>afi-safi</a:t>
            </a:r>
            <a:r>
              <a:rPr lang="en-US" sz="2100" dirty="0"/>
              <a:t> name, address family, name of the BGP RIB, "prefix" "origin" "path-id" route attributes, index of the used </a:t>
            </a:r>
            <a:r>
              <a:rPr lang="en-US" sz="2100" dirty="0" err="1"/>
              <a:t>attr</a:t>
            </a:r>
            <a:r>
              <a:rPr lang="en-US" sz="2100" dirty="0"/>
              <a:t>-set and information enumeration.</a:t>
            </a:r>
          </a:p>
        </p:txBody>
      </p:sp>
      <p:sp>
        <p:nvSpPr>
          <p:cNvPr id="6" name="Slide Number Placeholder 1">
            <a:extLst>
              <a:ext uri="{FF2B5EF4-FFF2-40B4-BE49-F238E27FC236}">
                <a16:creationId xmlns:a16="http://schemas.microsoft.com/office/drawing/2014/main" id="{75FBC6C8-3CC3-D033-50B0-B7366AC7A70E}"/>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12</a:t>
            </a:fld>
            <a:endParaRPr lang="en-US" sz="1400" dirty="0"/>
          </a:p>
        </p:txBody>
      </p:sp>
    </p:spTree>
    <p:extLst>
      <p:ext uri="{BB962C8B-B14F-4D97-AF65-F5344CB8AC3E}">
        <p14:creationId xmlns:p14="http://schemas.microsoft.com/office/powerpoint/2010/main" val="1190312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73EE7-3179-7CEE-64CD-ABED9711F324}"/>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C94F6BBF-5040-FB57-5DD4-099980E6F7D3}"/>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13</a:t>
            </a:fld>
            <a:endParaRPr lang="de-CH" sz="1400" dirty="0"/>
          </a:p>
        </p:txBody>
      </p:sp>
      <p:sp>
        <p:nvSpPr>
          <p:cNvPr id="5" name="Inhaltsplatzhalter 2">
            <a:extLst>
              <a:ext uri="{FF2B5EF4-FFF2-40B4-BE49-F238E27FC236}">
                <a16:creationId xmlns:a16="http://schemas.microsoft.com/office/drawing/2014/main" id="{749FD0AD-E617-98E7-0E99-692C31C4B242}"/>
              </a:ext>
            </a:extLst>
          </p:cNvPr>
          <p:cNvSpPr txBox="1">
            <a:spLocks/>
          </p:cNvSpPr>
          <p:nvPr/>
        </p:nvSpPr>
        <p:spPr bwMode="black">
          <a:xfrm>
            <a:off x="8494295" y="1766967"/>
            <a:ext cx="3404937" cy="4416342"/>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dirty="0"/>
              <a:t>A user or AI application/agent subscribes discovers through the stream catalog interesting metrics and subscribes to message broker topic.</a:t>
            </a:r>
          </a:p>
          <a:p>
            <a:pPr>
              <a:spcAft>
                <a:spcPts val="0"/>
              </a:spcAft>
            </a:pPr>
            <a:r>
              <a:rPr lang="en-US" sz="1600" dirty="0"/>
              <a:t>More than one topic can be consumed at once by using a wildcard such as: </a:t>
            </a:r>
            <a:r>
              <a:rPr lang="de-CH" sz="1600" b="1" dirty="0">
                <a:solidFill>
                  <a:srgbClr val="FF0000"/>
                </a:solidFill>
              </a:rPr>
              <a:t>project.environment.state.bmp.local-rib.* </a:t>
            </a:r>
            <a:r>
              <a:rPr lang="en-US" sz="1600" b="1" dirty="0">
                <a:solidFill>
                  <a:srgbClr val="FF0000"/>
                </a:solidFill>
              </a:rPr>
              <a:t>to consume all BMP Local-RIB metrics</a:t>
            </a:r>
            <a:r>
              <a:rPr lang="en-US" sz="1600" dirty="0"/>
              <a:t>.</a:t>
            </a:r>
          </a:p>
          <a:p>
            <a:pPr>
              <a:spcAft>
                <a:spcPts val="0"/>
              </a:spcAft>
            </a:pPr>
            <a:r>
              <a:rPr lang="en-US" sz="1600" dirty="0"/>
              <a:t>The consumer hashes the message key and applies modulo with the number of partitions to determine the partition it needs to consume from to obtain messages with desired message key.</a:t>
            </a:r>
          </a:p>
        </p:txBody>
      </p:sp>
      <p:sp>
        <p:nvSpPr>
          <p:cNvPr id="19" name="Title 1">
            <a:extLst>
              <a:ext uri="{FF2B5EF4-FFF2-40B4-BE49-F238E27FC236}">
                <a16:creationId xmlns:a16="http://schemas.microsoft.com/office/drawing/2014/main" id="{0F259462-CCD4-C4B0-D206-9BE4F9B2EC1C}"/>
              </a:ext>
            </a:extLst>
          </p:cNvPr>
          <p:cNvSpPr>
            <a:spLocks noGrp="1"/>
          </p:cNvSpPr>
          <p:nvPr>
            <p:ph type="title"/>
          </p:nvPr>
        </p:nvSpPr>
        <p:spPr>
          <a:xfrm>
            <a:off x="838200" y="365125"/>
            <a:ext cx="8314568" cy="1325563"/>
          </a:xfrm>
        </p:spPr>
        <p:txBody>
          <a:bodyPr>
            <a:normAutofit/>
          </a:bodyPr>
          <a:lstStyle/>
          <a:p>
            <a:r>
              <a:rPr lang="en-US" sz="2800" b="1" dirty="0"/>
              <a:t>BMP YANG Data Consumption</a:t>
            </a:r>
            <a:br>
              <a:rPr lang="en-US" sz="3600" dirty="0"/>
            </a:br>
            <a:r>
              <a:rPr lang="en-US" sz="2700" dirty="0">
                <a:solidFill>
                  <a:schemeClr val="bg2">
                    <a:lumMod val="75000"/>
                  </a:schemeClr>
                </a:solidFill>
              </a:rPr>
              <a:t>Discover and Subscribe to BMP YANG metrics</a:t>
            </a:r>
          </a:p>
        </p:txBody>
      </p:sp>
      <p:pic>
        <p:nvPicPr>
          <p:cNvPr id="4" name="Picture 3">
            <a:extLst>
              <a:ext uri="{FF2B5EF4-FFF2-40B4-BE49-F238E27FC236}">
                <a16:creationId xmlns:a16="http://schemas.microsoft.com/office/drawing/2014/main" id="{428EBA8D-181B-508E-90C7-3CCEC074640A}"/>
              </a:ext>
            </a:extLst>
          </p:cNvPr>
          <p:cNvPicPr>
            <a:picLocks noChangeAspect="1"/>
          </p:cNvPicPr>
          <p:nvPr/>
        </p:nvPicPr>
        <p:blipFill>
          <a:blip r:embed="rId2"/>
          <a:stretch>
            <a:fillRect/>
          </a:stretch>
        </p:blipFill>
        <p:spPr>
          <a:xfrm>
            <a:off x="-4029275" y="1672137"/>
            <a:ext cx="12192000" cy="4606001"/>
          </a:xfrm>
          <a:prstGeom prst="rect">
            <a:avLst/>
          </a:prstGeom>
        </p:spPr>
      </p:pic>
    </p:spTree>
    <p:extLst>
      <p:ext uri="{BB962C8B-B14F-4D97-AF65-F5344CB8AC3E}">
        <p14:creationId xmlns:p14="http://schemas.microsoft.com/office/powerpoint/2010/main" val="710783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55DE4-90E0-6888-D53C-A5BA3A11BF79}"/>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0043E546-3EFB-8EDB-7A28-39107D8F2FD6}"/>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14</a:t>
            </a:fld>
            <a:endParaRPr lang="de-CH" sz="1400" dirty="0"/>
          </a:p>
        </p:txBody>
      </p:sp>
      <p:sp>
        <p:nvSpPr>
          <p:cNvPr id="5" name="Inhaltsplatzhalter 2">
            <a:extLst>
              <a:ext uri="{FF2B5EF4-FFF2-40B4-BE49-F238E27FC236}">
                <a16:creationId xmlns:a16="http://schemas.microsoft.com/office/drawing/2014/main" id="{90BA4D8C-8860-D940-C29D-3420754484A0}"/>
              </a:ext>
            </a:extLst>
          </p:cNvPr>
          <p:cNvSpPr txBox="1">
            <a:spLocks/>
          </p:cNvSpPr>
          <p:nvPr/>
        </p:nvSpPr>
        <p:spPr bwMode="black">
          <a:xfrm>
            <a:off x="974558" y="4645099"/>
            <a:ext cx="10965396" cy="1538210"/>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b="1" dirty="0"/>
              <a:t>At the YANG data producer, </a:t>
            </a:r>
            <a:r>
              <a:rPr lang="en-US" sz="1600" dirty="0"/>
              <a:t>thanks to the YANG awareness to the YANG data producer and the YANG schema registry, </a:t>
            </a:r>
            <a:r>
              <a:rPr lang="en-US" sz="1600" b="1" dirty="0">
                <a:solidFill>
                  <a:srgbClr val="FF0000"/>
                </a:solidFill>
              </a:rPr>
              <a:t>for each unique YANG schema tree a message broker topic and subject is being created, and messages are being indexed and hashed according to the message key</a:t>
            </a:r>
            <a:r>
              <a:rPr lang="en-US" sz="1600" dirty="0"/>
              <a:t>.</a:t>
            </a:r>
          </a:p>
          <a:p>
            <a:pPr>
              <a:spcAft>
                <a:spcPts val="0"/>
              </a:spcAft>
            </a:pPr>
            <a:r>
              <a:rPr lang="en-US" sz="1600" b="1" dirty="0"/>
              <a:t>At the message broker, </a:t>
            </a:r>
            <a:r>
              <a:rPr lang="en-US" sz="1600" dirty="0"/>
              <a:t>thanks to the dedicated topic per BMP message type and its YANG message key, BMP </a:t>
            </a:r>
            <a:r>
              <a:rPr lang="en-US" sz="1600" b="1" dirty="0">
                <a:solidFill>
                  <a:srgbClr val="FF0000"/>
                </a:solidFill>
              </a:rPr>
              <a:t>YANG state metrics such as BGP peer, BGP RIB and BMP session state can be compacted to the latest state; </a:t>
            </a:r>
            <a:r>
              <a:rPr lang="en-US" sz="1600" b="1" dirty="0">
                <a:solidFill>
                  <a:schemeClr val="accent6"/>
                </a:solidFill>
              </a:rPr>
              <a:t>reducing the number of stored messages.</a:t>
            </a:r>
          </a:p>
          <a:p>
            <a:pPr>
              <a:spcAft>
                <a:spcPts val="0"/>
              </a:spcAft>
            </a:pPr>
            <a:r>
              <a:rPr lang="en-US" sz="1600" b="1" dirty="0"/>
              <a:t>At the YANG data consumer, </a:t>
            </a:r>
            <a:r>
              <a:rPr lang="en-US" sz="1600" dirty="0"/>
              <a:t>thanks to the YANG awareness of the stream catalog and consumer, a specific topic, partition and subject can be consumed for the interested BMP YANG metrics; </a:t>
            </a:r>
            <a:r>
              <a:rPr lang="en-US" sz="1600" b="1" dirty="0">
                <a:solidFill>
                  <a:schemeClr val="accent6"/>
                </a:solidFill>
              </a:rPr>
              <a:t>reducing the number of messages to be consumed.</a:t>
            </a:r>
          </a:p>
        </p:txBody>
      </p:sp>
      <p:sp>
        <p:nvSpPr>
          <p:cNvPr id="19" name="Title 1">
            <a:extLst>
              <a:ext uri="{FF2B5EF4-FFF2-40B4-BE49-F238E27FC236}">
                <a16:creationId xmlns:a16="http://schemas.microsoft.com/office/drawing/2014/main" id="{1FB5448B-9146-4CF5-54FA-872A8BB2B5BC}"/>
              </a:ext>
            </a:extLst>
          </p:cNvPr>
          <p:cNvSpPr>
            <a:spLocks noGrp="1"/>
          </p:cNvSpPr>
          <p:nvPr>
            <p:ph type="title"/>
          </p:nvPr>
        </p:nvSpPr>
        <p:spPr>
          <a:xfrm>
            <a:off x="838200" y="365125"/>
            <a:ext cx="9061938" cy="1325563"/>
          </a:xfrm>
        </p:spPr>
        <p:txBody>
          <a:bodyPr>
            <a:normAutofit/>
          </a:bodyPr>
          <a:lstStyle/>
          <a:p>
            <a:r>
              <a:rPr lang="en-US" sz="2800" b="1" dirty="0"/>
              <a:t>YANG Converged Network Telemetry Data Processing Pipeline</a:t>
            </a:r>
            <a:br>
              <a:rPr lang="en-US" sz="3600" dirty="0"/>
            </a:br>
            <a:r>
              <a:rPr lang="en-US" sz="2700" dirty="0">
                <a:solidFill>
                  <a:schemeClr val="bg2">
                    <a:lumMod val="75000"/>
                  </a:schemeClr>
                </a:solidFill>
              </a:rPr>
              <a:t>From network nodes to message broker nodes</a:t>
            </a:r>
          </a:p>
        </p:txBody>
      </p:sp>
      <p:pic>
        <p:nvPicPr>
          <p:cNvPr id="4" name="Picture 3">
            <a:extLst>
              <a:ext uri="{FF2B5EF4-FFF2-40B4-BE49-F238E27FC236}">
                <a16:creationId xmlns:a16="http://schemas.microsoft.com/office/drawing/2014/main" id="{5B845DB1-AD33-F165-0A69-794539AA8954}"/>
              </a:ext>
            </a:extLst>
          </p:cNvPr>
          <p:cNvPicPr>
            <a:picLocks noChangeAspect="1"/>
          </p:cNvPicPr>
          <p:nvPr/>
        </p:nvPicPr>
        <p:blipFill>
          <a:blip r:embed="rId2"/>
          <a:stretch>
            <a:fillRect/>
          </a:stretch>
        </p:blipFill>
        <p:spPr>
          <a:xfrm>
            <a:off x="237391" y="1649291"/>
            <a:ext cx="11764751" cy="2704650"/>
          </a:xfrm>
          <a:prstGeom prst="rect">
            <a:avLst/>
          </a:prstGeom>
        </p:spPr>
      </p:pic>
    </p:spTree>
    <p:extLst>
      <p:ext uri="{BB962C8B-B14F-4D97-AF65-F5344CB8AC3E}">
        <p14:creationId xmlns:p14="http://schemas.microsoft.com/office/powerpoint/2010/main" val="3625312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6891B-662A-4F2C-DF54-E78083D99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96293-090C-9776-9593-882BE2834B00}"/>
              </a:ext>
            </a:extLst>
          </p:cNvPr>
          <p:cNvSpPr>
            <a:spLocks noGrp="1"/>
          </p:cNvSpPr>
          <p:nvPr>
            <p:ph type="title"/>
          </p:nvPr>
        </p:nvSpPr>
        <p:spPr/>
        <p:txBody>
          <a:bodyPr>
            <a:normAutofit/>
          </a:bodyPr>
          <a:lstStyle/>
          <a:p>
            <a:r>
              <a:rPr lang="en-US" sz="2800" b="1" dirty="0"/>
              <a:t>Use Cases</a:t>
            </a:r>
            <a:br>
              <a:rPr lang="en-US" sz="3600" dirty="0"/>
            </a:br>
            <a:r>
              <a:rPr lang="en-US" sz="2700" dirty="0">
                <a:solidFill>
                  <a:schemeClr val="bg2">
                    <a:lumMod val="75000"/>
                  </a:schemeClr>
                </a:solidFill>
              </a:rPr>
              <a:t>From network engineer to network controller to network management</a:t>
            </a:r>
          </a:p>
        </p:txBody>
      </p:sp>
      <p:sp>
        <p:nvSpPr>
          <p:cNvPr id="3" name="Content Placeholder 2">
            <a:extLst>
              <a:ext uri="{FF2B5EF4-FFF2-40B4-BE49-F238E27FC236}">
                <a16:creationId xmlns:a16="http://schemas.microsoft.com/office/drawing/2014/main" id="{BF3239C7-8F4E-0634-8F9F-D16A95D3AAE8}"/>
              </a:ext>
            </a:extLst>
          </p:cNvPr>
          <p:cNvSpPr>
            <a:spLocks noGrp="1"/>
          </p:cNvSpPr>
          <p:nvPr>
            <p:ph idx="1"/>
          </p:nvPr>
        </p:nvSpPr>
        <p:spPr>
          <a:xfrm>
            <a:off x="838199" y="1690688"/>
            <a:ext cx="10515600" cy="4486275"/>
          </a:xfrm>
        </p:spPr>
        <p:txBody>
          <a:bodyPr>
            <a:noAutofit/>
          </a:bodyPr>
          <a:lstStyle/>
          <a:p>
            <a:pPr marL="0" indent="0">
              <a:spcBef>
                <a:spcPts val="600"/>
              </a:spcBef>
              <a:spcAft>
                <a:spcPts val="600"/>
              </a:spcAft>
              <a:buNone/>
            </a:pPr>
            <a:r>
              <a:rPr lang="en-US" sz="2100" b="1" dirty="0">
                <a:solidFill>
                  <a:srgbClr val="FF0000"/>
                </a:solidFill>
              </a:rPr>
              <a:t>A network engineer </a:t>
            </a:r>
            <a:r>
              <a:rPr lang="en-US" sz="2100" dirty="0"/>
              <a:t>performs a SQL query on "</a:t>
            </a:r>
            <a:r>
              <a:rPr lang="en-US" sz="2100" dirty="0" err="1"/>
              <a:t>project.environment.</a:t>
            </a:r>
            <a:r>
              <a:rPr lang="en-US" sz="2100" dirty="0" err="1">
                <a:solidFill>
                  <a:srgbClr val="FF0000"/>
                </a:solidFill>
              </a:rPr>
              <a:t>state</a:t>
            </a:r>
            <a:r>
              <a:rPr lang="en-US" sz="2100" dirty="0" err="1"/>
              <a:t>.bmp.</a:t>
            </a:r>
            <a:r>
              <a:rPr lang="en-US" sz="2100" dirty="0" err="1">
                <a:solidFill>
                  <a:schemeClr val="accent6"/>
                </a:solidFill>
              </a:rPr>
              <a:t>adj</a:t>
            </a:r>
            <a:r>
              <a:rPr lang="en-US" sz="2100" dirty="0">
                <a:solidFill>
                  <a:schemeClr val="accent6"/>
                </a:solidFill>
              </a:rPr>
              <a:t>-rib-in-post</a:t>
            </a:r>
            <a:r>
              <a:rPr lang="en-US" sz="2100" dirty="0"/>
              <a:t>.*" and "</a:t>
            </a:r>
            <a:r>
              <a:rPr lang="en-US" sz="2100" dirty="0" err="1"/>
              <a:t>project.environment.</a:t>
            </a:r>
            <a:r>
              <a:rPr lang="en-US" sz="2100" dirty="0" err="1">
                <a:solidFill>
                  <a:srgbClr val="FF0000"/>
                </a:solidFill>
              </a:rPr>
              <a:t>statistics</a:t>
            </a:r>
            <a:r>
              <a:rPr lang="en-US" sz="2100" dirty="0" err="1"/>
              <a:t>.bmp.</a:t>
            </a:r>
            <a:r>
              <a:rPr lang="en-US" sz="2100" dirty="0" err="1">
                <a:solidFill>
                  <a:schemeClr val="accent6"/>
                </a:solidFill>
              </a:rPr>
              <a:t>adj</a:t>
            </a:r>
            <a:r>
              <a:rPr lang="en-US" sz="2100" dirty="0">
                <a:solidFill>
                  <a:schemeClr val="accent6"/>
                </a:solidFill>
              </a:rPr>
              <a:t>-rib-in-post</a:t>
            </a:r>
            <a:r>
              <a:rPr lang="en-US" sz="2100" dirty="0"/>
              <a:t>.*" message broker topics to obtain the current state and state-change for a set of BGP </a:t>
            </a:r>
            <a:r>
              <a:rPr lang="en-US" sz="2100" dirty="0" err="1"/>
              <a:t>peerings</a:t>
            </a:r>
            <a:r>
              <a:rPr lang="en-US" sz="2100" dirty="0"/>
              <a:t> to verify a maintenance window or perform troubleshooting instead of logging into each network node to perform a show command. </a:t>
            </a:r>
          </a:p>
          <a:p>
            <a:pPr marL="0" indent="0">
              <a:spcBef>
                <a:spcPts val="600"/>
              </a:spcBef>
              <a:spcAft>
                <a:spcPts val="600"/>
              </a:spcAft>
              <a:buNone/>
            </a:pPr>
            <a:r>
              <a:rPr lang="en-US" sz="2100" b="1" dirty="0">
                <a:solidFill>
                  <a:srgbClr val="FF0000"/>
                </a:solidFill>
              </a:rPr>
              <a:t>A network controller </a:t>
            </a:r>
            <a:r>
              <a:rPr lang="en-US" sz="2100" dirty="0"/>
              <a:t>performs a SQL query on "</a:t>
            </a:r>
            <a:r>
              <a:rPr lang="en-US" sz="2100" dirty="0" err="1"/>
              <a:t>project.environment.</a:t>
            </a:r>
            <a:r>
              <a:rPr lang="en-US" sz="2100" dirty="0" err="1">
                <a:solidFill>
                  <a:srgbClr val="FF0000"/>
                </a:solidFill>
              </a:rPr>
              <a:t>state</a:t>
            </a:r>
            <a:r>
              <a:rPr lang="en-US" sz="2100" dirty="0" err="1"/>
              <a:t>.bmp.</a:t>
            </a:r>
            <a:r>
              <a:rPr lang="en-US" sz="2100" dirty="0" err="1">
                <a:solidFill>
                  <a:schemeClr val="accent6"/>
                </a:solidFill>
              </a:rPr>
              <a:t>local</a:t>
            </a:r>
            <a:r>
              <a:rPr lang="en-US" sz="2100" dirty="0">
                <a:solidFill>
                  <a:schemeClr val="accent6"/>
                </a:solidFill>
              </a:rPr>
              <a:t>-rib</a:t>
            </a:r>
            <a:r>
              <a:rPr lang="en-US" sz="2100" dirty="0"/>
              <a:t>.*" and "</a:t>
            </a:r>
            <a:r>
              <a:rPr lang="en-US" sz="2100" dirty="0" err="1"/>
              <a:t>project.environment.</a:t>
            </a:r>
            <a:r>
              <a:rPr lang="en-US" sz="2100" dirty="0" err="1">
                <a:solidFill>
                  <a:srgbClr val="FF0000"/>
                </a:solidFill>
              </a:rPr>
              <a:t>statistics</a:t>
            </a:r>
            <a:r>
              <a:rPr lang="en-US" sz="2100" dirty="0" err="1"/>
              <a:t>.bmp.</a:t>
            </a:r>
            <a:r>
              <a:rPr lang="en-US" sz="2100" dirty="0" err="1">
                <a:solidFill>
                  <a:schemeClr val="accent6"/>
                </a:solidFill>
              </a:rPr>
              <a:t>local</a:t>
            </a:r>
            <a:r>
              <a:rPr lang="en-US" sz="2100" dirty="0">
                <a:solidFill>
                  <a:schemeClr val="accent6"/>
                </a:solidFill>
              </a:rPr>
              <a:t>-rib</a:t>
            </a:r>
            <a:r>
              <a:rPr lang="en-US" sz="2100" dirty="0"/>
              <a:t>.*" to obtain the current state and statistics of a given BGP path to verify before and after the SRv6 traffic engineering configuration change instead of obtaining the metrics from the network. See: </a:t>
            </a:r>
            <a:r>
              <a:rPr lang="en-US" sz="2100" dirty="0">
                <a:hlinkClick r:id="rId2"/>
              </a:rPr>
              <a:t>Section 3.8 of draft-</a:t>
            </a:r>
            <a:r>
              <a:rPr lang="en-US" sz="2100" dirty="0" err="1">
                <a:hlinkClick r:id="rId2"/>
              </a:rPr>
              <a:t>ietf</a:t>
            </a:r>
            <a:r>
              <a:rPr lang="en-US" sz="2100" dirty="0">
                <a:hlinkClick r:id="rId2"/>
              </a:rPr>
              <a:t>-</a:t>
            </a:r>
            <a:r>
              <a:rPr lang="en-US" sz="2100" dirty="0" err="1">
                <a:hlinkClick r:id="rId2"/>
              </a:rPr>
              <a:t>nmop</a:t>
            </a:r>
            <a:r>
              <a:rPr lang="en-US" sz="2100" dirty="0">
                <a:hlinkClick r:id="rId2"/>
              </a:rPr>
              <a:t>-</a:t>
            </a:r>
            <a:r>
              <a:rPr lang="en-US" sz="2100" dirty="0" err="1">
                <a:hlinkClick r:id="rId2"/>
              </a:rPr>
              <a:t>simap</a:t>
            </a:r>
            <a:r>
              <a:rPr lang="en-US" sz="2100" dirty="0">
                <a:hlinkClick r:id="rId2"/>
              </a:rPr>
              <a:t>-concept</a:t>
            </a:r>
            <a:r>
              <a:rPr lang="en-US" sz="2100" dirty="0"/>
              <a:t>.</a:t>
            </a:r>
          </a:p>
          <a:p>
            <a:pPr marL="0" indent="0">
              <a:spcBef>
                <a:spcPts val="600"/>
              </a:spcBef>
              <a:spcAft>
                <a:spcPts val="600"/>
              </a:spcAft>
              <a:buNone/>
            </a:pPr>
            <a:r>
              <a:rPr lang="en-US" sz="2100" b="1" dirty="0">
                <a:solidFill>
                  <a:srgbClr val="FF0000"/>
                </a:solidFill>
              </a:rPr>
              <a:t>A network management or network anomaly detection system </a:t>
            </a:r>
            <a:r>
              <a:rPr lang="en-US" sz="2100" dirty="0"/>
              <a:t>obtains the current BMP Local-RIB state from "</a:t>
            </a:r>
            <a:r>
              <a:rPr lang="en-US" sz="2100" dirty="0" err="1"/>
              <a:t>project.environment.</a:t>
            </a:r>
            <a:r>
              <a:rPr lang="en-US" sz="2100" dirty="0" err="1">
                <a:solidFill>
                  <a:srgbClr val="FF0000"/>
                </a:solidFill>
              </a:rPr>
              <a:t>state</a:t>
            </a:r>
            <a:r>
              <a:rPr lang="en-US" sz="2100" dirty="0" err="1"/>
              <a:t>.bmp.</a:t>
            </a:r>
            <a:r>
              <a:rPr lang="en-US" sz="2100" dirty="0" err="1">
                <a:solidFill>
                  <a:schemeClr val="accent6"/>
                </a:solidFill>
              </a:rPr>
              <a:t>local</a:t>
            </a:r>
            <a:r>
              <a:rPr lang="en-US" sz="2100" dirty="0">
                <a:solidFill>
                  <a:schemeClr val="accent6"/>
                </a:solidFill>
              </a:rPr>
              <a:t>-rib</a:t>
            </a:r>
            <a:r>
              <a:rPr lang="en-US" sz="2100" dirty="0"/>
              <a:t>.*" for building a network topology. See: </a:t>
            </a:r>
            <a:r>
              <a:rPr lang="en-US" sz="2100" dirty="0">
                <a:hlinkClick r:id="rId3"/>
              </a:rPr>
              <a:t>Section 3.2 from draft-</a:t>
            </a:r>
            <a:r>
              <a:rPr lang="en-US" sz="2100" dirty="0" err="1">
                <a:hlinkClick r:id="rId3"/>
              </a:rPr>
              <a:t>ietf</a:t>
            </a:r>
            <a:r>
              <a:rPr lang="en-US" sz="2100" dirty="0">
                <a:hlinkClick r:id="rId3"/>
              </a:rPr>
              <a:t>-</a:t>
            </a:r>
            <a:r>
              <a:rPr lang="en-US" sz="2100" dirty="0" err="1">
                <a:hlinkClick r:id="rId3"/>
              </a:rPr>
              <a:t>nmop</a:t>
            </a:r>
            <a:r>
              <a:rPr lang="en-US" sz="2100" dirty="0">
                <a:hlinkClick r:id="rId3"/>
              </a:rPr>
              <a:t>-</a:t>
            </a:r>
            <a:r>
              <a:rPr lang="en-US" sz="2100" dirty="0" err="1">
                <a:hlinkClick r:id="rId3"/>
              </a:rPr>
              <a:t>simap</a:t>
            </a:r>
            <a:r>
              <a:rPr lang="en-US" sz="2100" dirty="0">
                <a:hlinkClick r:id="rId3"/>
              </a:rPr>
              <a:t>-concept</a:t>
            </a:r>
            <a:r>
              <a:rPr lang="en-US" sz="2100" dirty="0"/>
              <a:t>. From "</a:t>
            </a:r>
            <a:r>
              <a:rPr lang="en-US" sz="2100" dirty="0" err="1"/>
              <a:t>project.environment.</a:t>
            </a:r>
            <a:r>
              <a:rPr lang="en-US" sz="2100" dirty="0" err="1">
                <a:solidFill>
                  <a:srgbClr val="FF0000"/>
                </a:solidFill>
              </a:rPr>
              <a:t>statistics</a:t>
            </a:r>
            <a:r>
              <a:rPr lang="en-US" sz="2100" dirty="0" err="1"/>
              <a:t>.bmp.</a:t>
            </a:r>
            <a:r>
              <a:rPr lang="en-US" sz="2100" dirty="0" err="1">
                <a:solidFill>
                  <a:schemeClr val="accent6"/>
                </a:solidFill>
              </a:rPr>
              <a:t>local</a:t>
            </a:r>
            <a:r>
              <a:rPr lang="en-US" sz="2100" dirty="0">
                <a:solidFill>
                  <a:schemeClr val="accent6"/>
                </a:solidFill>
              </a:rPr>
              <a:t>-rib</a:t>
            </a:r>
            <a:r>
              <a:rPr lang="en-US" sz="2100" dirty="0"/>
              <a:t>.*" it obtains statistics and maps them to the previously obtained network topology. </a:t>
            </a:r>
          </a:p>
          <a:p>
            <a:pPr marL="0" indent="0">
              <a:spcBef>
                <a:spcPts val="600"/>
              </a:spcBef>
              <a:spcAft>
                <a:spcPts val="600"/>
              </a:spcAft>
              <a:buNone/>
            </a:pPr>
            <a:endParaRPr lang="en-US" sz="2100" dirty="0"/>
          </a:p>
        </p:txBody>
      </p:sp>
      <p:sp>
        <p:nvSpPr>
          <p:cNvPr id="6" name="Slide Number Placeholder 1">
            <a:extLst>
              <a:ext uri="{FF2B5EF4-FFF2-40B4-BE49-F238E27FC236}">
                <a16:creationId xmlns:a16="http://schemas.microsoft.com/office/drawing/2014/main" id="{9440010B-7A13-162E-DA83-39AB61390BE4}"/>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15</a:t>
            </a:fld>
            <a:endParaRPr lang="en-US" sz="1400" dirty="0"/>
          </a:p>
        </p:txBody>
      </p:sp>
    </p:spTree>
    <p:extLst>
      <p:ext uri="{BB962C8B-B14F-4D97-AF65-F5344CB8AC3E}">
        <p14:creationId xmlns:p14="http://schemas.microsoft.com/office/powerpoint/2010/main" val="2204044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30A70-FC9F-6E89-ADE8-150C7C6DA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520E1-A4E0-F3CA-29AD-D2D9ADADBEF0}"/>
              </a:ext>
            </a:extLst>
          </p:cNvPr>
          <p:cNvSpPr>
            <a:spLocks noGrp="1"/>
          </p:cNvSpPr>
          <p:nvPr>
            <p:ph type="title"/>
          </p:nvPr>
        </p:nvSpPr>
        <p:spPr/>
        <p:txBody>
          <a:bodyPr>
            <a:normAutofit/>
          </a:bodyPr>
          <a:lstStyle/>
          <a:p>
            <a:r>
              <a:rPr lang="en-US" sz="2800" b="1" noProof="0" dirty="0"/>
              <a:t>Questions to…</a:t>
            </a:r>
            <a:br>
              <a:rPr lang="en-US" sz="3600" noProof="0" dirty="0"/>
            </a:br>
            <a:r>
              <a:rPr lang="en-US" sz="2700" noProof="0" dirty="0">
                <a:solidFill>
                  <a:schemeClr val="bg2">
                    <a:lumMod val="75000"/>
                  </a:schemeClr>
                </a:solidFill>
              </a:rPr>
              <a:t>NMOP and GROW</a:t>
            </a:r>
          </a:p>
        </p:txBody>
      </p:sp>
      <p:sp>
        <p:nvSpPr>
          <p:cNvPr id="3" name="Content Placeholder 2">
            <a:extLst>
              <a:ext uri="{FF2B5EF4-FFF2-40B4-BE49-F238E27FC236}">
                <a16:creationId xmlns:a16="http://schemas.microsoft.com/office/drawing/2014/main" id="{3EA36F6F-A76C-ACD7-BA9E-6565DCCE91FE}"/>
              </a:ext>
            </a:extLst>
          </p:cNvPr>
          <p:cNvSpPr>
            <a:spLocks noGrp="1"/>
          </p:cNvSpPr>
          <p:nvPr>
            <p:ph idx="1"/>
          </p:nvPr>
        </p:nvSpPr>
        <p:spPr>
          <a:xfrm>
            <a:off x="838199" y="1690688"/>
            <a:ext cx="9659816" cy="4486275"/>
          </a:xfrm>
        </p:spPr>
        <p:txBody>
          <a:bodyPr>
            <a:noAutofit/>
          </a:bodyPr>
          <a:lstStyle/>
          <a:p>
            <a:pPr>
              <a:spcBef>
                <a:spcPts val="600"/>
              </a:spcBef>
            </a:pPr>
            <a:r>
              <a:rPr lang="en-US" sz="2100" noProof="0" dirty="0"/>
              <a:t>Do you resonate of having BMP and IPFIX data being transformed to YANG and integrated uniformly to Message Broker to ease data consumption for network operation and next generation AI applications?</a:t>
            </a:r>
          </a:p>
          <a:p>
            <a:pPr>
              <a:spcBef>
                <a:spcPts val="600"/>
              </a:spcBef>
            </a:pPr>
            <a:r>
              <a:rPr lang="en-US" sz="2100" noProof="0" dirty="0"/>
              <a:t>YANG-Push Message Broker integration has its home at NMOP, BMP at GROW and IPFIX at OPSAWG. Do you agree that having all Message Broker documents in NMOP regardless which Network Telemetry data is being collected and transformed would ease conformity?</a:t>
            </a:r>
          </a:p>
          <a:p>
            <a:pPr>
              <a:spcBef>
                <a:spcPts val="600"/>
              </a:spcBef>
            </a:pPr>
            <a:r>
              <a:rPr lang="en-US" sz="2100" noProof="0" dirty="0"/>
              <a:t>The document introduces "</a:t>
            </a:r>
            <a:r>
              <a:rPr lang="en-US" sz="2100" noProof="0" dirty="0" err="1"/>
              <a:t>ietf</a:t>
            </a:r>
            <a:r>
              <a:rPr lang="en-US" sz="2100" noProof="0" dirty="0"/>
              <a:t>-bmp-</a:t>
            </a:r>
            <a:r>
              <a:rPr lang="en-US" sz="2100" noProof="0" dirty="0" err="1"/>
              <a:t>bgp</a:t>
            </a:r>
            <a:r>
              <a:rPr lang="en-US" sz="2100" noProof="0" dirty="0"/>
              <a:t>-rib-entry". Compared to "</a:t>
            </a:r>
            <a:r>
              <a:rPr lang="en-US" sz="2100" noProof="0" dirty="0" err="1"/>
              <a:t>ietf</a:t>
            </a:r>
            <a:r>
              <a:rPr lang="en-US" sz="2100" noProof="0" dirty="0"/>
              <a:t>-</a:t>
            </a:r>
            <a:r>
              <a:rPr lang="en-US" sz="2100" noProof="0" dirty="0" err="1"/>
              <a:t>bgp</a:t>
            </a:r>
            <a:r>
              <a:rPr lang="en-US" sz="2100" noProof="0" dirty="0"/>
              <a:t>-rib" that structure supports that each BGP path can be streamed individually or as JSON array in a message broker message. Do you agree that this should be defined in this document and groupings reused from "</a:t>
            </a:r>
            <a:r>
              <a:rPr lang="en-US" sz="2100" noProof="0" dirty="0" err="1"/>
              <a:t>ietf</a:t>
            </a:r>
            <a:r>
              <a:rPr lang="en-US" sz="2100" noProof="0" dirty="0"/>
              <a:t>-</a:t>
            </a:r>
            <a:r>
              <a:rPr lang="en-US" sz="2100" noProof="0" dirty="0" err="1"/>
              <a:t>bgp</a:t>
            </a:r>
            <a:r>
              <a:rPr lang="en-US" sz="2100" noProof="0" dirty="0"/>
              <a:t>-rib-attributes" and "</a:t>
            </a:r>
            <a:r>
              <a:rPr lang="en-US" sz="2100" noProof="0" dirty="0" err="1"/>
              <a:t>ietf</a:t>
            </a:r>
            <a:r>
              <a:rPr lang="en-US" sz="2100" noProof="0" dirty="0"/>
              <a:t>-</a:t>
            </a:r>
            <a:r>
              <a:rPr lang="en-US" sz="2100" noProof="0" dirty="0" err="1"/>
              <a:t>bgp</a:t>
            </a:r>
            <a:r>
              <a:rPr lang="en-US" sz="2100" noProof="0" dirty="0"/>
              <a:t>-rib-tables"?</a:t>
            </a:r>
          </a:p>
        </p:txBody>
      </p:sp>
      <p:sp>
        <p:nvSpPr>
          <p:cNvPr id="6" name="Slide Number Placeholder 1">
            <a:extLst>
              <a:ext uri="{FF2B5EF4-FFF2-40B4-BE49-F238E27FC236}">
                <a16:creationId xmlns:a16="http://schemas.microsoft.com/office/drawing/2014/main" id="{B9866352-2EDF-D4FC-27E7-72035010FE1B}"/>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noProof="0" smtClean="0"/>
              <a:t>16</a:t>
            </a:fld>
            <a:endParaRPr lang="en-US" sz="1400" noProof="0" dirty="0"/>
          </a:p>
        </p:txBody>
      </p:sp>
    </p:spTree>
    <p:extLst>
      <p:ext uri="{BB962C8B-B14F-4D97-AF65-F5344CB8AC3E}">
        <p14:creationId xmlns:p14="http://schemas.microsoft.com/office/powerpoint/2010/main" val="3305081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06226-36A1-9E4D-2642-1A660F217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33A87-C4E6-E524-04E5-EE9D5A15D744}"/>
              </a:ext>
            </a:extLst>
          </p:cNvPr>
          <p:cNvSpPr>
            <a:spLocks noGrp="1"/>
          </p:cNvSpPr>
          <p:nvPr>
            <p:ph type="title"/>
          </p:nvPr>
        </p:nvSpPr>
        <p:spPr/>
        <p:txBody>
          <a:bodyPr>
            <a:normAutofit/>
          </a:bodyPr>
          <a:lstStyle/>
          <a:p>
            <a:r>
              <a:rPr lang="en-US" sz="2800" b="1" dirty="0"/>
              <a:t>Questions to…</a:t>
            </a:r>
            <a:br>
              <a:rPr lang="en-US" sz="3600" dirty="0"/>
            </a:br>
            <a:r>
              <a:rPr lang="en-US" sz="2700" dirty="0">
                <a:solidFill>
                  <a:schemeClr val="bg2">
                    <a:lumMod val="75000"/>
                  </a:schemeClr>
                </a:solidFill>
              </a:rPr>
              <a:t>draft-</a:t>
            </a:r>
            <a:r>
              <a:rPr lang="en-US" sz="2700" dirty="0" err="1">
                <a:solidFill>
                  <a:schemeClr val="bg2">
                    <a:lumMod val="75000"/>
                  </a:schemeClr>
                </a:solidFill>
              </a:rPr>
              <a:t>ietf</a:t>
            </a:r>
            <a:r>
              <a:rPr lang="en-US" sz="2700" dirty="0">
                <a:solidFill>
                  <a:schemeClr val="bg2">
                    <a:lumMod val="75000"/>
                  </a:schemeClr>
                </a:solidFill>
              </a:rPr>
              <a:t>-</a:t>
            </a:r>
            <a:r>
              <a:rPr lang="en-US" sz="2700" dirty="0" err="1">
                <a:solidFill>
                  <a:schemeClr val="bg2">
                    <a:lumMod val="75000"/>
                  </a:schemeClr>
                </a:solidFill>
              </a:rPr>
              <a:t>idr</a:t>
            </a:r>
            <a:r>
              <a:rPr lang="en-US" sz="2700" dirty="0">
                <a:solidFill>
                  <a:schemeClr val="bg2">
                    <a:lumMod val="75000"/>
                  </a:schemeClr>
                </a:solidFill>
              </a:rPr>
              <a:t>-</a:t>
            </a:r>
            <a:r>
              <a:rPr lang="en-US" sz="2700" dirty="0" err="1">
                <a:solidFill>
                  <a:schemeClr val="bg2">
                    <a:lumMod val="75000"/>
                  </a:schemeClr>
                </a:solidFill>
              </a:rPr>
              <a:t>bgp</a:t>
            </a:r>
            <a:r>
              <a:rPr lang="en-US" sz="2700" dirty="0">
                <a:solidFill>
                  <a:schemeClr val="bg2">
                    <a:lumMod val="75000"/>
                  </a:schemeClr>
                </a:solidFill>
              </a:rPr>
              <a:t>-model authors and IDR</a:t>
            </a:r>
          </a:p>
        </p:txBody>
      </p:sp>
      <p:sp>
        <p:nvSpPr>
          <p:cNvPr id="3" name="Content Placeholder 2">
            <a:extLst>
              <a:ext uri="{FF2B5EF4-FFF2-40B4-BE49-F238E27FC236}">
                <a16:creationId xmlns:a16="http://schemas.microsoft.com/office/drawing/2014/main" id="{6839CD65-1808-02FF-CA18-453F3A163671}"/>
              </a:ext>
            </a:extLst>
          </p:cNvPr>
          <p:cNvSpPr>
            <a:spLocks noGrp="1"/>
          </p:cNvSpPr>
          <p:nvPr>
            <p:ph idx="1"/>
          </p:nvPr>
        </p:nvSpPr>
        <p:spPr>
          <a:xfrm>
            <a:off x="838199" y="1690688"/>
            <a:ext cx="9132278" cy="4486275"/>
          </a:xfrm>
        </p:spPr>
        <p:txBody>
          <a:bodyPr>
            <a:noAutofit/>
          </a:bodyPr>
          <a:lstStyle/>
          <a:p>
            <a:pPr>
              <a:spcBef>
                <a:spcPts val="600"/>
              </a:spcBef>
            </a:pPr>
            <a:r>
              <a:rPr lang="en-US" sz="2100" dirty="0">
                <a:hlinkClick r:id="rId2"/>
              </a:rPr>
              <a:t>Section 3.2 of draft-</a:t>
            </a:r>
            <a:r>
              <a:rPr lang="en-US" sz="2100" dirty="0" err="1">
                <a:hlinkClick r:id="rId2"/>
              </a:rPr>
              <a:t>netana</a:t>
            </a:r>
            <a:r>
              <a:rPr lang="en-US" sz="2100" dirty="0">
                <a:hlinkClick r:id="rId2"/>
              </a:rPr>
              <a:t>-</a:t>
            </a:r>
            <a:r>
              <a:rPr lang="en-US" sz="2100" dirty="0" err="1">
                <a:hlinkClick r:id="rId2"/>
              </a:rPr>
              <a:t>nmop</a:t>
            </a:r>
            <a:r>
              <a:rPr lang="en-US" sz="2100" dirty="0">
                <a:hlinkClick r:id="rId2"/>
              </a:rPr>
              <a:t>-message-broker-bmp-telemetry-msg</a:t>
            </a:r>
            <a:r>
              <a:rPr lang="en-US" sz="2100" dirty="0"/>
              <a:t> describes the relationship to </a:t>
            </a:r>
            <a:r>
              <a:rPr lang="en-US" sz="2100" dirty="0">
                <a:hlinkClick r:id="rId3"/>
              </a:rPr>
              <a:t>draft-</a:t>
            </a:r>
            <a:r>
              <a:rPr lang="en-US" sz="2100" dirty="0" err="1">
                <a:hlinkClick r:id="rId3"/>
              </a:rPr>
              <a:t>ietf</a:t>
            </a:r>
            <a:r>
              <a:rPr lang="en-US" sz="2100" dirty="0">
                <a:hlinkClick r:id="rId3"/>
              </a:rPr>
              <a:t>-</a:t>
            </a:r>
            <a:r>
              <a:rPr lang="en-US" sz="2100" dirty="0" err="1">
                <a:hlinkClick r:id="rId3"/>
              </a:rPr>
              <a:t>idr</a:t>
            </a:r>
            <a:r>
              <a:rPr lang="en-US" sz="2100" dirty="0">
                <a:hlinkClick r:id="rId3"/>
              </a:rPr>
              <a:t>-</a:t>
            </a:r>
            <a:r>
              <a:rPr lang="en-US" sz="2100" dirty="0" err="1">
                <a:hlinkClick r:id="rId3"/>
              </a:rPr>
              <a:t>bgp</a:t>
            </a:r>
            <a:r>
              <a:rPr lang="en-US" sz="2100" dirty="0">
                <a:hlinkClick r:id="rId3"/>
              </a:rPr>
              <a:t>-model</a:t>
            </a:r>
            <a:r>
              <a:rPr lang="en-US" sz="2100" dirty="0"/>
              <a:t> and proposes changes to </a:t>
            </a:r>
            <a:r>
              <a:rPr lang="de-CH" sz="2100" dirty="0"/>
              <a:t>"</a:t>
            </a:r>
            <a:r>
              <a:rPr lang="de-CH" sz="2100" dirty="0" err="1"/>
              <a:t>ietf</a:t>
            </a:r>
            <a:r>
              <a:rPr lang="de-CH" sz="2100" dirty="0"/>
              <a:t>-</a:t>
            </a:r>
            <a:r>
              <a:rPr lang="de-CH" sz="2100" dirty="0" err="1"/>
              <a:t>bgp</a:t>
            </a:r>
            <a:r>
              <a:rPr lang="de-CH" sz="2100" dirty="0"/>
              <a:t>-</a:t>
            </a:r>
            <a:r>
              <a:rPr lang="de-CH" sz="2100" dirty="0" err="1"/>
              <a:t>rib</a:t>
            </a:r>
            <a:r>
              <a:rPr lang="de-CH" sz="2100" dirty="0"/>
              <a:t>-attributes" and "</a:t>
            </a:r>
            <a:r>
              <a:rPr lang="de-CH" sz="2100" dirty="0" err="1"/>
              <a:t>ietf-bgp-rib-tables</a:t>
            </a:r>
            <a:r>
              <a:rPr lang="de-CH" sz="2100" dirty="0"/>
              <a:t>"</a:t>
            </a:r>
            <a:r>
              <a:rPr lang="en-US" sz="2100" dirty="0"/>
              <a:t> YANG modules. The draft-</a:t>
            </a:r>
            <a:r>
              <a:rPr lang="en-US" sz="2100" dirty="0" err="1"/>
              <a:t>netana</a:t>
            </a:r>
            <a:r>
              <a:rPr lang="en-US" sz="2100" dirty="0"/>
              <a:t>-</a:t>
            </a:r>
            <a:r>
              <a:rPr lang="en-US" sz="2100" dirty="0" err="1"/>
              <a:t>nmop</a:t>
            </a:r>
            <a:r>
              <a:rPr lang="en-US" sz="2100" dirty="0"/>
              <a:t>-message-broker-bmp-telemetry-msg authors ask feedback from the draft-</a:t>
            </a:r>
            <a:r>
              <a:rPr lang="en-US" sz="2100" dirty="0" err="1"/>
              <a:t>ietf</a:t>
            </a:r>
            <a:r>
              <a:rPr lang="en-US" sz="2100" dirty="0"/>
              <a:t>-</a:t>
            </a:r>
            <a:r>
              <a:rPr lang="en-US" sz="2100" dirty="0" err="1"/>
              <a:t>idr</a:t>
            </a:r>
            <a:r>
              <a:rPr lang="en-US" sz="2100" dirty="0"/>
              <a:t>-</a:t>
            </a:r>
            <a:r>
              <a:rPr lang="en-US" sz="2100" dirty="0" err="1"/>
              <a:t>bgp</a:t>
            </a:r>
            <a:r>
              <a:rPr lang="en-US" sz="2100" dirty="0"/>
              <a:t>-model authors and IDR working group on document status, intended timeline and wherever proposed changes can be incorporated or not.</a:t>
            </a:r>
          </a:p>
          <a:p>
            <a:pPr>
              <a:spcBef>
                <a:spcPts val="600"/>
              </a:spcBef>
            </a:pPr>
            <a:r>
              <a:rPr lang="en-US" sz="2100" dirty="0">
                <a:hlinkClick r:id="rId3"/>
              </a:rPr>
              <a:t>draft-</a:t>
            </a:r>
            <a:r>
              <a:rPr lang="en-US" sz="2100" dirty="0" err="1">
                <a:hlinkClick r:id="rId3"/>
              </a:rPr>
              <a:t>ietf</a:t>
            </a:r>
            <a:r>
              <a:rPr lang="en-US" sz="2100" dirty="0">
                <a:hlinkClick r:id="rId3"/>
              </a:rPr>
              <a:t>-</a:t>
            </a:r>
            <a:r>
              <a:rPr lang="en-US" sz="2100" dirty="0" err="1">
                <a:hlinkClick r:id="rId3"/>
              </a:rPr>
              <a:t>idr</a:t>
            </a:r>
            <a:r>
              <a:rPr lang="en-US" sz="2100" dirty="0">
                <a:hlinkClick r:id="rId3"/>
              </a:rPr>
              <a:t>-</a:t>
            </a:r>
            <a:r>
              <a:rPr lang="en-US" sz="2100" dirty="0" err="1">
                <a:hlinkClick r:id="rId3"/>
              </a:rPr>
              <a:t>bgp</a:t>
            </a:r>
            <a:r>
              <a:rPr lang="en-US" sz="2100" dirty="0">
                <a:hlinkClick r:id="rId3"/>
              </a:rPr>
              <a:t>-model </a:t>
            </a:r>
            <a:r>
              <a:rPr lang="en-US" sz="2100" dirty="0"/>
              <a:t>states that the model supports ipv4-unicast and ipv6-unicast address-families and defers the remaining AFI/SAFI to other or future drafts. </a:t>
            </a:r>
            <a:r>
              <a:rPr lang="en-US" sz="2100" dirty="0">
                <a:hlinkClick r:id="rId2"/>
              </a:rPr>
              <a:t>draft-</a:t>
            </a:r>
            <a:r>
              <a:rPr lang="en-US" sz="2100" dirty="0" err="1">
                <a:hlinkClick r:id="rId2"/>
              </a:rPr>
              <a:t>netana</a:t>
            </a:r>
            <a:r>
              <a:rPr lang="en-US" sz="2100" dirty="0">
                <a:hlinkClick r:id="rId2"/>
              </a:rPr>
              <a:t>-</a:t>
            </a:r>
            <a:r>
              <a:rPr lang="en-US" sz="2100" dirty="0" err="1">
                <a:hlinkClick r:id="rId2"/>
              </a:rPr>
              <a:t>nmop</a:t>
            </a:r>
            <a:r>
              <a:rPr lang="en-US" sz="2100" dirty="0">
                <a:hlinkClick r:id="rId2"/>
              </a:rPr>
              <a:t>-message-broker-bmp-telemetry-msg</a:t>
            </a:r>
            <a:r>
              <a:rPr lang="en-US" sz="2100" dirty="0"/>
              <a:t> authors intend to cover </a:t>
            </a:r>
            <a:r>
              <a:rPr lang="de-CH" sz="2100" dirty="0"/>
              <a:t>l3vpn-ipv4-unicast, l3vpn-ipv6-unicast, l2vpn-evpn and ipv4-labeled-unicast </a:t>
            </a:r>
            <a:r>
              <a:rPr lang="de-CH" sz="2100" dirty="0" err="1"/>
              <a:t>for</a:t>
            </a:r>
            <a:r>
              <a:rPr lang="de-CH" sz="2100" dirty="0"/>
              <a:t> </a:t>
            </a:r>
            <a:r>
              <a:rPr lang="de-CH" sz="2100" dirty="0" err="1"/>
              <a:t>covering</a:t>
            </a:r>
            <a:r>
              <a:rPr lang="de-CH" sz="2100" dirty="0"/>
              <a:t> operational BGP RIB. The </a:t>
            </a:r>
            <a:r>
              <a:rPr lang="de-CH" sz="2100" dirty="0" err="1"/>
              <a:t>current</a:t>
            </a:r>
            <a:r>
              <a:rPr lang="de-CH" sz="2100" dirty="0"/>
              <a:t> </a:t>
            </a:r>
            <a:r>
              <a:rPr lang="de-CH" sz="2100" dirty="0" err="1"/>
              <a:t>understanding</a:t>
            </a:r>
            <a:r>
              <a:rPr lang="de-CH" sz="2100" dirty="0"/>
              <a:t> </a:t>
            </a:r>
            <a:r>
              <a:rPr lang="de-CH" sz="2100" dirty="0" err="1"/>
              <a:t>is</a:t>
            </a:r>
            <a:r>
              <a:rPr lang="de-CH" sz="2100" dirty="0"/>
              <a:t> </a:t>
            </a:r>
            <a:r>
              <a:rPr lang="de-CH" sz="2100" dirty="0" err="1"/>
              <a:t>that</a:t>
            </a:r>
            <a:r>
              <a:rPr lang="de-CH" sz="2100" dirty="0"/>
              <a:t> </a:t>
            </a:r>
            <a:r>
              <a:rPr lang="de-CH" sz="2100" dirty="0" err="1"/>
              <a:t>this</a:t>
            </a:r>
            <a:r>
              <a:rPr lang="de-CH" sz="2100" dirty="0"/>
              <a:t> </a:t>
            </a:r>
            <a:r>
              <a:rPr lang="de-CH" sz="2100" dirty="0" err="1"/>
              <a:t>has</a:t>
            </a:r>
            <a:r>
              <a:rPr lang="de-CH" sz="2100" dirty="0"/>
              <a:t> not </a:t>
            </a:r>
            <a:r>
              <a:rPr lang="de-CH" sz="2100" dirty="0" err="1"/>
              <a:t>been</a:t>
            </a:r>
            <a:r>
              <a:rPr lang="de-CH" sz="2100" dirty="0"/>
              <a:t> </a:t>
            </a:r>
            <a:r>
              <a:rPr lang="de-CH" sz="2100" dirty="0" err="1"/>
              <a:t>addressed</a:t>
            </a:r>
            <a:r>
              <a:rPr lang="de-CH" sz="2100" dirty="0"/>
              <a:t> at </a:t>
            </a:r>
            <a:r>
              <a:rPr lang="de-CH" sz="2100" dirty="0" err="1"/>
              <a:t>the</a:t>
            </a:r>
            <a:r>
              <a:rPr lang="de-CH" sz="2100" dirty="0"/>
              <a:t> IETF </a:t>
            </a:r>
            <a:r>
              <a:rPr lang="de-CH" sz="2100" dirty="0" err="1"/>
              <a:t>yet</a:t>
            </a:r>
            <a:r>
              <a:rPr lang="de-CH" sz="2100" dirty="0"/>
              <a:t> </a:t>
            </a:r>
            <a:r>
              <a:rPr lang="de-CH" sz="2100" dirty="0" err="1"/>
              <a:t>correct</a:t>
            </a:r>
            <a:r>
              <a:rPr lang="de-CH" sz="2100" dirty="0"/>
              <a:t>?</a:t>
            </a:r>
          </a:p>
        </p:txBody>
      </p:sp>
      <p:sp>
        <p:nvSpPr>
          <p:cNvPr id="6" name="Slide Number Placeholder 1">
            <a:extLst>
              <a:ext uri="{FF2B5EF4-FFF2-40B4-BE49-F238E27FC236}">
                <a16:creationId xmlns:a16="http://schemas.microsoft.com/office/drawing/2014/main" id="{933DA0EB-16A4-7705-4327-9ED773F1E2A4}"/>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17</a:t>
            </a:fld>
            <a:endParaRPr lang="en-US" sz="1400" dirty="0"/>
          </a:p>
        </p:txBody>
      </p:sp>
    </p:spTree>
    <p:extLst>
      <p:ext uri="{BB962C8B-B14F-4D97-AF65-F5344CB8AC3E}">
        <p14:creationId xmlns:p14="http://schemas.microsoft.com/office/powerpoint/2010/main" val="3526121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BD2C3-1617-C66C-FED5-A4C8EFBEFF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10DAF-D462-6EB1-0CF1-478F85BDA7CE}"/>
              </a:ext>
            </a:extLst>
          </p:cNvPr>
          <p:cNvSpPr>
            <a:spLocks noGrp="1"/>
          </p:cNvSpPr>
          <p:nvPr>
            <p:ph type="title"/>
          </p:nvPr>
        </p:nvSpPr>
        <p:spPr/>
        <p:txBody>
          <a:bodyPr>
            <a:normAutofit/>
          </a:bodyPr>
          <a:lstStyle/>
          <a:p>
            <a:r>
              <a:rPr lang="en-US" sz="2800" b="1" dirty="0"/>
              <a:t>Next Steps</a:t>
            </a:r>
            <a:br>
              <a:rPr lang="en-US" sz="3600" dirty="0"/>
            </a:br>
            <a:r>
              <a:rPr lang="en-US" sz="2700" dirty="0">
                <a:solidFill>
                  <a:schemeClr val="bg2">
                    <a:lumMod val="75000"/>
                  </a:schemeClr>
                </a:solidFill>
              </a:rPr>
              <a:t>Extend model, working group adoption and code contribution</a:t>
            </a:r>
          </a:p>
        </p:txBody>
      </p:sp>
      <p:sp>
        <p:nvSpPr>
          <p:cNvPr id="3" name="Content Placeholder 2">
            <a:extLst>
              <a:ext uri="{FF2B5EF4-FFF2-40B4-BE49-F238E27FC236}">
                <a16:creationId xmlns:a16="http://schemas.microsoft.com/office/drawing/2014/main" id="{3F4CBE7F-1450-A754-E524-9EE662BEDE60}"/>
              </a:ext>
            </a:extLst>
          </p:cNvPr>
          <p:cNvSpPr>
            <a:spLocks noGrp="1"/>
          </p:cNvSpPr>
          <p:nvPr>
            <p:ph idx="1"/>
          </p:nvPr>
        </p:nvSpPr>
        <p:spPr>
          <a:xfrm>
            <a:off x="838199" y="1690688"/>
            <a:ext cx="10749694" cy="4486275"/>
          </a:xfrm>
        </p:spPr>
        <p:txBody>
          <a:bodyPr>
            <a:noAutofit/>
          </a:bodyPr>
          <a:lstStyle/>
          <a:p>
            <a:pPr>
              <a:spcBef>
                <a:spcPts val="600"/>
              </a:spcBef>
            </a:pPr>
            <a:r>
              <a:rPr lang="en-US" sz="2100" dirty="0"/>
              <a:t>Extend document to cover:</a:t>
            </a:r>
          </a:p>
          <a:p>
            <a:pPr lvl="1">
              <a:spcBef>
                <a:spcPts val="1800"/>
              </a:spcBef>
            </a:pPr>
            <a:r>
              <a:rPr lang="en-US" sz="2100" dirty="0"/>
              <a:t>BGP Open Message from </a:t>
            </a:r>
            <a:r>
              <a:rPr lang="en-US" sz="2100" dirty="0">
                <a:hlinkClick r:id="rId2"/>
              </a:rPr>
              <a:t>Section 4.2 of RFC 4271 </a:t>
            </a:r>
            <a:r>
              <a:rPr lang="en-US" sz="2100" dirty="0"/>
              <a:t>and its BGP Capabilities from </a:t>
            </a:r>
            <a:r>
              <a:rPr lang="en-US" sz="2100" dirty="0">
                <a:hlinkClick r:id="rId3"/>
              </a:rPr>
              <a:t>RFC 5492 </a:t>
            </a:r>
            <a:r>
              <a:rPr lang="en-US" sz="2100" dirty="0"/>
              <a:t>in BMP peer-up message type by leveraging ietf-bgp-capabilities@2024-10-21.yang from </a:t>
            </a:r>
            <a:r>
              <a:rPr lang="en-US" sz="2100" dirty="0">
                <a:hlinkClick r:id="rId4"/>
              </a:rPr>
              <a:t>draft-</a:t>
            </a:r>
            <a:r>
              <a:rPr lang="en-US" sz="2100" dirty="0" err="1">
                <a:hlinkClick r:id="rId4"/>
              </a:rPr>
              <a:t>ietf</a:t>
            </a:r>
            <a:r>
              <a:rPr lang="en-US" sz="2100" dirty="0">
                <a:hlinkClick r:id="rId4"/>
              </a:rPr>
              <a:t>-</a:t>
            </a:r>
            <a:r>
              <a:rPr lang="en-US" sz="2100" dirty="0" err="1">
                <a:hlinkClick r:id="rId4"/>
              </a:rPr>
              <a:t>idr</a:t>
            </a:r>
            <a:r>
              <a:rPr lang="en-US" sz="2100" dirty="0">
                <a:hlinkClick r:id="rId4"/>
              </a:rPr>
              <a:t>-</a:t>
            </a:r>
            <a:r>
              <a:rPr lang="en-US" sz="2100" dirty="0" err="1">
                <a:hlinkClick r:id="rId4"/>
              </a:rPr>
              <a:t>bgp</a:t>
            </a:r>
            <a:r>
              <a:rPr lang="en-US" sz="2100" dirty="0">
                <a:hlinkClick r:id="rId4"/>
              </a:rPr>
              <a:t>-model</a:t>
            </a:r>
            <a:r>
              <a:rPr lang="en-US" sz="2100" dirty="0"/>
              <a:t>.</a:t>
            </a:r>
          </a:p>
          <a:p>
            <a:pPr lvl="1">
              <a:spcBef>
                <a:spcPts val="600"/>
              </a:spcBef>
            </a:pPr>
            <a:r>
              <a:rPr lang="en-US" sz="2100" dirty="0"/>
              <a:t>BMP Information TLV from </a:t>
            </a:r>
            <a:r>
              <a:rPr lang="en-US" sz="2100" dirty="0">
                <a:hlinkClick r:id="rId5"/>
              </a:rPr>
              <a:t>Section 4.4 of RFC 7854 </a:t>
            </a:r>
            <a:r>
              <a:rPr lang="en-US" sz="2100" dirty="0"/>
              <a:t>in BMP peer-up message type.</a:t>
            </a:r>
          </a:p>
          <a:p>
            <a:pPr lvl="1">
              <a:spcBef>
                <a:spcPts val="600"/>
              </a:spcBef>
            </a:pPr>
            <a:r>
              <a:rPr lang="en-US" sz="2100" dirty="0"/>
              <a:t>BMP Group TLV, Stateless TLV and VRF TLV from </a:t>
            </a:r>
            <a:r>
              <a:rPr lang="en-US" sz="2100" dirty="0">
                <a:hlinkClick r:id="rId6"/>
              </a:rPr>
              <a:t>draft-ietf-grow-bmp-tlv</a:t>
            </a:r>
            <a:r>
              <a:rPr lang="en-US" sz="2100" dirty="0"/>
              <a:t> and BGP Best Path metadata from </a:t>
            </a:r>
            <a:r>
              <a:rPr lang="en-US" sz="2100" dirty="0">
                <a:hlinkClick r:id="rId7"/>
              </a:rPr>
              <a:t>draft-</a:t>
            </a:r>
            <a:r>
              <a:rPr lang="en-US" sz="2100" dirty="0" err="1">
                <a:hlinkClick r:id="rId7"/>
              </a:rPr>
              <a:t>ietf</a:t>
            </a:r>
            <a:r>
              <a:rPr lang="en-US" sz="2100" dirty="0">
                <a:hlinkClick r:id="rId7"/>
              </a:rPr>
              <a:t>-grow-bmp-path-marking-</a:t>
            </a:r>
            <a:r>
              <a:rPr lang="en-US" sz="2100" dirty="0" err="1">
                <a:hlinkClick r:id="rId7"/>
              </a:rPr>
              <a:t>tlv</a:t>
            </a:r>
            <a:endParaRPr lang="en-US" sz="2100" dirty="0"/>
          </a:p>
          <a:p>
            <a:pPr lvl="1">
              <a:spcBef>
                <a:spcPts val="600"/>
              </a:spcBef>
            </a:pPr>
            <a:r>
              <a:rPr lang="en-US" sz="2100" dirty="0"/>
              <a:t>VRF Name and ID for peer-up and route-monitoring message types from </a:t>
            </a:r>
            <a:r>
              <a:rPr lang="en-US" sz="2100" dirty="0">
                <a:hlinkClick r:id="rId8"/>
              </a:rPr>
              <a:t>Section 5.2.1 of RFC 9069</a:t>
            </a:r>
            <a:endParaRPr lang="en-US" sz="2100" dirty="0"/>
          </a:p>
          <a:p>
            <a:pPr lvl="1">
              <a:spcBef>
                <a:spcPts val="600"/>
              </a:spcBef>
            </a:pPr>
            <a:r>
              <a:rPr lang="en-US" sz="2100" dirty="0"/>
              <a:t>Additional BGP address families</a:t>
            </a:r>
          </a:p>
          <a:p>
            <a:pPr>
              <a:spcBef>
                <a:spcPts val="1800"/>
              </a:spcBef>
            </a:pPr>
            <a:r>
              <a:rPr lang="en-US" sz="2100" dirty="0"/>
              <a:t>Request NMOP, GROW and IDR working group feedback and adoption at NMOP or GROW.</a:t>
            </a:r>
          </a:p>
          <a:p>
            <a:pPr>
              <a:spcBef>
                <a:spcPts val="600"/>
              </a:spcBef>
            </a:pPr>
            <a:r>
              <a:rPr lang="en-US" sz="2100" dirty="0"/>
              <a:t>Contribute to </a:t>
            </a:r>
            <a:r>
              <a:rPr lang="en-US" sz="2100" dirty="0" err="1">
                <a:hlinkClick r:id="rId9"/>
              </a:rPr>
              <a:t>NetGauze</a:t>
            </a:r>
            <a:r>
              <a:rPr lang="en-US" sz="2100" dirty="0"/>
              <a:t> BMP data collection and YANG Message Broker Producer.</a:t>
            </a:r>
          </a:p>
        </p:txBody>
      </p:sp>
      <p:sp>
        <p:nvSpPr>
          <p:cNvPr id="6" name="Slide Number Placeholder 1">
            <a:extLst>
              <a:ext uri="{FF2B5EF4-FFF2-40B4-BE49-F238E27FC236}">
                <a16:creationId xmlns:a16="http://schemas.microsoft.com/office/drawing/2014/main" id="{0CBED57A-F23C-CED6-969C-010C98EA86D8}"/>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18</a:t>
            </a:fld>
            <a:endParaRPr lang="en-US" sz="1400" dirty="0"/>
          </a:p>
        </p:txBody>
      </p:sp>
    </p:spTree>
    <p:extLst>
      <p:ext uri="{BB962C8B-B14F-4D97-AF65-F5344CB8AC3E}">
        <p14:creationId xmlns:p14="http://schemas.microsoft.com/office/powerpoint/2010/main" val="2961389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76F2D-4A59-3EAC-54AD-8473DAE26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E132A-D116-CDE2-7382-6119AE1C937E}"/>
              </a:ext>
            </a:extLst>
          </p:cNvPr>
          <p:cNvSpPr>
            <a:spLocks noGrp="1"/>
          </p:cNvSpPr>
          <p:nvPr>
            <p:ph type="title"/>
          </p:nvPr>
        </p:nvSpPr>
        <p:spPr/>
        <p:txBody>
          <a:bodyPr>
            <a:normAutofit/>
          </a:bodyPr>
          <a:lstStyle/>
          <a:p>
            <a:r>
              <a:rPr lang="en-US" sz="2800" b="1" dirty="0"/>
              <a:t>Conclusion</a:t>
            </a:r>
            <a:br>
              <a:rPr lang="en-US" sz="3600" dirty="0"/>
            </a:br>
            <a:r>
              <a:rPr lang="en-US" sz="2700" dirty="0">
                <a:solidFill>
                  <a:schemeClr val="bg2">
                    <a:lumMod val="75000"/>
                  </a:schemeClr>
                </a:solidFill>
              </a:rPr>
              <a:t>What we learned at IETF 124 and now at IETF 125</a:t>
            </a:r>
          </a:p>
        </p:txBody>
      </p:sp>
      <p:sp>
        <p:nvSpPr>
          <p:cNvPr id="3" name="Content Placeholder 2">
            <a:extLst>
              <a:ext uri="{FF2B5EF4-FFF2-40B4-BE49-F238E27FC236}">
                <a16:creationId xmlns:a16="http://schemas.microsoft.com/office/drawing/2014/main" id="{C1F459B2-AF0B-A44B-E182-6B111FE67A0A}"/>
              </a:ext>
            </a:extLst>
          </p:cNvPr>
          <p:cNvSpPr>
            <a:spLocks noGrp="1"/>
          </p:cNvSpPr>
          <p:nvPr>
            <p:ph idx="1"/>
          </p:nvPr>
        </p:nvSpPr>
        <p:spPr>
          <a:xfrm>
            <a:off x="838200" y="2198077"/>
            <a:ext cx="9308124" cy="3978886"/>
          </a:xfrm>
        </p:spPr>
        <p:txBody>
          <a:bodyPr>
            <a:noAutofit/>
          </a:bodyPr>
          <a:lstStyle/>
          <a:p>
            <a:pPr>
              <a:spcBef>
                <a:spcPts val="600"/>
              </a:spcBef>
            </a:pPr>
            <a:r>
              <a:rPr lang="en-US" sz="2050" dirty="0"/>
              <a:t>At IETF 124 we introduced NMOP to the differences between topics, partitions, subjects, segments, messages and message keys and how the apply to topic naming and compaction and how YANG-Push capabilities and YANG catalogs facilitate YANG metrics subscription in the network and data mesh.</a:t>
            </a:r>
          </a:p>
          <a:p>
            <a:pPr>
              <a:spcBef>
                <a:spcPts val="1800"/>
              </a:spcBef>
            </a:pPr>
            <a:r>
              <a:rPr lang="en-US" sz="2050" dirty="0"/>
              <a:t>At this IETF 125 we introduced NMOP and GROW to the YANG models for subscribing and transforming BMP data and their relationship. How topics are named and indexed based on BMP message types. There are action items on modelling BGP and BMP data in YANG.</a:t>
            </a:r>
          </a:p>
        </p:txBody>
      </p:sp>
      <p:sp>
        <p:nvSpPr>
          <p:cNvPr id="6" name="Slide Number Placeholder 1">
            <a:extLst>
              <a:ext uri="{FF2B5EF4-FFF2-40B4-BE49-F238E27FC236}">
                <a16:creationId xmlns:a16="http://schemas.microsoft.com/office/drawing/2014/main" id="{26AA2D5F-D741-6D6F-EF24-BE22738048DF}"/>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19</a:t>
            </a:fld>
            <a:endParaRPr lang="en-US" sz="1400" dirty="0"/>
          </a:p>
        </p:txBody>
      </p:sp>
    </p:spTree>
    <p:extLst>
      <p:ext uri="{BB962C8B-B14F-4D97-AF65-F5344CB8AC3E}">
        <p14:creationId xmlns:p14="http://schemas.microsoft.com/office/powerpoint/2010/main" val="3686017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 name="Picture 109" descr="A cake with a message on it&#10;&#10;Description automatically generated with medium confidence">
            <a:extLst>
              <a:ext uri="{FF2B5EF4-FFF2-40B4-BE49-F238E27FC236}">
                <a16:creationId xmlns:a16="http://schemas.microsoft.com/office/drawing/2014/main" id="{BE29D9A2-AA39-4B1B-B366-9C43E70E331D}"/>
              </a:ext>
            </a:extLst>
          </p:cNvPr>
          <p:cNvPicPr>
            <a:picLocks noChangeAspect="1"/>
          </p:cNvPicPr>
          <p:nvPr/>
        </p:nvPicPr>
        <p:blipFill rotWithShape="1">
          <a:blip r:embed="rId3">
            <a:extLst>
              <a:ext uri="{28A0092B-C50C-407E-A947-70E740481C1C}">
                <a14:useLocalDpi xmlns:a14="http://schemas.microsoft.com/office/drawing/2010/main" val="0"/>
              </a:ext>
            </a:extLst>
          </a:blip>
          <a:srcRect t="802" b="24198"/>
          <a:stretch/>
        </p:blipFill>
        <p:spPr>
          <a:xfrm>
            <a:off x="20" y="10"/>
            <a:ext cx="12191980" cy="6857990"/>
          </a:xfrm>
          <a:prstGeom prst="rect">
            <a:avLst/>
          </a:prstGeom>
          <a:noFill/>
        </p:spPr>
      </p:pic>
      <p:sp>
        <p:nvSpPr>
          <p:cNvPr id="3" name="Slide Number Placeholder 2" hidden="1">
            <a:extLst>
              <a:ext uri="{FF2B5EF4-FFF2-40B4-BE49-F238E27FC236}">
                <a16:creationId xmlns:a16="http://schemas.microsoft.com/office/drawing/2014/main" id="{9690665C-8566-4537-9D7A-7F19909CBCF1}"/>
              </a:ext>
            </a:extLst>
          </p:cNvPr>
          <p:cNvSpPr>
            <a:spLocks noGrp="1"/>
          </p:cNvSpPr>
          <p:nvPr>
            <p:ph type="sldNum" sz="quarter" idx="4294967295"/>
          </p:nvPr>
        </p:nvSpPr>
        <p:spPr bwMode="gray">
          <a:xfrm flipH="1">
            <a:off x="191344" y="6093336"/>
            <a:ext cx="432048" cy="360000"/>
          </a:xfrm>
        </p:spPr>
        <p:txBody>
          <a:bodyPr/>
          <a:lstStyle/>
          <a:p>
            <a:pPr>
              <a:spcAft>
                <a:spcPts val="600"/>
              </a:spcAft>
            </a:pPr>
            <a:fld id="{8FF9B0DE-3FEB-4AA0-B465-B80EF7C1333D}" type="slidenum">
              <a:rPr lang="de-CH" smtClean="0"/>
              <a:pPr>
                <a:spcAft>
                  <a:spcPts val="600"/>
                </a:spcAft>
              </a:pPr>
              <a:t>20</a:t>
            </a:fld>
            <a:endParaRPr lang="de-CH"/>
          </a:p>
        </p:txBody>
      </p:sp>
      <p:sp>
        <p:nvSpPr>
          <p:cNvPr id="2" name="TextBox 1">
            <a:extLst>
              <a:ext uri="{FF2B5EF4-FFF2-40B4-BE49-F238E27FC236}">
                <a16:creationId xmlns:a16="http://schemas.microsoft.com/office/drawing/2014/main" id="{EEA3D53E-0417-612A-953E-97583F6E2AE3}"/>
              </a:ext>
            </a:extLst>
          </p:cNvPr>
          <p:cNvSpPr txBox="1"/>
          <p:nvPr/>
        </p:nvSpPr>
        <p:spPr>
          <a:xfrm>
            <a:off x="7315200" y="88489"/>
            <a:ext cx="4680156" cy="1261884"/>
          </a:xfrm>
          <a:prstGeom prst="rect">
            <a:avLst/>
          </a:prstGeom>
          <a:noFill/>
        </p:spPr>
        <p:txBody>
          <a:bodyPr wrap="square" rtlCol="0">
            <a:spAutoFit/>
          </a:bodyPr>
          <a:lstStyle/>
          <a:p>
            <a:pPr algn="r"/>
            <a:r>
              <a:rPr lang="de-CH" sz="3800" dirty="0">
                <a:solidFill>
                  <a:srgbClr val="FF0000"/>
                </a:solidFill>
                <a:latin typeface="Comic Sans MS" panose="030F0702030302020204" pitchFamily="66" charset="0"/>
              </a:rPr>
              <a:t>…and BMP and </a:t>
            </a:r>
            <a:r>
              <a:rPr lang="de-CH" sz="3800" dirty="0" err="1">
                <a:solidFill>
                  <a:srgbClr val="FF0000"/>
                </a:solidFill>
                <a:latin typeface="Comic Sans MS" panose="030F0702030302020204" pitchFamily="66" charset="0"/>
              </a:rPr>
              <a:t>soon</a:t>
            </a:r>
            <a:r>
              <a:rPr lang="de-CH" sz="3800" dirty="0">
                <a:solidFill>
                  <a:srgbClr val="FF0000"/>
                </a:solidFill>
                <a:latin typeface="Comic Sans MS" panose="030F0702030302020204" pitchFamily="66" charset="0"/>
              </a:rPr>
              <a:t> also IPFIX </a:t>
            </a:r>
            <a:r>
              <a:rPr lang="de-CH" sz="3800" dirty="0" err="1">
                <a:solidFill>
                  <a:srgbClr val="FF0000"/>
                </a:solidFill>
                <a:latin typeface="Comic Sans MS" panose="030F0702030302020204" pitchFamily="66" charset="0"/>
              </a:rPr>
              <a:t>as</a:t>
            </a:r>
            <a:r>
              <a:rPr lang="de-CH" sz="3800" dirty="0">
                <a:solidFill>
                  <a:srgbClr val="FF0000"/>
                </a:solidFill>
                <a:latin typeface="Comic Sans MS" panose="030F0702030302020204" pitchFamily="66" charset="0"/>
              </a:rPr>
              <a:t> </a:t>
            </a:r>
            <a:r>
              <a:rPr lang="de-CH" sz="3800" dirty="0" err="1">
                <a:solidFill>
                  <a:srgbClr val="FF0000"/>
                </a:solidFill>
                <a:latin typeface="Comic Sans MS" panose="030F0702030302020204" pitchFamily="66" charset="0"/>
              </a:rPr>
              <a:t>well</a:t>
            </a:r>
            <a:endParaRPr lang="de-CH" sz="3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670772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024DC3B6-499C-4E15-9336-2F15A0DFB843}"/>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21</a:t>
            </a:fld>
            <a:endParaRPr lang="de-CH" sz="1400" dirty="0"/>
          </a:p>
        </p:txBody>
      </p:sp>
      <p:sp>
        <p:nvSpPr>
          <p:cNvPr id="5" name="Inhaltsplatzhalter 2">
            <a:extLst>
              <a:ext uri="{FF2B5EF4-FFF2-40B4-BE49-F238E27FC236}">
                <a16:creationId xmlns:a16="http://schemas.microsoft.com/office/drawing/2014/main" id="{0194B37B-813A-99FE-7B78-4D87D8C30D44}"/>
              </a:ext>
            </a:extLst>
          </p:cNvPr>
          <p:cNvSpPr txBox="1">
            <a:spLocks/>
          </p:cNvSpPr>
          <p:nvPr/>
        </p:nvSpPr>
        <p:spPr bwMode="black">
          <a:xfrm>
            <a:off x="8939463" y="365126"/>
            <a:ext cx="2959769" cy="5818184"/>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dirty="0"/>
              <a:t>From discovering YANG-Push subscription capabilities defined in </a:t>
            </a:r>
            <a:r>
              <a:rPr lang="en-US" sz="1600" dirty="0">
                <a:hlinkClick r:id="rId2"/>
              </a:rPr>
              <a:t>RFC 9196</a:t>
            </a:r>
            <a:r>
              <a:rPr lang="en-US" sz="1600" dirty="0"/>
              <a:t>, subscribing interesting metrics periodical (</a:t>
            </a:r>
            <a:r>
              <a:rPr lang="en-US" sz="1600" b="1" dirty="0">
                <a:solidFill>
                  <a:srgbClr val="FF0000"/>
                </a:solidFill>
              </a:rPr>
              <a:t>statistics</a:t>
            </a:r>
            <a:r>
              <a:rPr lang="en-US" sz="1600" dirty="0"/>
              <a:t>), on-change (</a:t>
            </a:r>
            <a:r>
              <a:rPr lang="en-US" sz="1600" b="1" dirty="0">
                <a:solidFill>
                  <a:srgbClr val="FF0000"/>
                </a:solidFill>
              </a:rPr>
              <a:t>state changes</a:t>
            </a:r>
            <a:r>
              <a:rPr lang="en-US" sz="1600" dirty="0"/>
              <a:t>) or on-change with sync-on-start (</a:t>
            </a:r>
            <a:r>
              <a:rPr lang="en-US" sz="1600" b="1" dirty="0">
                <a:solidFill>
                  <a:srgbClr val="FF0000"/>
                </a:solidFill>
              </a:rPr>
              <a:t>states</a:t>
            </a:r>
            <a:r>
              <a:rPr lang="en-US" sz="1600" dirty="0"/>
              <a:t>) defined in </a:t>
            </a:r>
            <a:r>
              <a:rPr lang="en-US" sz="1600" dirty="0">
                <a:hlinkClick r:id="rId3"/>
              </a:rPr>
              <a:t>RFC 8641</a:t>
            </a:r>
            <a:r>
              <a:rPr lang="en-US" sz="1600" dirty="0"/>
              <a:t>.</a:t>
            </a:r>
          </a:p>
          <a:p>
            <a:pPr>
              <a:spcAft>
                <a:spcPts val="0"/>
              </a:spcAft>
            </a:pPr>
            <a:r>
              <a:rPr lang="en-US" sz="1600" b="1" dirty="0">
                <a:solidFill>
                  <a:srgbClr val="FF0000"/>
                </a:solidFill>
              </a:rPr>
              <a:t>Each subscription refers to network node, datastore (</a:t>
            </a:r>
            <a:r>
              <a:rPr lang="en-US" sz="1600" dirty="0">
                <a:solidFill>
                  <a:srgbClr val="FF0000"/>
                </a:solidFill>
                <a:hlinkClick r:id="rId4"/>
              </a:rPr>
              <a:t>RFC 8342</a:t>
            </a:r>
            <a:r>
              <a:rPr lang="en-US" sz="1600" b="1" dirty="0">
                <a:solidFill>
                  <a:srgbClr val="FF0000"/>
                </a:solidFill>
              </a:rPr>
              <a:t>) and a schema tree.</a:t>
            </a:r>
          </a:p>
          <a:p>
            <a:pPr>
              <a:spcAft>
                <a:spcPts val="0"/>
              </a:spcAft>
            </a:pPr>
            <a:r>
              <a:rPr lang="en-US" sz="1600" dirty="0"/>
              <a:t>In this </a:t>
            </a:r>
            <a:r>
              <a:rPr lang="en-US" sz="1600" dirty="0">
                <a:hlinkClick r:id="rId5"/>
              </a:rPr>
              <a:t>RFC 8343 </a:t>
            </a:r>
            <a:r>
              <a:rPr lang="en-US" sz="1600" dirty="0"/>
              <a:t>example </a:t>
            </a:r>
            <a:r>
              <a:rPr lang="en-US" sz="1600" dirty="0" err="1"/>
              <a:t>ietf</a:t>
            </a:r>
            <a:r>
              <a:rPr lang="en-US" sz="1600" dirty="0"/>
              <a:t>-interface statistics are subscribed periodically and </a:t>
            </a:r>
            <a:r>
              <a:rPr lang="en-US" sz="1600" dirty="0" err="1"/>
              <a:t>ietf</a:t>
            </a:r>
            <a:r>
              <a:rPr lang="en-US" sz="1600" dirty="0"/>
              <a:t>-interface states on-change sync-on-start. </a:t>
            </a:r>
            <a:r>
              <a:rPr lang="en-US" sz="1600" b="1" dirty="0">
                <a:solidFill>
                  <a:srgbClr val="FF0000"/>
                </a:solidFill>
              </a:rPr>
              <a:t>YANG-Push subscription ID's are per network node significant.</a:t>
            </a:r>
          </a:p>
          <a:p>
            <a:pPr>
              <a:spcAft>
                <a:spcPts val="0"/>
              </a:spcAft>
            </a:pPr>
            <a:r>
              <a:rPr lang="en-US" sz="1600" dirty="0"/>
              <a:t>Data Collection obtains for each subscription the YANG schema tree by leveraging &lt;get-schema&gt;  (</a:t>
            </a:r>
            <a:r>
              <a:rPr lang="en-US" sz="1600" dirty="0">
                <a:hlinkClick r:id="rId6"/>
              </a:rPr>
              <a:t>RFC 6022</a:t>
            </a:r>
            <a:r>
              <a:rPr lang="en-US" sz="1600" dirty="0"/>
              <a:t>), YANG Library (</a:t>
            </a:r>
            <a:r>
              <a:rPr lang="en-US" sz="1600" dirty="0">
                <a:hlinkClick r:id="rId7"/>
              </a:rPr>
              <a:t>RFC 8525</a:t>
            </a:r>
            <a:r>
              <a:rPr lang="en-US" sz="1600" dirty="0"/>
              <a:t>) and </a:t>
            </a:r>
            <a:r>
              <a:rPr lang="en-US" sz="1600" dirty="0">
                <a:hlinkClick r:id="rId8"/>
              </a:rPr>
              <a:t>draft-</a:t>
            </a:r>
            <a:r>
              <a:rPr lang="en-US" sz="1600" dirty="0" err="1">
                <a:hlinkClick r:id="rId8"/>
              </a:rPr>
              <a:t>ietf</a:t>
            </a:r>
            <a:r>
              <a:rPr lang="en-US" sz="1600" dirty="0">
                <a:hlinkClick r:id="rId8"/>
              </a:rPr>
              <a:t>-netconf-yang-library-</a:t>
            </a:r>
            <a:r>
              <a:rPr lang="en-US" sz="1600" dirty="0" err="1">
                <a:hlinkClick r:id="rId8"/>
              </a:rPr>
              <a:t>augmentedby</a:t>
            </a:r>
            <a:r>
              <a:rPr lang="en-US" sz="1600" dirty="0"/>
              <a:t>.</a:t>
            </a:r>
          </a:p>
        </p:txBody>
      </p:sp>
      <p:sp>
        <p:nvSpPr>
          <p:cNvPr id="19" name="Title 1">
            <a:extLst>
              <a:ext uri="{FF2B5EF4-FFF2-40B4-BE49-F238E27FC236}">
                <a16:creationId xmlns:a16="http://schemas.microsoft.com/office/drawing/2014/main" id="{56D79134-17A9-8BC8-B7D0-97BCFFB9A6B2}"/>
              </a:ext>
            </a:extLst>
          </p:cNvPr>
          <p:cNvSpPr>
            <a:spLocks noGrp="1"/>
          </p:cNvSpPr>
          <p:nvPr>
            <p:ph type="title"/>
          </p:nvPr>
        </p:nvSpPr>
        <p:spPr>
          <a:xfrm>
            <a:off x="838200" y="365125"/>
            <a:ext cx="8314568" cy="1325563"/>
          </a:xfrm>
        </p:spPr>
        <p:txBody>
          <a:bodyPr>
            <a:normAutofit/>
          </a:bodyPr>
          <a:lstStyle/>
          <a:p>
            <a:r>
              <a:rPr lang="en-US" sz="2800" b="1" dirty="0"/>
              <a:t>YANG-Push</a:t>
            </a:r>
            <a:br>
              <a:rPr lang="en-US" sz="3600" dirty="0"/>
            </a:br>
            <a:r>
              <a:rPr lang="en-US" sz="2700" dirty="0">
                <a:solidFill>
                  <a:schemeClr val="bg2">
                    <a:lumMod val="75000"/>
                  </a:schemeClr>
                </a:solidFill>
              </a:rPr>
              <a:t>Discover and Subscribe to YANG metrics</a:t>
            </a:r>
          </a:p>
        </p:txBody>
      </p:sp>
      <p:pic>
        <p:nvPicPr>
          <p:cNvPr id="3" name="Picture 2">
            <a:extLst>
              <a:ext uri="{FF2B5EF4-FFF2-40B4-BE49-F238E27FC236}">
                <a16:creationId xmlns:a16="http://schemas.microsoft.com/office/drawing/2014/main" id="{67E48B25-B0E5-1389-9DDE-DC3F28D870D5}"/>
              </a:ext>
            </a:extLst>
          </p:cNvPr>
          <p:cNvPicPr>
            <a:picLocks noChangeAspect="1"/>
          </p:cNvPicPr>
          <p:nvPr/>
        </p:nvPicPr>
        <p:blipFill>
          <a:blip r:embed="rId9"/>
          <a:stretch>
            <a:fillRect/>
          </a:stretch>
        </p:blipFill>
        <p:spPr>
          <a:xfrm>
            <a:off x="838200" y="1823758"/>
            <a:ext cx="7948475" cy="4359551"/>
          </a:xfrm>
          <a:prstGeom prst="rect">
            <a:avLst/>
          </a:prstGeom>
        </p:spPr>
      </p:pic>
    </p:spTree>
    <p:extLst>
      <p:ext uri="{BB962C8B-B14F-4D97-AF65-F5344CB8AC3E}">
        <p14:creationId xmlns:p14="http://schemas.microsoft.com/office/powerpoint/2010/main" val="1403244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5070-8787-A57C-55D6-8378E1311F1C}"/>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E30A65C2-E2D1-2F3C-F601-84166D185DDF}"/>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22</a:t>
            </a:fld>
            <a:endParaRPr lang="de-CH" sz="1400" dirty="0"/>
          </a:p>
        </p:txBody>
      </p:sp>
      <p:sp>
        <p:nvSpPr>
          <p:cNvPr id="5" name="Inhaltsplatzhalter 2">
            <a:extLst>
              <a:ext uri="{FF2B5EF4-FFF2-40B4-BE49-F238E27FC236}">
                <a16:creationId xmlns:a16="http://schemas.microsoft.com/office/drawing/2014/main" id="{71CDA501-9972-D341-C055-BD736248E8F4}"/>
              </a:ext>
            </a:extLst>
          </p:cNvPr>
          <p:cNvSpPr txBox="1">
            <a:spLocks/>
          </p:cNvSpPr>
          <p:nvPr/>
        </p:nvSpPr>
        <p:spPr bwMode="black">
          <a:xfrm>
            <a:off x="5967663" y="3826042"/>
            <a:ext cx="5233737" cy="2357267"/>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dirty="0"/>
              <a:t>For all 4 YANG-Push subscriptions, YANG schema registration and comparison is performed.</a:t>
            </a:r>
          </a:p>
          <a:p>
            <a:pPr>
              <a:spcAft>
                <a:spcPts val="0"/>
              </a:spcAft>
            </a:pPr>
            <a:r>
              <a:rPr lang="en-US" sz="1600" dirty="0"/>
              <a:t>Since the two YANG schema trees for both YANG-Push subscriptions are identical on both network nodes, </a:t>
            </a:r>
            <a:r>
              <a:rPr lang="en-US" sz="1600" b="1" dirty="0">
                <a:solidFill>
                  <a:srgbClr val="FF0000"/>
                </a:solidFill>
              </a:rPr>
              <a:t>two YANG globally unique schema ID's are being issued from the YANG schema registry to the YANG data producer.</a:t>
            </a:r>
          </a:p>
        </p:txBody>
      </p:sp>
      <p:sp>
        <p:nvSpPr>
          <p:cNvPr id="19" name="Title 1">
            <a:extLst>
              <a:ext uri="{FF2B5EF4-FFF2-40B4-BE49-F238E27FC236}">
                <a16:creationId xmlns:a16="http://schemas.microsoft.com/office/drawing/2014/main" id="{0047BEA9-3AA4-E9CE-441B-E09628F11B0D}"/>
              </a:ext>
            </a:extLst>
          </p:cNvPr>
          <p:cNvSpPr>
            <a:spLocks noGrp="1"/>
          </p:cNvSpPr>
          <p:nvPr>
            <p:ph type="title"/>
          </p:nvPr>
        </p:nvSpPr>
        <p:spPr>
          <a:xfrm>
            <a:off x="838200" y="365125"/>
            <a:ext cx="8314568" cy="1325563"/>
          </a:xfrm>
        </p:spPr>
        <p:txBody>
          <a:bodyPr>
            <a:normAutofit/>
          </a:bodyPr>
          <a:lstStyle/>
          <a:p>
            <a:r>
              <a:rPr lang="en-US" sz="2800" b="1" dirty="0"/>
              <a:t>YANG Schema Registry</a:t>
            </a:r>
            <a:br>
              <a:rPr lang="en-US" sz="3600" dirty="0"/>
            </a:br>
            <a:r>
              <a:rPr lang="en-US" sz="2700" dirty="0">
                <a:solidFill>
                  <a:schemeClr val="bg2">
                    <a:lumMod val="75000"/>
                  </a:schemeClr>
                </a:solidFill>
              </a:rPr>
              <a:t>From 4 subscription ID's to 2 schema ID's</a:t>
            </a:r>
          </a:p>
        </p:txBody>
      </p:sp>
      <p:pic>
        <p:nvPicPr>
          <p:cNvPr id="12" name="Picture 11">
            <a:extLst>
              <a:ext uri="{FF2B5EF4-FFF2-40B4-BE49-F238E27FC236}">
                <a16:creationId xmlns:a16="http://schemas.microsoft.com/office/drawing/2014/main" id="{F48427E1-ECCE-9D41-9FBB-76438A11CB8D}"/>
              </a:ext>
            </a:extLst>
          </p:cNvPr>
          <p:cNvPicPr>
            <a:picLocks noChangeAspect="1"/>
          </p:cNvPicPr>
          <p:nvPr/>
        </p:nvPicPr>
        <p:blipFill>
          <a:blip r:embed="rId2"/>
          <a:stretch>
            <a:fillRect/>
          </a:stretch>
        </p:blipFill>
        <p:spPr>
          <a:xfrm>
            <a:off x="838200" y="1690687"/>
            <a:ext cx="7776412" cy="4396635"/>
          </a:xfrm>
          <a:prstGeom prst="rect">
            <a:avLst/>
          </a:prstGeom>
        </p:spPr>
      </p:pic>
    </p:spTree>
    <p:extLst>
      <p:ext uri="{BB962C8B-B14F-4D97-AF65-F5344CB8AC3E}">
        <p14:creationId xmlns:p14="http://schemas.microsoft.com/office/powerpoint/2010/main" val="632967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943A3-0967-B5C7-D9E6-8AE25E3C4ECD}"/>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7CFBC7D8-2018-0F89-FA1F-5A16986EA955}"/>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23</a:t>
            </a:fld>
            <a:endParaRPr lang="de-CH" sz="1400" dirty="0"/>
          </a:p>
        </p:txBody>
      </p:sp>
      <p:sp>
        <p:nvSpPr>
          <p:cNvPr id="5" name="Inhaltsplatzhalter 2">
            <a:extLst>
              <a:ext uri="{FF2B5EF4-FFF2-40B4-BE49-F238E27FC236}">
                <a16:creationId xmlns:a16="http://schemas.microsoft.com/office/drawing/2014/main" id="{FE77B89A-93BE-C3C5-9340-B4A230046058}"/>
              </a:ext>
            </a:extLst>
          </p:cNvPr>
          <p:cNvSpPr txBox="1">
            <a:spLocks/>
          </p:cNvSpPr>
          <p:nvPr/>
        </p:nvSpPr>
        <p:spPr bwMode="black">
          <a:xfrm>
            <a:off x="838201" y="4692038"/>
            <a:ext cx="10856494" cy="1491271"/>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b="1" dirty="0">
                <a:solidFill>
                  <a:srgbClr val="FF0000"/>
                </a:solidFill>
              </a:rPr>
              <a:t>The YANG data producer creates for each YANG schema a new message broker topic, a message key and defines the number of partitions being used for the topic.</a:t>
            </a:r>
          </a:p>
          <a:p>
            <a:pPr>
              <a:spcAft>
                <a:spcPts val="0"/>
              </a:spcAft>
            </a:pPr>
            <a:r>
              <a:rPr lang="en-US" sz="1600" dirty="0"/>
              <a:t>It serializes the message with the previously generated message key and message content according to </a:t>
            </a:r>
            <a:br>
              <a:rPr lang="en-US" sz="1600" dirty="0"/>
            </a:br>
            <a:r>
              <a:rPr lang="en-US" sz="1600" dirty="0">
                <a:hlinkClick r:id="rId2"/>
              </a:rPr>
              <a:t>draft-</a:t>
            </a:r>
            <a:r>
              <a:rPr lang="en-US" sz="1600" dirty="0" err="1">
                <a:hlinkClick r:id="rId2"/>
              </a:rPr>
              <a:t>ietf</a:t>
            </a:r>
            <a:r>
              <a:rPr lang="en-US" sz="1600" dirty="0">
                <a:hlinkClick r:id="rId2"/>
              </a:rPr>
              <a:t>-</a:t>
            </a:r>
            <a:r>
              <a:rPr lang="en-US" sz="1600" dirty="0" err="1">
                <a:hlinkClick r:id="rId2"/>
              </a:rPr>
              <a:t>nmop</a:t>
            </a:r>
            <a:r>
              <a:rPr lang="en-US" sz="1600" dirty="0">
                <a:hlinkClick r:id="rId2"/>
              </a:rPr>
              <a:t>-message-broker-telemetry-message</a:t>
            </a:r>
            <a:r>
              <a:rPr lang="en-US" sz="1600" dirty="0"/>
              <a:t>. </a:t>
            </a:r>
          </a:p>
          <a:p>
            <a:pPr>
              <a:spcAft>
                <a:spcPts val="0"/>
              </a:spcAft>
            </a:pPr>
            <a:r>
              <a:rPr lang="en-US" sz="1600" dirty="0"/>
              <a:t>Each message is prefixed with the previously obtained schema ID representing a unique message subject. The messages are distributed according to the hashed message key across the partitions into continuous segments.</a:t>
            </a:r>
          </a:p>
        </p:txBody>
      </p:sp>
      <p:sp>
        <p:nvSpPr>
          <p:cNvPr id="19" name="Title 1">
            <a:extLst>
              <a:ext uri="{FF2B5EF4-FFF2-40B4-BE49-F238E27FC236}">
                <a16:creationId xmlns:a16="http://schemas.microsoft.com/office/drawing/2014/main" id="{A5587F20-69CC-2E7C-C61C-7103CADE05D8}"/>
              </a:ext>
            </a:extLst>
          </p:cNvPr>
          <p:cNvSpPr>
            <a:spLocks noGrp="1"/>
          </p:cNvSpPr>
          <p:nvPr>
            <p:ph type="title"/>
          </p:nvPr>
        </p:nvSpPr>
        <p:spPr>
          <a:xfrm>
            <a:off x="838200" y="365125"/>
            <a:ext cx="8314568" cy="1325563"/>
          </a:xfrm>
        </p:spPr>
        <p:txBody>
          <a:bodyPr>
            <a:normAutofit/>
          </a:bodyPr>
          <a:lstStyle/>
          <a:p>
            <a:r>
              <a:rPr lang="en-US" sz="2800" b="1" dirty="0"/>
              <a:t>Message Broker</a:t>
            </a:r>
            <a:br>
              <a:rPr lang="en-US" sz="3600" dirty="0"/>
            </a:br>
            <a:r>
              <a:rPr lang="en-US" sz="2700" dirty="0">
                <a:solidFill>
                  <a:schemeClr val="bg2">
                    <a:lumMod val="75000"/>
                  </a:schemeClr>
                </a:solidFill>
              </a:rPr>
              <a:t>Topics, Subjects, Partitions, Segments and Message Keys</a:t>
            </a:r>
          </a:p>
        </p:txBody>
      </p:sp>
      <p:pic>
        <p:nvPicPr>
          <p:cNvPr id="9" name="Picture 8">
            <a:extLst>
              <a:ext uri="{FF2B5EF4-FFF2-40B4-BE49-F238E27FC236}">
                <a16:creationId xmlns:a16="http://schemas.microsoft.com/office/drawing/2014/main" id="{D0B83582-6D09-7FE2-4322-FF2E46B60A3E}"/>
              </a:ext>
            </a:extLst>
          </p:cNvPr>
          <p:cNvPicPr>
            <a:picLocks noChangeAspect="1"/>
          </p:cNvPicPr>
          <p:nvPr/>
        </p:nvPicPr>
        <p:blipFill>
          <a:blip r:embed="rId3"/>
          <a:stretch>
            <a:fillRect/>
          </a:stretch>
        </p:blipFill>
        <p:spPr>
          <a:xfrm>
            <a:off x="838200" y="1690688"/>
            <a:ext cx="10967311" cy="2798879"/>
          </a:xfrm>
          <a:prstGeom prst="rect">
            <a:avLst/>
          </a:prstGeom>
        </p:spPr>
      </p:pic>
    </p:spTree>
    <p:extLst>
      <p:ext uri="{BB962C8B-B14F-4D97-AF65-F5344CB8AC3E}">
        <p14:creationId xmlns:p14="http://schemas.microsoft.com/office/powerpoint/2010/main" val="3870071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2B289-F416-C973-3B7A-15C1F41DA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0FBC70-1C05-23DB-EF3A-2482F511BD9B}"/>
              </a:ext>
            </a:extLst>
          </p:cNvPr>
          <p:cNvSpPr>
            <a:spLocks noGrp="1"/>
          </p:cNvSpPr>
          <p:nvPr>
            <p:ph type="title"/>
          </p:nvPr>
        </p:nvSpPr>
        <p:spPr/>
        <p:txBody>
          <a:bodyPr>
            <a:normAutofit/>
          </a:bodyPr>
          <a:lstStyle/>
          <a:p>
            <a:r>
              <a:rPr lang="en-US" sz="2800" b="1" dirty="0"/>
              <a:t>YANG Message Keys and Indexes</a:t>
            </a:r>
            <a:br>
              <a:rPr lang="en-US" sz="3600" dirty="0"/>
            </a:br>
            <a:r>
              <a:rPr lang="en-US" sz="2700" dirty="0">
                <a:solidFill>
                  <a:schemeClr val="bg2">
                    <a:lumMod val="75000"/>
                  </a:schemeClr>
                </a:solidFill>
              </a:rPr>
              <a:t>Calculated and Used at the YANG Data Producer</a:t>
            </a:r>
          </a:p>
        </p:txBody>
      </p:sp>
      <p:sp>
        <p:nvSpPr>
          <p:cNvPr id="3" name="Content Placeholder 2">
            <a:extLst>
              <a:ext uri="{FF2B5EF4-FFF2-40B4-BE49-F238E27FC236}">
                <a16:creationId xmlns:a16="http://schemas.microsoft.com/office/drawing/2014/main" id="{16030435-8548-CFD7-E67B-E4D3DD29D75F}"/>
              </a:ext>
            </a:extLst>
          </p:cNvPr>
          <p:cNvSpPr>
            <a:spLocks noGrp="1"/>
          </p:cNvSpPr>
          <p:nvPr>
            <p:ph idx="1"/>
          </p:nvPr>
        </p:nvSpPr>
        <p:spPr>
          <a:xfrm>
            <a:off x="838199" y="1690688"/>
            <a:ext cx="10515600" cy="4486275"/>
          </a:xfrm>
        </p:spPr>
        <p:txBody>
          <a:bodyPr>
            <a:noAutofit/>
          </a:bodyPr>
          <a:lstStyle/>
          <a:p>
            <a:pPr marL="0" indent="0">
              <a:spcBef>
                <a:spcPts val="600"/>
              </a:spcBef>
              <a:spcAft>
                <a:spcPts val="600"/>
              </a:spcAft>
              <a:buNone/>
            </a:pPr>
            <a:r>
              <a:rPr lang="en-US" sz="2100" dirty="0"/>
              <a:t>To calculate the YANG Index of the Message Key, the YANG item identifier needs to be extracted from the used YANG-Push subtree or </a:t>
            </a:r>
            <a:r>
              <a:rPr lang="en-US" sz="2100" dirty="0" err="1"/>
              <a:t>xpath</a:t>
            </a:r>
            <a:r>
              <a:rPr lang="en-US" sz="2100" dirty="0"/>
              <a:t> subscription filter. If the YANG item identifier is a YANG list as defined in </a:t>
            </a:r>
            <a:r>
              <a:rPr lang="en-US" sz="2100" dirty="0">
                <a:hlinkClick r:id="rId2"/>
              </a:rPr>
              <a:t>Section 7.8 of RFC 7950 </a:t>
            </a:r>
            <a:r>
              <a:rPr lang="en-US" sz="2100" dirty="0"/>
              <a:t>the YANG list key defined in </a:t>
            </a:r>
            <a:r>
              <a:rPr lang="en-US" sz="2100" dirty="0">
                <a:hlinkClick r:id="rId3"/>
              </a:rPr>
              <a:t>Section 7.8.2 of RFC 7950 </a:t>
            </a:r>
            <a:r>
              <a:rPr lang="en-US" sz="2100" dirty="0"/>
              <a:t>statement is suffixed with a "/" to the YANG item identifier.</a:t>
            </a:r>
          </a:p>
          <a:p>
            <a:pPr marL="0" indent="0">
              <a:spcBef>
                <a:spcPts val="600"/>
              </a:spcBef>
              <a:spcAft>
                <a:spcPts val="600"/>
              </a:spcAft>
              <a:buNone/>
            </a:pPr>
            <a:r>
              <a:rPr lang="en-US" sz="2100" dirty="0"/>
              <a:t>For example, if the "</a:t>
            </a:r>
            <a:r>
              <a:rPr lang="en-US" sz="2100" dirty="0" err="1"/>
              <a:t>ietf-interface:interfaces</a:t>
            </a:r>
            <a:r>
              <a:rPr lang="en-US" sz="2100" dirty="0"/>
              <a:t>/interface[type='</a:t>
            </a:r>
            <a:r>
              <a:rPr lang="en-US" sz="2100" dirty="0" err="1"/>
              <a:t>ianaift:ethernetCsmacd</a:t>
            </a:r>
            <a:r>
              <a:rPr lang="en-US" sz="2100" dirty="0"/>
              <a:t>']" </a:t>
            </a:r>
            <a:r>
              <a:rPr lang="en-US" sz="2100" dirty="0" err="1"/>
              <a:t>xpath</a:t>
            </a:r>
            <a:r>
              <a:rPr lang="en-US" sz="2100" dirty="0"/>
              <a:t> filter is being used, the YANG item identifier is "</a:t>
            </a:r>
            <a:r>
              <a:rPr lang="en-US" sz="2100" dirty="0" err="1"/>
              <a:t>ietf-interface:interfaces</a:t>
            </a:r>
            <a:r>
              <a:rPr lang="en-US" sz="2100" dirty="0"/>
              <a:t>/interface". Interface is a YANG list with name as key. Therefore, the YANG Index of the Message Key is:</a:t>
            </a:r>
          </a:p>
          <a:p>
            <a:pPr marL="0" indent="0">
              <a:spcBef>
                <a:spcPts val="600"/>
              </a:spcBef>
              <a:spcAft>
                <a:spcPts val="600"/>
              </a:spcAft>
              <a:buNone/>
            </a:pPr>
            <a:r>
              <a:rPr lang="en-US" sz="2100" b="1" dirty="0" err="1">
                <a:solidFill>
                  <a:srgbClr val="FF0000"/>
                </a:solidFill>
              </a:rPr>
              <a:t>ietf-interface:interfaces</a:t>
            </a:r>
            <a:r>
              <a:rPr lang="en-US" sz="2100" b="1" dirty="0">
                <a:solidFill>
                  <a:srgbClr val="FF0000"/>
                </a:solidFill>
              </a:rPr>
              <a:t>/interface/name</a:t>
            </a:r>
            <a:endParaRPr lang="en-US" sz="2100" dirty="0"/>
          </a:p>
          <a:p>
            <a:pPr marL="0" indent="0">
              <a:spcBef>
                <a:spcPts val="600"/>
              </a:spcBef>
              <a:spcAft>
                <a:spcPts val="600"/>
              </a:spcAft>
              <a:buNone/>
            </a:pPr>
            <a:r>
              <a:rPr lang="en-US" sz="2100" dirty="0"/>
              <a:t>When the Message is being produced to the Message Broker, the Network node hostname and YANG datastore name is used from the structured YANG data defined in "</a:t>
            </a:r>
            <a:r>
              <a:rPr lang="en-US" sz="2100" dirty="0" err="1"/>
              <a:t>ietf</a:t>
            </a:r>
            <a:r>
              <a:rPr lang="en-US" sz="2100" dirty="0"/>
              <a:t>-yang-push-telemetry-message" </a:t>
            </a:r>
            <a:r>
              <a:rPr lang="en-US" sz="2100" dirty="0">
                <a:hlinkClick r:id="rId4"/>
              </a:rPr>
              <a:t>Section 3 of draft-</a:t>
            </a:r>
            <a:r>
              <a:rPr lang="en-US" sz="2100" dirty="0" err="1">
                <a:hlinkClick r:id="rId4"/>
              </a:rPr>
              <a:t>ietf</a:t>
            </a:r>
            <a:r>
              <a:rPr lang="en-US" sz="2100" dirty="0">
                <a:hlinkClick r:id="rId4"/>
              </a:rPr>
              <a:t>-</a:t>
            </a:r>
            <a:r>
              <a:rPr lang="en-US" sz="2100" dirty="0" err="1">
                <a:hlinkClick r:id="rId4"/>
              </a:rPr>
              <a:t>nmop</a:t>
            </a:r>
            <a:r>
              <a:rPr lang="en-US" sz="2100" dirty="0">
                <a:hlinkClick r:id="rId4"/>
              </a:rPr>
              <a:t>-message-broker-telemetry-message </a:t>
            </a:r>
            <a:r>
              <a:rPr lang="en-US" sz="2100" dirty="0"/>
              <a:t>where the YANG Index is derived from subtree and </a:t>
            </a:r>
            <a:r>
              <a:rPr lang="en-US" sz="2100" dirty="0" err="1"/>
              <a:t>xpath</a:t>
            </a:r>
            <a:r>
              <a:rPr lang="en-US" sz="2100" dirty="0"/>
              <a:t> filters, respectively from their YANG schema tree.</a:t>
            </a:r>
          </a:p>
          <a:p>
            <a:pPr marL="0" indent="0">
              <a:spcBef>
                <a:spcPts val="600"/>
              </a:spcBef>
              <a:spcAft>
                <a:spcPts val="600"/>
              </a:spcAft>
              <a:buNone/>
            </a:pPr>
            <a:endParaRPr lang="en-US" sz="2100" dirty="0"/>
          </a:p>
        </p:txBody>
      </p:sp>
      <p:sp>
        <p:nvSpPr>
          <p:cNvPr id="6" name="Slide Number Placeholder 1">
            <a:extLst>
              <a:ext uri="{FF2B5EF4-FFF2-40B4-BE49-F238E27FC236}">
                <a16:creationId xmlns:a16="http://schemas.microsoft.com/office/drawing/2014/main" id="{75FBC6C8-3CC3-D033-50B0-B7366AC7A70E}"/>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24</a:t>
            </a:fld>
            <a:endParaRPr lang="en-US" sz="1400" dirty="0"/>
          </a:p>
        </p:txBody>
      </p:sp>
    </p:spTree>
    <p:extLst>
      <p:ext uri="{BB962C8B-B14F-4D97-AF65-F5344CB8AC3E}">
        <p14:creationId xmlns:p14="http://schemas.microsoft.com/office/powerpoint/2010/main" val="2884885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0F139-79A7-236E-B422-F9027B252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34BEF-C196-3BAF-0F2E-FB66BF042884}"/>
              </a:ext>
            </a:extLst>
          </p:cNvPr>
          <p:cNvSpPr>
            <a:spLocks noGrp="1"/>
          </p:cNvSpPr>
          <p:nvPr>
            <p:ph type="title"/>
          </p:nvPr>
        </p:nvSpPr>
        <p:spPr/>
        <p:txBody>
          <a:bodyPr>
            <a:normAutofit/>
          </a:bodyPr>
          <a:lstStyle/>
          <a:p>
            <a:r>
              <a:rPr lang="en-US" sz="2800" b="1" noProof="0" dirty="0"/>
              <a:t>YANG-Push Message Broker Topic Naming</a:t>
            </a:r>
            <a:br>
              <a:rPr lang="en-US" sz="3600" noProof="0" dirty="0"/>
            </a:br>
            <a:r>
              <a:rPr lang="en-US" sz="2700" noProof="0" dirty="0">
                <a:solidFill>
                  <a:schemeClr val="bg2">
                    <a:lumMod val="75000"/>
                  </a:schemeClr>
                </a:solidFill>
              </a:rPr>
              <a:t>Created at the YANG Data Producer</a:t>
            </a:r>
          </a:p>
        </p:txBody>
      </p:sp>
      <p:sp>
        <p:nvSpPr>
          <p:cNvPr id="3" name="Content Placeholder 2">
            <a:extLst>
              <a:ext uri="{FF2B5EF4-FFF2-40B4-BE49-F238E27FC236}">
                <a16:creationId xmlns:a16="http://schemas.microsoft.com/office/drawing/2014/main" id="{6EA985DA-ABCF-AB10-5C45-1B7050950E17}"/>
              </a:ext>
            </a:extLst>
          </p:cNvPr>
          <p:cNvSpPr>
            <a:spLocks noGrp="1"/>
          </p:cNvSpPr>
          <p:nvPr>
            <p:ph idx="1"/>
          </p:nvPr>
        </p:nvSpPr>
        <p:spPr>
          <a:xfrm>
            <a:off x="838199" y="1690688"/>
            <a:ext cx="10515600" cy="4486275"/>
          </a:xfrm>
        </p:spPr>
        <p:txBody>
          <a:bodyPr>
            <a:noAutofit/>
          </a:bodyPr>
          <a:lstStyle/>
          <a:p>
            <a:pPr marL="0" indent="0">
              <a:spcBef>
                <a:spcPts val="600"/>
              </a:spcBef>
              <a:spcAft>
                <a:spcPts val="600"/>
              </a:spcAft>
              <a:buNone/>
            </a:pPr>
            <a:r>
              <a:rPr lang="en-US" sz="2100" noProof="0" dirty="0"/>
              <a:t>YANG can be subscribed periodically, on-change or on-change with sync-on-start. Periodical subscriptions are used for obtaining statistical metrics. On-Change subscriptions are used for obtaining State Changes and on-change with sync-on-start for obtaining States.</a:t>
            </a:r>
          </a:p>
          <a:p>
            <a:pPr marL="0" indent="0">
              <a:spcBef>
                <a:spcPts val="600"/>
              </a:spcBef>
              <a:spcAft>
                <a:spcPts val="600"/>
              </a:spcAft>
              <a:buNone/>
            </a:pPr>
            <a:r>
              <a:rPr lang="en-US" sz="2100" noProof="0" dirty="0"/>
              <a:t>Message Brokers topics are addressed with a unique name. Usually, topics are named hierarchically similar to the DNS namespace where "." delaminates hierarchies.</a:t>
            </a:r>
          </a:p>
          <a:p>
            <a:pPr marL="0" indent="0">
              <a:spcBef>
                <a:spcPts val="600"/>
              </a:spcBef>
              <a:spcAft>
                <a:spcPts val="600"/>
              </a:spcAft>
              <a:buNone/>
            </a:pPr>
            <a:r>
              <a:rPr lang="en-US" sz="2100" noProof="0" dirty="0"/>
              <a:t>This document proposes to include "statistics", "states" and "state-changes" in the topic name as the first part to denote the types of data. Followed by "yang" to denote YANG data. Followed by the YANG module names subscribed and followed by the YANG Schema Node Identifier where "/" is substituted by "_".</a:t>
            </a:r>
          </a:p>
          <a:p>
            <a:pPr marL="0" indent="0">
              <a:spcBef>
                <a:spcPts val="600"/>
              </a:spcBef>
              <a:spcAft>
                <a:spcPts val="600"/>
              </a:spcAft>
              <a:buNone/>
            </a:pPr>
            <a:r>
              <a:rPr lang="en-US" sz="2100" noProof="0" dirty="0"/>
              <a:t>For example, if the "</a:t>
            </a:r>
            <a:r>
              <a:rPr lang="en-US" sz="2100" noProof="0" dirty="0" err="1"/>
              <a:t>ietf-interface:interfaces</a:t>
            </a:r>
            <a:r>
              <a:rPr lang="en-US" sz="2100" noProof="0" dirty="0"/>
              <a:t>/interface" </a:t>
            </a:r>
            <a:r>
              <a:rPr lang="en-US" sz="2100" noProof="0" dirty="0" err="1"/>
              <a:t>xpath</a:t>
            </a:r>
            <a:r>
              <a:rPr lang="en-US" sz="2100" noProof="0" dirty="0"/>
              <a:t> filter is being used, the Message Broker topic name would be as following. In the example the project name and environment (prod, dev, test etc.) is prefixed:</a:t>
            </a:r>
          </a:p>
          <a:p>
            <a:pPr marL="0" indent="0">
              <a:spcBef>
                <a:spcPts val="600"/>
              </a:spcBef>
              <a:spcAft>
                <a:spcPts val="600"/>
              </a:spcAft>
              <a:buNone/>
            </a:pPr>
            <a:r>
              <a:rPr lang="en-US" sz="2100" b="1" noProof="0" dirty="0">
                <a:solidFill>
                  <a:srgbClr val="FF0000"/>
                </a:solidFill>
              </a:rPr>
              <a:t>project.enviroment.statistics.yang.ietf-interfaces.interfaces_interface</a:t>
            </a:r>
          </a:p>
          <a:p>
            <a:pPr marL="0" indent="0">
              <a:spcBef>
                <a:spcPts val="600"/>
              </a:spcBef>
              <a:spcAft>
                <a:spcPts val="600"/>
              </a:spcAft>
              <a:buNone/>
            </a:pPr>
            <a:endParaRPr lang="en-US" sz="2100" noProof="0" dirty="0"/>
          </a:p>
        </p:txBody>
      </p:sp>
      <p:sp>
        <p:nvSpPr>
          <p:cNvPr id="6" name="Slide Number Placeholder 1">
            <a:extLst>
              <a:ext uri="{FF2B5EF4-FFF2-40B4-BE49-F238E27FC236}">
                <a16:creationId xmlns:a16="http://schemas.microsoft.com/office/drawing/2014/main" id="{6FA6137A-D97E-E8DA-4B6E-B20E079C61E4}"/>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noProof="0" smtClean="0"/>
              <a:t>25</a:t>
            </a:fld>
            <a:endParaRPr lang="en-US" sz="1400" noProof="0" dirty="0"/>
          </a:p>
        </p:txBody>
      </p:sp>
    </p:spTree>
    <p:extLst>
      <p:ext uri="{BB962C8B-B14F-4D97-AF65-F5344CB8AC3E}">
        <p14:creationId xmlns:p14="http://schemas.microsoft.com/office/powerpoint/2010/main" val="822671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emplate/>
  <TotalTime>0</TotalTime>
  <Words>3773</Words>
  <Application>Microsoft Office PowerPoint</Application>
  <PresentationFormat>Widescreen</PresentationFormat>
  <Paragraphs>253</Paragraphs>
  <Slides>25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Comic Sans MS</vt:lpstr>
      <vt:lpstr>Courier New</vt:lpstr>
      <vt:lpstr>TheSans Swisscom</vt:lpstr>
      <vt:lpstr>Office Theme</vt:lpstr>
      <vt:lpstr>PowerPoint Presentation</vt:lpstr>
      <vt:lpstr>An Architecture for YANG-Push to Message Broker Integration From YANG-Push, BMP and IPFIX to Network</vt:lpstr>
      <vt:lpstr>We have a dream Digital Twin at your fingertips</vt:lpstr>
      <vt:lpstr>BMP Monitors BGP BGP RIB's with path decision and route-policy metadata</vt:lpstr>
      <vt:lpstr>BGP Monitoring Protocol Address Family Agnostic</vt:lpstr>
      <vt:lpstr>Message Broker Terminology</vt:lpstr>
      <vt:lpstr>YANG Data Terminology</vt:lpstr>
      <vt:lpstr>BGP Monitoring Protocol Subscribe to BGP metrics</vt:lpstr>
      <vt:lpstr>YANG Schema Registry Register BMP Telemetry Message Schemas</vt:lpstr>
      <vt:lpstr>Message Broker Topics, Subjects, Partitions, Segments and Message Keys</vt:lpstr>
      <vt:lpstr>BMP YANG Message Broker Topic Naming Created at the YANG Message Broker Producer</vt:lpstr>
      <vt:lpstr>YANG Message Keys and Indexes Calculated and Used at the YANG Message Broker Producer</vt:lpstr>
      <vt:lpstr>BMP YANG Data Consumption Discover and Subscribe to BMP YANG metrics</vt:lpstr>
      <vt:lpstr>YANG Converged Network Telemetry Data Processing Pipeline From network nodes to message broker nodes</vt:lpstr>
      <vt:lpstr>Use Cases From network engineer to network controller to network management</vt:lpstr>
      <vt:lpstr>Questions to… NMOP and GROW</vt:lpstr>
      <vt:lpstr>Questions to… draft-ietf-idr-bgp-model authors and IDR</vt:lpstr>
      <vt:lpstr>Next Steps Extend model, working group adoption and code contribution</vt:lpstr>
      <vt:lpstr>Conclusion What we learned at IETF 124 and now at IETF 125</vt:lpstr>
      <vt:lpstr>PowerPoint Presentation</vt:lpstr>
      <vt:lpstr>YANG-Push Discover and Subscribe to YANG metrics</vt:lpstr>
      <vt:lpstr>YANG Schema Registry From 4 subscription ID's to 2 schema ID's</vt:lpstr>
      <vt:lpstr>Message Broker Topics, Subjects, Partitions, Segments and Message Keys</vt:lpstr>
      <vt:lpstr>YANG Message Keys and Indexes Calculated and Used at the YANG Data Producer</vt:lpstr>
      <vt:lpstr>YANG-Push Message Broker Topic Naming Created at the YANG Data Producer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dc:title>
  <dc:creator>Graf Thomas, INI-ONE-WSN-DCF</dc:creator>
  <cp:lastModifiedBy>Graf Thomas, SCS-INI-NET-VNC-E2E</cp:lastModifiedBy>
  <cp:revision>266</cp:revision>
  <dcterms:created xsi:type="dcterms:W3CDTF">2019-11-29T14:22:02Z</dcterms:created>
  <dcterms:modified xsi:type="dcterms:W3CDTF">2026-03-14T09:34:30Z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e1fccfb-80ca-4fe1-a574-1516544edb53_Enabled">
    <vt:lpwstr>true</vt:lpwstr>
  </property>
  <property fmtid="{D5CDD505-2E9C-101B-9397-08002B2CF9AE}" pid="3" name="MSIP_Label_2e1fccfb-80ca-4fe1-a574-1516544edb53_SetDate">
    <vt:lpwstr>2023-03-20T10:46:29Z</vt:lpwstr>
  </property>
  <property fmtid="{D5CDD505-2E9C-101B-9397-08002B2CF9AE}" pid="4" name="MSIP_Label_2e1fccfb-80ca-4fe1-a574-1516544edb53_Method">
    <vt:lpwstr>Standard</vt:lpwstr>
  </property>
  <property fmtid="{D5CDD505-2E9C-101B-9397-08002B2CF9AE}" pid="5" name="MSIP_Label_2e1fccfb-80ca-4fe1-a574-1516544edb53_Name">
    <vt:lpwstr>C2 Internal</vt:lpwstr>
  </property>
  <property fmtid="{D5CDD505-2E9C-101B-9397-08002B2CF9AE}" pid="6" name="MSIP_Label_2e1fccfb-80ca-4fe1-a574-1516544edb53_SiteId">
    <vt:lpwstr>364e5b87-c1c7-420d-9bee-c35d19b557a1</vt:lpwstr>
  </property>
  <property fmtid="{D5CDD505-2E9C-101B-9397-08002B2CF9AE}" pid="7" name="MSIP_Label_2e1fccfb-80ca-4fe1-a574-1516544edb53_ActionId">
    <vt:lpwstr>f20e7325-fc30-45a7-a02f-991797c0d813</vt:lpwstr>
  </property>
  <property fmtid="{D5CDD505-2E9C-101B-9397-08002B2CF9AE}" pid="8" name="MSIP_Label_2e1fccfb-80ca-4fe1-a574-1516544edb53_ContentBits">
    <vt:lpwstr>0</vt:lpwstr>
  </property>
  <property fmtid="{D5CDD505-2E9C-101B-9397-08002B2CF9AE}" pid="9" name="Sensitivity">
    <vt:lpwstr>C2 General</vt:lpwstr>
  </property>
</Properties>
</file>