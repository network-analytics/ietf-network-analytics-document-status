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1041" r:id="rId2"/>
    <p:sldId id="2145706243" r:id="rId3"/>
    <p:sldId id="256" r:id="rId4"/>
    <p:sldId id="257" r:id="rId5"/>
    <p:sldId id="258" r:id="rId6"/>
    <p:sldId id="274" r:id="rId7"/>
    <p:sldId id="275" r:id="rId8"/>
    <p:sldId id="276" r:id="rId9"/>
    <p:sldId id="277" r:id="rId10"/>
    <p:sldId id="272" r:id="rId11"/>
    <p:sldId id="2145706247" r:id="rId12"/>
    <p:sldId id="2145706245" r:id="rId13"/>
    <p:sldId id="2145706246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B30"/>
    <a:srgbClr val="AC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6C0BAB-3FA5-4149-9D27-BA3F51B8E192}" v="16" dt="2026-03-09T13:37:34.7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3" autoAdjust="0"/>
    <p:restoredTop sz="91695" autoAdjust="0"/>
  </p:normalViewPr>
  <p:slideViewPr>
    <p:cSldViewPr snapToGrid="0">
      <p:cViewPr varScale="1">
        <p:scale>
          <a:sx n="87" d="100"/>
          <a:sy n="87" d="100"/>
        </p:scale>
        <p:origin x="432" y="77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f Thomas, SCS-INI-NET-VNC-E2E" userId="487bc3e3-9ce7-4cdd-b7b4-8899ea88d289" providerId="ADAL" clId="{B7E9E866-497E-4D88-936B-C586A2280E44}"/>
    <pc:docChg chg="modSld">
      <pc:chgData name="Graf Thomas, SCS-INI-NET-VNC-E2E" userId="487bc3e3-9ce7-4cdd-b7b4-8899ea88d289" providerId="ADAL" clId="{B7E9E866-497E-4D88-936B-C586A2280E44}" dt="2025-10-28T10:22:07.513" v="88" actId="20577"/>
      <pc:docMkLst>
        <pc:docMk/>
      </pc:docMkLst>
      <pc:sldChg chg="modSp mod">
        <pc:chgData name="Graf Thomas, SCS-INI-NET-VNC-E2E" userId="487bc3e3-9ce7-4cdd-b7b4-8899ea88d289" providerId="ADAL" clId="{B7E9E866-497E-4D88-936B-C586A2280E44}" dt="2025-10-28T10:22:07.513" v="88" actId="20577"/>
        <pc:sldMkLst>
          <pc:docMk/>
          <pc:sldMk cId="2617504443" sldId="2145706242"/>
        </pc:sldMkLst>
      </pc:sldChg>
    </pc:docChg>
  </pc:docChgLst>
  <pc:docChgLst>
    <pc:chgData name="Graf Thomas, SCS-INI-NET-VNC-E2E" userId="487bc3e3-9ce7-4cdd-b7b4-8899ea88d289" providerId="ADAL" clId="{ADEEF08A-D719-4B50-A383-4105EDA2C206}"/>
    <pc:docChg chg="undo custSel addSld delSld modSld">
      <pc:chgData name="Graf Thomas, SCS-INI-NET-VNC-E2E" userId="487bc3e3-9ce7-4cdd-b7b4-8899ea88d289" providerId="ADAL" clId="{ADEEF08A-D719-4B50-A383-4105EDA2C206}" dt="2026-03-09T13:39:04.602" v="744" actId="478"/>
      <pc:docMkLst>
        <pc:docMk/>
      </pc:docMkLst>
      <pc:sldChg chg="add">
        <pc:chgData name="Graf Thomas, SCS-INI-NET-VNC-E2E" userId="487bc3e3-9ce7-4cdd-b7b4-8899ea88d289" providerId="ADAL" clId="{ADEEF08A-D719-4B50-A383-4105EDA2C206}" dt="2026-03-09T13:37:34.742" v="727"/>
        <pc:sldMkLst>
          <pc:docMk/>
          <pc:sldMk cId="0" sldId="256"/>
        </pc:sldMkLst>
      </pc:sldChg>
      <pc:sldChg chg="modSp add mod">
        <pc:chgData name="Graf Thomas, SCS-INI-NET-VNC-E2E" userId="487bc3e3-9ce7-4cdd-b7b4-8899ea88d289" providerId="ADAL" clId="{ADEEF08A-D719-4B50-A383-4105EDA2C206}" dt="2026-03-09T13:37:34.846" v="728" actId="27636"/>
        <pc:sldMkLst>
          <pc:docMk/>
          <pc:sldMk cId="0" sldId="257"/>
        </pc:sldMkLst>
        <pc:spChg chg="mod">
          <ac:chgData name="Graf Thomas, SCS-INI-NET-VNC-E2E" userId="487bc3e3-9ce7-4cdd-b7b4-8899ea88d289" providerId="ADAL" clId="{ADEEF08A-D719-4B50-A383-4105EDA2C206}" dt="2026-03-09T13:37:34.846" v="728" actId="27636"/>
          <ac:spMkLst>
            <pc:docMk/>
            <pc:sldMk cId="0" sldId="257"/>
            <ac:spMk id="1514" creationId="{00000000-0000-0000-0000-000000000000}"/>
          </ac:spMkLst>
        </pc:spChg>
      </pc:sldChg>
      <pc:sldChg chg="add">
        <pc:chgData name="Graf Thomas, SCS-INI-NET-VNC-E2E" userId="487bc3e3-9ce7-4cdd-b7b4-8899ea88d289" providerId="ADAL" clId="{ADEEF08A-D719-4B50-A383-4105EDA2C206}" dt="2026-03-09T13:37:34.742" v="727"/>
        <pc:sldMkLst>
          <pc:docMk/>
          <pc:sldMk cId="0" sldId="258"/>
        </pc:sldMkLst>
      </pc:sldChg>
      <pc:sldChg chg="delSp add mod">
        <pc:chgData name="Graf Thomas, SCS-INI-NET-VNC-E2E" userId="487bc3e3-9ce7-4cdd-b7b4-8899ea88d289" providerId="ADAL" clId="{ADEEF08A-D719-4B50-A383-4105EDA2C206}" dt="2026-03-09T13:37:55.424" v="729" actId="478"/>
        <pc:sldMkLst>
          <pc:docMk/>
          <pc:sldMk cId="0" sldId="272"/>
        </pc:sldMkLst>
        <pc:spChg chg="del">
          <ac:chgData name="Graf Thomas, SCS-INI-NET-VNC-E2E" userId="487bc3e3-9ce7-4cdd-b7b4-8899ea88d289" providerId="ADAL" clId="{ADEEF08A-D719-4B50-A383-4105EDA2C206}" dt="2026-03-09T13:37:55.424" v="729" actId="478"/>
          <ac:spMkLst>
            <pc:docMk/>
            <pc:sldMk cId="0" sldId="272"/>
            <ac:spMk id="5" creationId="{7AC0F6D0-09C7-5DA3-2396-EC6BDBBAFEDC}"/>
          </ac:spMkLst>
        </pc:spChg>
      </pc:sldChg>
      <pc:sldChg chg="add">
        <pc:chgData name="Graf Thomas, SCS-INI-NET-VNC-E2E" userId="487bc3e3-9ce7-4cdd-b7b4-8899ea88d289" providerId="ADAL" clId="{ADEEF08A-D719-4B50-A383-4105EDA2C206}" dt="2026-03-09T13:37:34.742" v="727"/>
        <pc:sldMkLst>
          <pc:docMk/>
          <pc:sldMk cId="3616314567" sldId="274"/>
        </pc:sldMkLst>
      </pc:sldChg>
      <pc:sldChg chg="add">
        <pc:chgData name="Graf Thomas, SCS-INI-NET-VNC-E2E" userId="487bc3e3-9ce7-4cdd-b7b4-8899ea88d289" providerId="ADAL" clId="{ADEEF08A-D719-4B50-A383-4105EDA2C206}" dt="2026-03-09T13:37:34.742" v="727"/>
        <pc:sldMkLst>
          <pc:docMk/>
          <pc:sldMk cId="984283064" sldId="275"/>
        </pc:sldMkLst>
      </pc:sldChg>
      <pc:sldChg chg="add">
        <pc:chgData name="Graf Thomas, SCS-INI-NET-VNC-E2E" userId="487bc3e3-9ce7-4cdd-b7b4-8899ea88d289" providerId="ADAL" clId="{ADEEF08A-D719-4B50-A383-4105EDA2C206}" dt="2026-03-09T13:37:34.742" v="727"/>
        <pc:sldMkLst>
          <pc:docMk/>
          <pc:sldMk cId="3462681431" sldId="276"/>
        </pc:sldMkLst>
      </pc:sldChg>
      <pc:sldChg chg="add">
        <pc:chgData name="Graf Thomas, SCS-INI-NET-VNC-E2E" userId="487bc3e3-9ce7-4cdd-b7b4-8899ea88d289" providerId="ADAL" clId="{ADEEF08A-D719-4B50-A383-4105EDA2C206}" dt="2026-03-09T13:37:34.742" v="727"/>
        <pc:sldMkLst>
          <pc:docMk/>
          <pc:sldMk cId="2655069398" sldId="277"/>
        </pc:sldMkLst>
      </pc:sldChg>
      <pc:sldChg chg="modSp mod">
        <pc:chgData name="Graf Thomas, SCS-INI-NET-VNC-E2E" userId="487bc3e3-9ce7-4cdd-b7b4-8899ea88d289" providerId="ADAL" clId="{ADEEF08A-D719-4B50-A383-4105EDA2C206}" dt="2026-03-09T13:13:58.856" v="20" actId="20577"/>
        <pc:sldMkLst>
          <pc:docMk/>
          <pc:sldMk cId="3578665336" sldId="1041"/>
        </pc:sldMkLst>
        <pc:spChg chg="mod">
          <ac:chgData name="Graf Thomas, SCS-INI-NET-VNC-E2E" userId="487bc3e3-9ce7-4cdd-b7b4-8899ea88d289" providerId="ADAL" clId="{ADEEF08A-D719-4B50-A383-4105EDA2C206}" dt="2026-03-09T13:13:46.164" v="3" actId="20577"/>
          <ac:spMkLst>
            <pc:docMk/>
            <pc:sldMk cId="3578665336" sldId="1041"/>
            <ac:spMk id="5" creationId="{C26208B2-0D10-4C23-B2DE-372A62E98644}"/>
          </ac:spMkLst>
        </pc:spChg>
        <pc:spChg chg="mod">
          <ac:chgData name="Graf Thomas, SCS-INI-NET-VNC-E2E" userId="487bc3e3-9ce7-4cdd-b7b4-8899ea88d289" providerId="ADAL" clId="{ADEEF08A-D719-4B50-A383-4105EDA2C206}" dt="2026-03-09T13:13:58.856" v="20" actId="20577"/>
          <ac:spMkLst>
            <pc:docMk/>
            <pc:sldMk cId="3578665336" sldId="1041"/>
            <ac:spMk id="6" creationId="{6CAA0765-1318-4A03-8F91-D3ECC43D8FA7}"/>
          </ac:spMkLst>
        </pc:spChg>
      </pc:sldChg>
      <pc:sldChg chg="modSp del mod">
        <pc:chgData name="Graf Thomas, SCS-INI-NET-VNC-E2E" userId="487bc3e3-9ce7-4cdd-b7b4-8899ea88d289" providerId="ADAL" clId="{ADEEF08A-D719-4B50-A383-4105EDA2C206}" dt="2026-03-09T13:18:50.136" v="123" actId="47"/>
        <pc:sldMkLst>
          <pc:docMk/>
          <pc:sldMk cId="2617504443" sldId="2145706242"/>
        </pc:sldMkLst>
        <pc:spChg chg="mod">
          <ac:chgData name="Graf Thomas, SCS-INI-NET-VNC-E2E" userId="487bc3e3-9ce7-4cdd-b7b4-8899ea88d289" providerId="ADAL" clId="{ADEEF08A-D719-4B50-A383-4105EDA2C206}" dt="2026-03-09T13:17:31.173" v="31" actId="20577"/>
          <ac:spMkLst>
            <pc:docMk/>
            <pc:sldMk cId="2617504443" sldId="2145706242"/>
            <ac:spMk id="2" creationId="{FF20F271-6F0D-4AC0-BB1D-F5C338165C13}"/>
          </ac:spMkLst>
        </pc:spChg>
      </pc:sldChg>
      <pc:sldChg chg="addSp delSp modSp mod">
        <pc:chgData name="Graf Thomas, SCS-INI-NET-VNC-E2E" userId="487bc3e3-9ce7-4cdd-b7b4-8899ea88d289" providerId="ADAL" clId="{ADEEF08A-D719-4B50-A383-4105EDA2C206}" dt="2026-03-09T13:23:22.891" v="285" actId="108"/>
        <pc:sldMkLst>
          <pc:docMk/>
          <pc:sldMk cId="2750719351" sldId="2145706243"/>
        </pc:sldMkLst>
        <pc:spChg chg="mod">
          <ac:chgData name="Graf Thomas, SCS-INI-NET-VNC-E2E" userId="487bc3e3-9ce7-4cdd-b7b4-8899ea88d289" providerId="ADAL" clId="{ADEEF08A-D719-4B50-A383-4105EDA2C206}" dt="2026-03-09T13:23:22.891" v="285" actId="108"/>
          <ac:spMkLst>
            <pc:docMk/>
            <pc:sldMk cId="2750719351" sldId="2145706243"/>
            <ac:spMk id="2" creationId="{925D8FC1-6AD2-4FDB-0618-87CF7F39767C}"/>
          </ac:spMkLst>
        </pc:spChg>
        <pc:spChg chg="mod">
          <ac:chgData name="Graf Thomas, SCS-INI-NET-VNC-E2E" userId="487bc3e3-9ce7-4cdd-b7b4-8899ea88d289" providerId="ADAL" clId="{ADEEF08A-D719-4B50-A383-4105EDA2C206}" dt="2026-03-09T13:22:56.243" v="244" actId="20577"/>
          <ac:spMkLst>
            <pc:docMk/>
            <pc:sldMk cId="2750719351" sldId="2145706243"/>
            <ac:spMk id="3" creationId="{E1C8AC62-B5C5-ADE4-1957-88D3A14E964A}"/>
          </ac:spMkLst>
        </pc:spChg>
        <pc:spChg chg="add del mod ord">
          <ac:chgData name="Graf Thomas, SCS-INI-NET-VNC-E2E" userId="487bc3e3-9ce7-4cdd-b7b4-8899ea88d289" providerId="ADAL" clId="{ADEEF08A-D719-4B50-A383-4105EDA2C206}" dt="2026-03-09T13:20:52.853" v="159" actId="1076"/>
          <ac:spMkLst>
            <pc:docMk/>
            <pc:sldMk cId="2750719351" sldId="2145706243"/>
            <ac:spMk id="5" creationId="{8C23250E-A19C-6C6E-E1FC-F12B08950F9A}"/>
          </ac:spMkLst>
        </pc:spChg>
        <pc:spChg chg="add mod">
          <ac:chgData name="Graf Thomas, SCS-INI-NET-VNC-E2E" userId="487bc3e3-9ce7-4cdd-b7b4-8899ea88d289" providerId="ADAL" clId="{ADEEF08A-D719-4B50-A383-4105EDA2C206}" dt="2026-03-09T13:21:02.032" v="163" actId="1076"/>
          <ac:spMkLst>
            <pc:docMk/>
            <pc:sldMk cId="2750719351" sldId="2145706243"/>
            <ac:spMk id="11" creationId="{B46C0A3E-C63B-0C8F-03EC-36242F20FBD1}"/>
          </ac:spMkLst>
        </pc:spChg>
        <pc:picChg chg="add mod">
          <ac:chgData name="Graf Thomas, SCS-INI-NET-VNC-E2E" userId="487bc3e3-9ce7-4cdd-b7b4-8899ea88d289" providerId="ADAL" clId="{ADEEF08A-D719-4B50-A383-4105EDA2C206}" dt="2026-03-09T13:20:36.770" v="156" actId="1076"/>
          <ac:picMkLst>
            <pc:docMk/>
            <pc:sldMk cId="2750719351" sldId="2145706243"/>
            <ac:picMk id="6" creationId="{B3387A0A-31AF-1F13-B49C-A076AD740B40}"/>
          </ac:picMkLst>
        </pc:picChg>
        <pc:picChg chg="del">
          <ac:chgData name="Graf Thomas, SCS-INI-NET-VNC-E2E" userId="487bc3e3-9ce7-4cdd-b7b4-8899ea88d289" providerId="ADAL" clId="{ADEEF08A-D719-4B50-A383-4105EDA2C206}" dt="2026-03-09T13:20:23.562" v="150" actId="478"/>
          <ac:picMkLst>
            <pc:docMk/>
            <pc:sldMk cId="2750719351" sldId="2145706243"/>
            <ac:picMk id="9" creationId="{8F6D5FF2-E4CF-46B4-608A-82B9EF4D42C4}"/>
          </ac:picMkLst>
        </pc:picChg>
        <pc:picChg chg="add del">
          <ac:chgData name="Graf Thomas, SCS-INI-NET-VNC-E2E" userId="487bc3e3-9ce7-4cdd-b7b4-8899ea88d289" providerId="ADAL" clId="{ADEEF08A-D719-4B50-A383-4105EDA2C206}" dt="2026-03-09T13:20:56.102" v="161" actId="478"/>
          <ac:picMkLst>
            <pc:docMk/>
            <pc:sldMk cId="2750719351" sldId="2145706243"/>
            <ac:picMk id="10" creationId="{906522AF-32F6-AAAF-CFFA-117EB09FA86F}"/>
          </ac:picMkLst>
        </pc:picChg>
      </pc:sldChg>
      <pc:sldChg chg="modSp del mod">
        <pc:chgData name="Graf Thomas, SCS-INI-NET-VNC-E2E" userId="487bc3e3-9ce7-4cdd-b7b4-8899ea88d289" providerId="ADAL" clId="{ADEEF08A-D719-4B50-A383-4105EDA2C206}" dt="2026-03-09T13:23:26.463" v="286" actId="47"/>
        <pc:sldMkLst>
          <pc:docMk/>
          <pc:sldMk cId="388497335" sldId="2145706244"/>
        </pc:sldMkLst>
        <pc:spChg chg="mod">
          <ac:chgData name="Graf Thomas, SCS-INI-NET-VNC-E2E" userId="487bc3e3-9ce7-4cdd-b7b4-8899ea88d289" providerId="ADAL" clId="{ADEEF08A-D719-4B50-A383-4105EDA2C206}" dt="2026-03-09T13:18:21.671" v="108" actId="20577"/>
          <ac:spMkLst>
            <pc:docMk/>
            <pc:sldMk cId="388497335" sldId="2145706244"/>
            <ac:spMk id="3" creationId="{9C0498A2-E3FA-3E2D-2B34-142A2DCB1578}"/>
          </ac:spMkLst>
        </pc:spChg>
        <pc:spChg chg="mod">
          <ac:chgData name="Graf Thomas, SCS-INI-NET-VNC-E2E" userId="487bc3e3-9ce7-4cdd-b7b4-8899ea88d289" providerId="ADAL" clId="{ADEEF08A-D719-4B50-A383-4105EDA2C206}" dt="2026-03-09T13:18:35.625" v="122" actId="20577"/>
          <ac:spMkLst>
            <pc:docMk/>
            <pc:sldMk cId="388497335" sldId="2145706244"/>
            <ac:spMk id="5" creationId="{1606C27F-46B4-B0B8-0E03-5046A811F284}"/>
          </ac:spMkLst>
        </pc:spChg>
      </pc:sldChg>
      <pc:sldChg chg="addSp delSp modSp mod">
        <pc:chgData name="Graf Thomas, SCS-INI-NET-VNC-E2E" userId="487bc3e3-9ce7-4cdd-b7b4-8899ea88d289" providerId="ADAL" clId="{ADEEF08A-D719-4B50-A383-4105EDA2C206}" dt="2026-03-09T13:38:54.778" v="740" actId="20577"/>
        <pc:sldMkLst>
          <pc:docMk/>
          <pc:sldMk cId="1877027452" sldId="2145706245"/>
        </pc:sldMkLst>
        <pc:spChg chg="add del mod">
          <ac:chgData name="Graf Thomas, SCS-INI-NET-VNC-E2E" userId="487bc3e3-9ce7-4cdd-b7b4-8899ea88d289" providerId="ADAL" clId="{ADEEF08A-D719-4B50-A383-4105EDA2C206}" dt="2026-03-09T13:38:47.633" v="732" actId="478"/>
          <ac:spMkLst>
            <pc:docMk/>
            <pc:sldMk cId="1877027452" sldId="2145706245"/>
            <ac:spMk id="4" creationId="{16ACABA9-7577-DC0C-4ACD-40F4D1B662C1}"/>
          </ac:spMkLst>
        </pc:spChg>
        <pc:spChg chg="del">
          <ac:chgData name="Graf Thomas, SCS-INI-NET-VNC-E2E" userId="487bc3e3-9ce7-4cdd-b7b4-8899ea88d289" providerId="ADAL" clId="{ADEEF08A-D719-4B50-A383-4105EDA2C206}" dt="2026-03-09T13:38:37.588" v="730" actId="478"/>
          <ac:spMkLst>
            <pc:docMk/>
            <pc:sldMk cId="1877027452" sldId="2145706245"/>
            <ac:spMk id="11" creationId="{CF87792E-D2F9-941B-C564-FFA7FE8DB78D}"/>
          </ac:spMkLst>
        </pc:spChg>
        <pc:graphicFrameChg chg="mod modGraphic">
          <ac:chgData name="Graf Thomas, SCS-INI-NET-VNC-E2E" userId="487bc3e3-9ce7-4cdd-b7b4-8899ea88d289" providerId="ADAL" clId="{ADEEF08A-D719-4B50-A383-4105EDA2C206}" dt="2026-03-09T13:38:54.778" v="740" actId="20577"/>
          <ac:graphicFrameMkLst>
            <pc:docMk/>
            <pc:sldMk cId="1877027452" sldId="2145706245"/>
            <ac:graphicFrameMk id="6" creationId="{86837E2C-7DD9-62B8-E009-509CDFF94BF9}"/>
          </ac:graphicFrameMkLst>
        </pc:graphicFrameChg>
      </pc:sldChg>
      <pc:sldChg chg="addSp delSp modSp mod">
        <pc:chgData name="Graf Thomas, SCS-INI-NET-VNC-E2E" userId="487bc3e3-9ce7-4cdd-b7b4-8899ea88d289" providerId="ADAL" clId="{ADEEF08A-D719-4B50-A383-4105EDA2C206}" dt="2026-03-09T13:39:04.602" v="744" actId="478"/>
        <pc:sldMkLst>
          <pc:docMk/>
          <pc:sldMk cId="4476213" sldId="2145706246"/>
        </pc:sldMkLst>
        <pc:spChg chg="add del mod">
          <ac:chgData name="Graf Thomas, SCS-INI-NET-VNC-E2E" userId="487bc3e3-9ce7-4cdd-b7b4-8899ea88d289" providerId="ADAL" clId="{ADEEF08A-D719-4B50-A383-4105EDA2C206}" dt="2026-03-09T13:39:04.602" v="744" actId="478"/>
          <ac:spMkLst>
            <pc:docMk/>
            <pc:sldMk cId="4476213" sldId="2145706246"/>
            <ac:spMk id="4" creationId="{BE63F6B1-C8FF-EA34-FDB4-8B94BA40F921}"/>
          </ac:spMkLst>
        </pc:spChg>
        <pc:spChg chg="del">
          <ac:chgData name="Graf Thomas, SCS-INI-NET-VNC-E2E" userId="487bc3e3-9ce7-4cdd-b7b4-8899ea88d289" providerId="ADAL" clId="{ADEEF08A-D719-4B50-A383-4105EDA2C206}" dt="2026-03-09T13:39:00.474" v="743" actId="478"/>
          <ac:spMkLst>
            <pc:docMk/>
            <pc:sldMk cId="4476213" sldId="2145706246"/>
            <ac:spMk id="11" creationId="{5214FD9D-0CC4-FBBB-E1C6-B862B51697A9}"/>
          </ac:spMkLst>
        </pc:spChg>
        <pc:graphicFrameChg chg="mod modGraphic">
          <ac:chgData name="Graf Thomas, SCS-INI-NET-VNC-E2E" userId="487bc3e3-9ce7-4cdd-b7b4-8899ea88d289" providerId="ADAL" clId="{ADEEF08A-D719-4B50-A383-4105EDA2C206}" dt="2026-03-09T13:38:57.874" v="742" actId="20577"/>
          <ac:graphicFrameMkLst>
            <pc:docMk/>
            <pc:sldMk cId="4476213" sldId="2145706246"/>
            <ac:graphicFrameMk id="6" creationId="{4E7CEF41-5DBF-BE8C-3E2D-7F5D56B757D3}"/>
          </ac:graphicFrameMkLst>
        </pc:graphicFrameChg>
      </pc:sldChg>
      <pc:sldChg chg="del">
        <pc:chgData name="Graf Thomas, SCS-INI-NET-VNC-E2E" userId="487bc3e3-9ce7-4cdd-b7b4-8899ea88d289" providerId="ADAL" clId="{ADEEF08A-D719-4B50-A383-4105EDA2C206}" dt="2026-03-09T13:14:20.151" v="21" actId="47"/>
        <pc:sldMkLst>
          <pc:docMk/>
          <pc:sldMk cId="2860389926" sldId="2145706248"/>
        </pc:sldMkLst>
      </pc:sldChg>
      <pc:sldChg chg="del">
        <pc:chgData name="Graf Thomas, SCS-INI-NET-VNC-E2E" userId="487bc3e3-9ce7-4cdd-b7b4-8899ea88d289" providerId="ADAL" clId="{ADEEF08A-D719-4B50-A383-4105EDA2C206}" dt="2026-03-09T13:14:20.151" v="21" actId="47"/>
        <pc:sldMkLst>
          <pc:docMk/>
          <pc:sldMk cId="3526766535" sldId="2145706249"/>
        </pc:sldMkLst>
      </pc:sldChg>
      <pc:sldChg chg="del">
        <pc:chgData name="Graf Thomas, SCS-INI-NET-VNC-E2E" userId="487bc3e3-9ce7-4cdd-b7b4-8899ea88d289" providerId="ADAL" clId="{ADEEF08A-D719-4B50-A383-4105EDA2C206}" dt="2026-03-09T13:14:20.151" v="21" actId="47"/>
        <pc:sldMkLst>
          <pc:docMk/>
          <pc:sldMk cId="2695572745" sldId="2145706305"/>
        </pc:sldMkLst>
      </pc:sldChg>
      <pc:sldChg chg="del">
        <pc:chgData name="Graf Thomas, SCS-INI-NET-VNC-E2E" userId="487bc3e3-9ce7-4cdd-b7b4-8899ea88d289" providerId="ADAL" clId="{ADEEF08A-D719-4B50-A383-4105EDA2C206}" dt="2026-03-09T13:14:20.151" v="21" actId="47"/>
        <pc:sldMkLst>
          <pc:docMk/>
          <pc:sldMk cId="2878460098" sldId="2145706306"/>
        </pc:sldMkLst>
      </pc:sldChg>
      <pc:sldChg chg="del">
        <pc:chgData name="Graf Thomas, SCS-INI-NET-VNC-E2E" userId="487bc3e3-9ce7-4cdd-b7b4-8899ea88d289" providerId="ADAL" clId="{ADEEF08A-D719-4B50-A383-4105EDA2C206}" dt="2026-03-09T13:14:20.151" v="21" actId="47"/>
        <pc:sldMkLst>
          <pc:docMk/>
          <pc:sldMk cId="4208302676" sldId="2145706307"/>
        </pc:sldMkLst>
      </pc:sldChg>
    </pc:docChg>
  </pc:docChgLst>
  <pc:docChgLst>
    <pc:chgData name="Graf Thomas, SCS-INI-NET-VNC-E2E" userId="487bc3e3-9ce7-4cdd-b7b4-8899ea88d289" providerId="ADAL" clId="{1BAAA70E-921F-47F1-8CE8-3DD05F71A227}"/>
    <pc:docChg chg="undo custSel addSld delSld modSld">
      <pc:chgData name="Graf Thomas, SCS-INI-NET-VNC-E2E" userId="487bc3e3-9ce7-4cdd-b7b4-8899ea88d289" providerId="ADAL" clId="{1BAAA70E-921F-47F1-8CE8-3DD05F71A227}" dt="2025-10-28T10:16:50.477" v="3277" actId="20577"/>
      <pc:docMkLst>
        <pc:docMk/>
      </pc:docMkLst>
      <pc:sldChg chg="modSp mod">
        <pc:chgData name="Graf Thomas, SCS-INI-NET-VNC-E2E" userId="487bc3e3-9ce7-4cdd-b7b4-8899ea88d289" providerId="ADAL" clId="{1BAAA70E-921F-47F1-8CE8-3DD05F71A227}" dt="2025-10-28T10:16:45.447" v="3276" actId="20577"/>
        <pc:sldMkLst>
          <pc:docMk/>
          <pc:sldMk cId="3578665336" sldId="1041"/>
        </pc:sldMkLst>
      </pc:sldChg>
      <pc:sldChg chg="addSp delSp modSp mod">
        <pc:chgData name="Graf Thomas, SCS-INI-NET-VNC-E2E" userId="487bc3e3-9ce7-4cdd-b7b4-8899ea88d289" providerId="ADAL" clId="{1BAAA70E-921F-47F1-8CE8-3DD05F71A227}" dt="2025-10-26T12:36:52.161" v="1823" actId="20577"/>
        <pc:sldMkLst>
          <pc:docMk/>
          <pc:sldMk cId="2617504443" sldId="2145706242"/>
        </pc:sldMkLst>
      </pc:sldChg>
      <pc:sldChg chg="modSp add mod">
        <pc:chgData name="Graf Thomas, SCS-INI-NET-VNC-E2E" userId="487bc3e3-9ce7-4cdd-b7b4-8899ea88d289" providerId="ADAL" clId="{1BAAA70E-921F-47F1-8CE8-3DD05F71A227}" dt="2025-10-26T13:40:53.571" v="2960" actId="20577"/>
        <pc:sldMkLst>
          <pc:docMk/>
          <pc:sldMk cId="2750719351" sldId="2145706243"/>
        </pc:sldMkLst>
      </pc:sldChg>
      <pc:sldChg chg="delSp modSp add del mod">
        <pc:chgData name="Graf Thomas, SCS-INI-NET-VNC-E2E" userId="487bc3e3-9ce7-4cdd-b7b4-8899ea88d289" providerId="ADAL" clId="{1BAAA70E-921F-47F1-8CE8-3DD05F71A227}" dt="2025-10-25T08:15:30.036" v="1719" actId="2696"/>
        <pc:sldMkLst>
          <pc:docMk/>
          <pc:sldMk cId="100426460" sldId="2145706244"/>
        </pc:sldMkLst>
      </pc:sldChg>
      <pc:sldChg chg="addSp delSp modSp add mod">
        <pc:chgData name="Graf Thomas, SCS-INI-NET-VNC-E2E" userId="487bc3e3-9ce7-4cdd-b7b4-8899ea88d289" providerId="ADAL" clId="{1BAAA70E-921F-47F1-8CE8-3DD05F71A227}" dt="2025-10-28T10:16:50.477" v="3277" actId="20577"/>
        <pc:sldMkLst>
          <pc:docMk/>
          <pc:sldMk cId="388497335" sldId="2145706244"/>
        </pc:sldMkLst>
      </pc:sldChg>
      <pc:sldChg chg="addSp delSp modSp add mod">
        <pc:chgData name="Graf Thomas, SCS-INI-NET-VNC-E2E" userId="487bc3e3-9ce7-4cdd-b7b4-8899ea88d289" providerId="ADAL" clId="{1BAAA70E-921F-47F1-8CE8-3DD05F71A227}" dt="2025-10-28T09:06:20.352" v="3260" actId="790"/>
        <pc:sldMkLst>
          <pc:docMk/>
          <pc:sldMk cId="1877027452" sldId="2145706245"/>
        </pc:sldMkLst>
      </pc:sldChg>
      <pc:sldChg chg="modSp add mod">
        <pc:chgData name="Graf Thomas, SCS-INI-NET-VNC-E2E" userId="487bc3e3-9ce7-4cdd-b7b4-8899ea88d289" providerId="ADAL" clId="{1BAAA70E-921F-47F1-8CE8-3DD05F71A227}" dt="2025-10-28T09:06:12.054" v="3259" actId="790"/>
        <pc:sldMkLst>
          <pc:docMk/>
          <pc:sldMk cId="4476213" sldId="2145706246"/>
        </pc:sldMkLst>
      </pc:sldChg>
      <pc:sldChg chg="addSp delSp modSp add mod">
        <pc:chgData name="Graf Thomas, SCS-INI-NET-VNC-E2E" userId="487bc3e3-9ce7-4cdd-b7b4-8899ea88d289" providerId="ADAL" clId="{1BAAA70E-921F-47F1-8CE8-3DD05F71A227}" dt="2025-10-28T09:11:28.538" v="3274" actId="478"/>
        <pc:sldMkLst>
          <pc:docMk/>
          <pc:sldMk cId="1911218804" sldId="2145706247"/>
        </pc:sldMkLst>
      </pc:sldChg>
      <pc:sldChg chg="add">
        <pc:chgData name="Graf Thomas, SCS-INI-NET-VNC-E2E" userId="487bc3e3-9ce7-4cdd-b7b4-8899ea88d289" providerId="ADAL" clId="{1BAAA70E-921F-47F1-8CE8-3DD05F71A227}" dt="2025-10-28T10:16:26.673" v="3275"/>
        <pc:sldMkLst>
          <pc:docMk/>
          <pc:sldMk cId="2860389926" sldId="2145706248"/>
        </pc:sldMkLst>
      </pc:sldChg>
      <pc:sldChg chg="add">
        <pc:chgData name="Graf Thomas, SCS-INI-NET-VNC-E2E" userId="487bc3e3-9ce7-4cdd-b7b4-8899ea88d289" providerId="ADAL" clId="{1BAAA70E-921F-47F1-8CE8-3DD05F71A227}" dt="2025-10-28T10:16:26.673" v="3275"/>
        <pc:sldMkLst>
          <pc:docMk/>
          <pc:sldMk cId="3526766535" sldId="2145706249"/>
        </pc:sldMkLst>
      </pc:sldChg>
      <pc:sldChg chg="add">
        <pc:chgData name="Graf Thomas, SCS-INI-NET-VNC-E2E" userId="487bc3e3-9ce7-4cdd-b7b4-8899ea88d289" providerId="ADAL" clId="{1BAAA70E-921F-47F1-8CE8-3DD05F71A227}" dt="2025-10-28T10:16:26.673" v="3275"/>
        <pc:sldMkLst>
          <pc:docMk/>
          <pc:sldMk cId="2695572745" sldId="2145706305"/>
        </pc:sldMkLst>
      </pc:sldChg>
      <pc:sldChg chg="add">
        <pc:chgData name="Graf Thomas, SCS-INI-NET-VNC-E2E" userId="487bc3e3-9ce7-4cdd-b7b4-8899ea88d289" providerId="ADAL" clId="{1BAAA70E-921F-47F1-8CE8-3DD05F71A227}" dt="2025-10-28T10:16:26.673" v="3275"/>
        <pc:sldMkLst>
          <pc:docMk/>
          <pc:sldMk cId="2878460098" sldId="2145706306"/>
        </pc:sldMkLst>
      </pc:sldChg>
      <pc:sldChg chg="add">
        <pc:chgData name="Graf Thomas, SCS-INI-NET-VNC-E2E" userId="487bc3e3-9ce7-4cdd-b7b4-8899ea88d289" providerId="ADAL" clId="{1BAAA70E-921F-47F1-8CE8-3DD05F71A227}" dt="2025-10-28T10:16:26.673" v="3275"/>
        <pc:sldMkLst>
          <pc:docMk/>
          <pc:sldMk cId="4208302676" sldId="21457063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705E9-673F-4AC4-B29E-A7B26F3B8523}" type="datetimeFigureOut">
              <a:rPr lang="de-CH" smtClean="0"/>
              <a:t>09.03.2026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C52A0-2F3F-497F-8536-39D60282E9C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167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2d538e9c0b5_2_1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3" name="Google Shape;1503;g2d538e9c0b5_2_136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4" name="Google Shape;1504;g2d538e9c0b5_2_136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2d538e9c0b5_2_13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g2d538e9c0b5_2_1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g2d538e9c0b5_2_1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9" name="Google Shape;1519;g2d538e9c0b5_2_1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4980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FD365696-6FD7-8D01-8245-1F6B9D3B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5E016976-46C9-B7AF-7AF2-4C55BBD3E1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7DE42BFF-F297-A1C8-D4A5-2777CCDCF3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2832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D511E151-ABB2-8EAB-F655-3816AC03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A1EC2C73-9DB5-D03A-FC49-E5A4DA112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9F3C4E54-AB15-D076-0876-BA5D5866F2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1968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497B1BEE-5147-0E38-FD91-CF0151925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9545E538-871F-0816-F01E-6EA56F883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484F2E50-E1B8-31ED-56CD-A34B9FF3EB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0038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2d538e9c0b5_2_157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9" name="Google Shape;1649;g2d538e9c0b5_2_1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4512-1D3B-4B73-B042-476E6184E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68D7F-8149-41A1-BACA-3AE93B5EB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1F274-2081-4043-A760-EBE78731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09.03.2026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4A492-DE76-49D9-B2D6-119D939A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59CCC-4F98-451F-BD3B-E72AFDCA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8582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BDF6-FBD2-40AF-9486-BB4A908B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C614F-9AF2-40AF-A811-367A6AFA5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87B81-7873-4625-90C6-65B7D39F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09.03.2026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62558-7E3E-4F68-94CA-8F448DCC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E61FB-1357-46F5-903C-1994E98B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938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D0C7-725B-4BFF-9522-83239C8F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E1048-3DC5-4B9C-899F-DED6314AE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5DBFD-FBBF-4914-87A2-F3A61F56D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09.03.2026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571A4-73D2-444B-9013-7EFE083B1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CFB92-7142-4854-ACC6-4129F01E7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037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36279-2318-4AD6-A5F8-75FAC2F47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0583D-F808-46BC-A112-FEA6430F47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9A202-30E0-43D7-8764-65A6F84FD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91E6B-307F-487A-ACE7-95C6B653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09.03.2026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1F60B-CB79-4100-B5DF-1E9EA55C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3C06A-1F3A-41DA-8ED0-F1B05343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73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37BF-12E0-4609-8885-BA3B61207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6F202-5F12-4652-B24C-DE18E1A33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F7499-BB9D-474C-80E4-FBDD9AF94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8ABCD-03D9-487D-A401-5C46542B9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90E7B8-775C-4651-8505-06EEF69C7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E55546-7C7E-4AE1-B224-70E058A0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09.03.2026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7DA8F-0A89-45FF-A3CC-8973287CF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A632D-9625-4B76-A006-24C009E1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005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A4D9-592C-47DB-A38B-6773D38A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F8F040-BDDF-4877-8526-169F2DA14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09.03.2026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0B3BB-C496-4AF5-8EB6-7559F47A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E77DB-3A65-40BB-95CE-131D701F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49343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6202C-9526-41D5-A80B-2DF289677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09.03.2026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3DB588-08C7-4A6C-AB92-AA66E93D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035E7-88C8-4D96-B785-776340A7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811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2E0B-BAAE-488E-8A9B-5E2F97281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22BD-ADB1-4F08-B9D6-E993F811F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29BCF-9547-4664-BC89-023CF460C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46FE1-476B-4893-8CD9-264AC97F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09.03.2026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5B88A-2D78-46C2-BBA5-A7E4B6C77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BCD13-0D0A-4531-9C78-280B1923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48955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2F91-0DE7-463A-B320-CFD88985B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FAE06-08B0-40A8-8F3E-C20E2667A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DC7CF-A958-437D-97CD-D3E81DB92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2DCF7-E5CF-40ED-9C23-5F54FB7C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09.03.2026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598A1-F516-4BF3-A1DB-EFB3FD80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CE8FE-0171-448F-8772-43B1E412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026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D866-2D41-48BC-9DC3-7FEE77BA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77519-4E02-40D8-8B6A-3A512977D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31AF6-5DD6-4C3B-B500-F46F75D5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09.03.2026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92F3-29F5-4955-B2D5-391EC52DB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B107A-54F3-441F-911A-3CD57FDE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349AB2-2AB2-43A7-8656-1622691F7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361E9-F971-441C-8CE6-36B504422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F5765-AAA1-4EBA-9889-B58751F15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09.03.2026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360DF-246C-4E18-B36B-09227336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95E4A-A865-4DAD-8AEC-EE7D584D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5912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 type="tx">
  <p:cSld name="1_Title and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609585" lvl="0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828754" lvl="2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11230425" y="6369657"/>
            <a:ext cx="35197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27472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CDFDE9-18F4-48C4-A401-3E984B39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7C9F2-47EC-46EF-9DAA-721B9E5EF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2DCEB-FFB0-4E16-B62A-C5FBA3476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B238C-2335-4007-98C9-471C02CC43B6}" type="datetimeFigureOut">
              <a:rPr lang="de-CH" smtClean="0"/>
              <a:t>09.03.2026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C72CA-B967-43BF-81A8-8AE258386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67793-ADCE-4178-B0C6-9992EC74B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75956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etwork-analytics/udp-notif-dissector" TargetMode="External"/><Relationship Id="rId3" Type="http://schemas.openxmlformats.org/officeDocument/2006/relationships/hyperlink" Target="https://github.com/NetGauze/NetGauze" TargetMode="External"/><Relationship Id="rId7" Type="http://schemas.openxmlformats.org/officeDocument/2006/relationships/hyperlink" Target="https://github.com/yang-central/yangkit/pull/4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CESNET/libyang/compare/master...devel" TargetMode="External"/><Relationship Id="rId5" Type="http://schemas.openxmlformats.org/officeDocument/2006/relationships/hyperlink" Target="https://github.com/network-analytics/yang-kafka-integration" TargetMode="External"/><Relationship Id="rId10" Type="http://schemas.openxmlformats.org/officeDocument/2006/relationships/hyperlink" Target="https://www.network-analytics.org/yp/how-to-deploy.html" TargetMode="External"/><Relationship Id="rId4" Type="http://schemas.openxmlformats.org/officeDocument/2006/relationships/hyperlink" Target="https://github.com/pmacct/pmacct" TargetMode="Externa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network-analytics/ietf-network-analytics-document-status/tree/main/125/Hackathon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tracker.ietf.org/doc/html/draft-ietf-netconf-yang-notifications-versioning" TargetMode="External"/><Relationship Id="rId13" Type="http://schemas.openxmlformats.org/officeDocument/2006/relationships/hyperlink" Target="https://datatracker.ietf.org/doc/html/draft-netana-nmop-yang-anydata-validation" TargetMode="External"/><Relationship Id="rId3" Type="http://schemas.openxmlformats.org/officeDocument/2006/relationships/hyperlink" Target="https://datatracker.ietf.org/doc/html/rfc8639" TargetMode="External"/><Relationship Id="rId7" Type="http://schemas.openxmlformats.org/officeDocument/2006/relationships/hyperlink" Target="https://datatracker.ietf.org/doc/html/draft-ietf-netconf-notif-envelope" TargetMode="External"/><Relationship Id="rId12" Type="http://schemas.openxmlformats.org/officeDocument/2006/relationships/hyperlink" Target="https://datatracker.ietf.org/doc/html/draft-ietf-netconf-yang-library-augmentatio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atatracker.ietf.org/doc/html/draft-ietf-netconf-distributed-notif" TargetMode="External"/><Relationship Id="rId11" Type="http://schemas.openxmlformats.org/officeDocument/2006/relationships/hyperlink" Target="https://datatracker.ietf.org/doc/html/rfc8525" TargetMode="External"/><Relationship Id="rId5" Type="http://schemas.openxmlformats.org/officeDocument/2006/relationships/hyperlink" Target="https://datatracker.ietf.org/doc/html/draft-ietf-netconf-udp-notif" TargetMode="External"/><Relationship Id="rId10" Type="http://schemas.openxmlformats.org/officeDocument/2006/relationships/hyperlink" Target="https://datatracker.ietf.org/doc/html/draft-ietf-netconf-yp-transport-capabilities" TargetMode="External"/><Relationship Id="rId4" Type="http://schemas.openxmlformats.org/officeDocument/2006/relationships/hyperlink" Target="https://datatracker.ietf.org/doc/html/rfc8641" TargetMode="External"/><Relationship Id="rId9" Type="http://schemas.openxmlformats.org/officeDocument/2006/relationships/hyperlink" Target="https://datatracker.ietf.org/doc/html/rfc9196" TargetMode="External"/><Relationship Id="rId14" Type="http://schemas.openxmlformats.org/officeDocument/2006/relationships/hyperlink" Target="https://datatracker.ietf.org/doc/html/rfc9254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s://github.com/Zephyre777/draft-lincla-netconf-yang-library-augmenta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network-analytics/udp-notif-c-collector" TargetMode="External"/><Relationship Id="rId5" Type="http://schemas.openxmlformats.org/officeDocument/2006/relationships/hyperlink" Target="https://github.com/pmacct/pmacct" TargetMode="External"/><Relationship Id="rId4" Type="http://schemas.openxmlformats.org/officeDocument/2006/relationships/hyperlink" Target="https://github.com/NetGauze/NetGauze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github.com/pmacct/pmacct" TargetMode="External"/><Relationship Id="rId4" Type="http://schemas.openxmlformats.org/officeDocument/2006/relationships/hyperlink" Target="https://github.com/NetGauze/NetGauze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draft-ietf-netconf-yang-library-augmentedby" TargetMode="External"/><Relationship Id="rId7" Type="http://schemas.openxmlformats.org/officeDocument/2006/relationships/hyperlink" Target="https://datatracker.ietf.org/doc/html/draft-ietf-nmop-message-broker-telemetry-message" TargetMode="External"/><Relationship Id="rId2" Type="http://schemas.openxmlformats.org/officeDocument/2006/relationships/hyperlink" Target="https://datatracker.ietf.org/doc/draft-ietf-netconf-notif-envelop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tracker.ietf.org/doc/html/draft-ietf-nmop-yang-message-broker-integration" TargetMode="External"/><Relationship Id="rId5" Type="http://schemas.openxmlformats.org/officeDocument/2006/relationships/hyperlink" Target="https://datatracker.ietf.org/doc/draft-ietf-netconf-yp-transport-capabilities/" TargetMode="External"/><Relationship Id="rId4" Type="http://schemas.openxmlformats.org/officeDocument/2006/relationships/hyperlink" Target="https://datatracker.ietf.org/doc/html/draft-ietf-netconf-yang-notifications-versioning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draft-ietf-netconf-udp-client-server" TargetMode="External"/><Relationship Id="rId2" Type="http://schemas.openxmlformats.org/officeDocument/2006/relationships/hyperlink" Target="https://datatracker.ietf.org/doc/html/draft-ietf-netconf-udp-noti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tatracker.ietf.org/doc/html/draft-ietf-netmod-yang-anydata-validation" TargetMode="External"/><Relationship Id="rId4" Type="http://schemas.openxmlformats.org/officeDocument/2006/relationships/hyperlink" Target="https://datatracker.ietf.org/doc/html/draft-ietf-netconf-distributed-noti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C26208B2-0D10-4C23-B2DE-372A62E98644}"/>
              </a:ext>
            </a:extLst>
          </p:cNvPr>
          <p:cNvSpPr txBox="1">
            <a:spLocks/>
          </p:cNvSpPr>
          <p:nvPr/>
        </p:nvSpPr>
        <p:spPr>
          <a:xfrm>
            <a:off x="606830" y="1365772"/>
            <a:ext cx="11395314" cy="3239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/>
              <a:t>An Architecture for YANG-Push to Message Broker </a:t>
            </a:r>
            <a:r>
              <a:rPr lang="en-US" sz="3400" b="1" dirty="0">
                <a:solidFill>
                  <a:srgbClr val="FF0000"/>
                </a:solidFill>
              </a:rPr>
              <a:t>Integration</a:t>
            </a:r>
            <a:br>
              <a:rPr lang="en-US" sz="3600" b="1" dirty="0"/>
            </a:br>
            <a:r>
              <a:rPr lang="en-US" sz="2800" dirty="0"/>
              <a:t>draft-ietf-nmop-yang-message-broker-integration-11</a:t>
            </a:r>
          </a:p>
          <a:p>
            <a:endParaRPr lang="en-US" sz="2800" dirty="0"/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Motivation and architecture of a native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	YANG-Push notifications and YANG Schema integration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		into Message Broker and YANG Schema Registry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23057C-339A-4254-8994-8EB77B8B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2200" smtClean="0"/>
              <a:t>1</a:t>
            </a:fld>
            <a:endParaRPr lang="de-CH" sz="2200" dirty="0"/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6CAA0765-1318-4A03-8F91-D3ECC43D8FA7}"/>
              </a:ext>
            </a:extLst>
          </p:cNvPr>
          <p:cNvSpPr txBox="1">
            <a:spLocks/>
          </p:cNvSpPr>
          <p:nvPr/>
        </p:nvSpPr>
        <p:spPr>
          <a:xfrm>
            <a:off x="838200" y="5658415"/>
            <a:ext cx="11163943" cy="70322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300"/>
              </a:spcBef>
              <a:buNone/>
              <a:defRPr sz="1782"/>
            </a:pPr>
            <a:r>
              <a:rPr lang="de-CH" sz="1400" b="1" dirty="0">
                <a:latin typeface="+mj-lt"/>
              </a:rPr>
              <a:t>thomas.graf@swisscom.com</a:t>
            </a:r>
            <a:br>
              <a:rPr lang="de-CH" sz="1400" b="1" dirty="0">
                <a:latin typeface="+mj-lt"/>
              </a:rPr>
            </a:br>
            <a:r>
              <a:rPr lang="de-CH" sz="1400" dirty="0">
                <a:latin typeface="+mj-lt"/>
              </a:rPr>
              <a:t>ahmed.elhassany@swisscom.com</a:t>
            </a:r>
          </a:p>
          <a:p>
            <a:pPr marL="0" indent="0" algn="r">
              <a:spcBef>
                <a:spcPts val="300"/>
              </a:spcBef>
              <a:buNone/>
              <a:defRPr sz="1782"/>
            </a:pPr>
            <a:endParaRPr lang="de-CH" sz="1400" dirty="0">
              <a:latin typeface="+mj-lt"/>
            </a:endParaRPr>
          </a:p>
          <a:p>
            <a:pPr marL="0" indent="0" algn="r">
              <a:spcBef>
                <a:spcPts val="300"/>
              </a:spcBef>
              <a:buNone/>
            </a:pPr>
            <a:r>
              <a:rPr lang="de-CH" sz="1400" dirty="0">
                <a:latin typeface="+mj-lt"/>
              </a:rPr>
              <a:t>9. March </a:t>
            </a:r>
            <a:r>
              <a:rPr lang="de-CH" sz="1400" dirty="0">
                <a:latin typeface="+mj-lt"/>
                <a:ea typeface="+mj-ea"/>
                <a:cs typeface="+mj-cs"/>
              </a:rPr>
              <a:t>2026</a:t>
            </a:r>
            <a:endParaRPr lang="de-CH" sz="1400" dirty="0">
              <a:latin typeface="+mj-lt"/>
            </a:endParaRPr>
          </a:p>
          <a:p>
            <a:pPr algn="r"/>
            <a:endParaRPr lang="de-CH" sz="2200" dirty="0"/>
          </a:p>
        </p:txBody>
      </p:sp>
    </p:spTree>
    <p:extLst>
      <p:ext uri="{BB962C8B-B14F-4D97-AF65-F5344CB8AC3E}">
        <p14:creationId xmlns:p14="http://schemas.microsoft.com/office/powerpoint/2010/main" val="3578665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12E10-D23C-63C1-BF5E-2E15CFD12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D8FC1-6AD2-4FDB-0618-87CF7F397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An Architecture for YANG-Push to Message Broker Integration</a:t>
            </a:r>
            <a:br>
              <a:rPr lang="en-GB" sz="3600" dirty="0"/>
            </a:br>
            <a:r>
              <a:rPr lang="en-GB" sz="2700" dirty="0">
                <a:solidFill>
                  <a:schemeClr val="bg2">
                    <a:lumMod val="75000"/>
                  </a:schemeClr>
                </a:solidFill>
              </a:rPr>
              <a:t>Status </a:t>
            </a:r>
            <a:r>
              <a:rPr lang="de-CH" sz="2700" dirty="0" err="1">
                <a:solidFill>
                  <a:schemeClr val="bg2">
                    <a:lumMod val="75000"/>
                  </a:schemeClr>
                </a:solidFill>
              </a:rPr>
              <a:t>from</a:t>
            </a:r>
            <a:r>
              <a:rPr lang="de-CH" sz="27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de-CH" sz="2700" b="1" dirty="0">
                <a:solidFill>
                  <a:srgbClr val="FF0000"/>
                </a:solidFill>
              </a:rPr>
              <a:t>-10 and -11 </a:t>
            </a:r>
            <a:r>
              <a:rPr lang="de-CH" sz="2700" dirty="0">
                <a:solidFill>
                  <a:schemeClr val="bg2">
                    <a:lumMod val="75000"/>
                  </a:schemeClr>
                </a:solidFill>
              </a:rPr>
              <a:t>and Next </a:t>
            </a:r>
            <a:r>
              <a:rPr lang="de-CH" sz="2700" dirty="0" err="1">
                <a:solidFill>
                  <a:schemeClr val="bg2">
                    <a:lumMod val="75000"/>
                  </a:schemeClr>
                </a:solidFill>
              </a:rPr>
              <a:t>Steps</a:t>
            </a:r>
            <a:endParaRPr lang="en-US" sz="27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8AC62-B5C5-ADE4-1957-88D3A14E9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2816"/>
            <a:ext cx="6889468" cy="44041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 Body"/>
              </a:rPr>
              <a:t>Status</a:t>
            </a:r>
          </a:p>
          <a:p>
            <a:r>
              <a:rPr lang="en-US" sz="1800" dirty="0">
                <a:latin typeface="Calibri Body"/>
              </a:rPr>
              <a:t>Expanded system architecture picture with YANG Message Broker Producer and Consumer</a:t>
            </a:r>
          </a:p>
          <a:p>
            <a:r>
              <a:rPr lang="en-US" sz="1800" dirty="0">
                <a:latin typeface="Calibri Body"/>
              </a:rPr>
              <a:t>Expanded terminology section with terms defined by the document.</a:t>
            </a:r>
          </a:p>
          <a:p>
            <a:r>
              <a:rPr lang="en-US" sz="1800" dirty="0">
                <a:latin typeface="Calibri Body"/>
              </a:rPr>
              <a:t>Expanded YANG-Push Receiver and YANG Schema Registry to describe and example how YANG features are being covered in schema registration.</a:t>
            </a:r>
          </a:p>
          <a:p>
            <a:r>
              <a:rPr lang="en-US" sz="1800" dirty="0">
                <a:latin typeface="Calibri Body"/>
              </a:rPr>
              <a:t>Added IETF 125 in the milestone appendix to describe the current implementation states and the planned hackathon items.</a:t>
            </a:r>
          </a:p>
          <a:p>
            <a:r>
              <a:rPr lang="en-US" sz="1800" dirty="0">
                <a:latin typeface="Calibri Body"/>
              </a:rPr>
              <a:t>Minor editorial edits.</a:t>
            </a:r>
          </a:p>
          <a:p>
            <a:pPr marL="0" indent="0">
              <a:buNone/>
            </a:pPr>
            <a:r>
              <a:rPr lang="en-US" sz="1800" b="1" dirty="0">
                <a:latin typeface="Calibri Body"/>
              </a:rPr>
              <a:t>Next Steps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Calibri Body"/>
              </a:rPr>
              <a:t>Add security and operations considerations section.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BB66400-890A-2BF7-2334-5D3E2ED00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2</a:t>
            </a:fld>
            <a:endParaRPr lang="de-CH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387A0A-31AF-1F13-B49C-A076AD740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046" y="1229670"/>
            <a:ext cx="3732346" cy="549044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C23250E-A19C-6C6E-E1FC-F12B08950F9A}"/>
              </a:ext>
            </a:extLst>
          </p:cNvPr>
          <p:cNvSpPr/>
          <p:nvPr/>
        </p:nvSpPr>
        <p:spPr>
          <a:xfrm>
            <a:off x="10602746" y="4097521"/>
            <a:ext cx="678730" cy="650450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46C0A3E-C63B-0C8F-03EC-36242F20FBD1}"/>
              </a:ext>
            </a:extLst>
          </p:cNvPr>
          <p:cNvSpPr/>
          <p:nvPr/>
        </p:nvSpPr>
        <p:spPr>
          <a:xfrm>
            <a:off x="9924961" y="2026307"/>
            <a:ext cx="678730" cy="650450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0719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47D17A-A259-8B8A-20E0-474E61FF5DB6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506" name="Google Shape;1506;p43"/>
          <p:cNvSpPr txBox="1">
            <a:spLocks noGrp="1"/>
          </p:cNvSpPr>
          <p:nvPr>
            <p:ph type="ctrTitle" idx="4294967295"/>
          </p:nvPr>
        </p:nvSpPr>
        <p:spPr>
          <a:xfrm>
            <a:off x="615481" y="374074"/>
            <a:ext cx="7726919" cy="19827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 fontScale="90000"/>
          </a:bodyPr>
          <a:lstStyle/>
          <a:p>
            <a:pPr>
              <a:buClr>
                <a:srgbClr val="888888"/>
              </a:buClr>
              <a:buSzPts val="2500"/>
            </a:pPr>
            <a:r>
              <a:rPr lang="en-US" sz="3733" b="1" dirty="0"/>
              <a:t>Validate YANG-Push to Message Broker End-To-End Data Processing Chain</a:t>
            </a:r>
            <a:br>
              <a:rPr lang="en" sz="5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733" dirty="0">
                <a:solidFill>
                  <a:srgbClr val="888888"/>
                </a:solidFill>
              </a:rPr>
              <a:t>IETF 125 Hackathon, March 14-15</a:t>
            </a:r>
            <a:r>
              <a:rPr lang="en-US" sz="3733" baseline="30000" dirty="0">
                <a:solidFill>
                  <a:srgbClr val="888888"/>
                </a:solidFill>
              </a:rPr>
              <a:t>th</a:t>
            </a:r>
            <a:r>
              <a:rPr lang="en-US" sz="3733" dirty="0">
                <a:solidFill>
                  <a:srgbClr val="888888"/>
                </a:solidFill>
              </a:rPr>
              <a:t> 2026</a:t>
            </a:r>
            <a:endParaRPr sz="3733" dirty="0">
              <a:solidFill>
                <a:srgbClr val="88888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4A158-30A9-C387-5FFD-6AEF58492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308" y="166365"/>
            <a:ext cx="3617520" cy="6691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99727B-B192-98C3-96AF-57104AF0EAA7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2" name="Google Shape;1523;p45">
            <a:extLst>
              <a:ext uri="{FF2B5EF4-FFF2-40B4-BE49-F238E27FC236}">
                <a16:creationId xmlns:a16="http://schemas.microsoft.com/office/drawing/2014/main" id="{BCB98076-6DA6-6B8C-F53E-DB5902062E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83759"/>
            <a:ext cx="245415" cy="3077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pPr>
              <a:buClr>
                <a:srgbClr val="888888"/>
              </a:buClr>
              <a:buSzPts val="1200"/>
            </a:pPr>
            <a:fld id="{00000000-1234-1234-1234-123412341234}" type="slidenum">
              <a:rPr lang="en"/>
              <a:pPr>
                <a:buClr>
                  <a:srgbClr val="888888"/>
                </a:buClr>
                <a:buSzPts val="1200"/>
              </a:pPr>
              <a:t>3</a:t>
            </a:fld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7D732B-7C97-BB77-12AC-297C6F620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491" y="2564564"/>
            <a:ext cx="6311220" cy="3566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44"/>
          <p:cNvSpPr txBox="1">
            <a:spLocks noGrp="1"/>
          </p:cNvSpPr>
          <p:nvPr>
            <p:ph type="title"/>
          </p:nvPr>
        </p:nvSpPr>
        <p:spPr>
          <a:xfrm>
            <a:off x="728132" y="274638"/>
            <a:ext cx="10292595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3800"/>
            </a:pPr>
            <a:r>
              <a:rPr lang="en-US" sz="5067" dirty="0"/>
              <a:t>Hackathon Plan, Software and Website</a:t>
            </a:r>
          </a:p>
        </p:txBody>
      </p:sp>
      <p:sp>
        <p:nvSpPr>
          <p:cNvPr id="1515" name="Google Shape;1515;p44"/>
          <p:cNvSpPr txBox="1">
            <a:spLocks noGrp="1"/>
          </p:cNvSpPr>
          <p:nvPr>
            <p:ph type="body" idx="1"/>
          </p:nvPr>
        </p:nvSpPr>
        <p:spPr>
          <a:xfrm>
            <a:off x="728133" y="1219200"/>
            <a:ext cx="10570932" cy="277793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21771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-US" sz="1867" b="1" dirty="0">
                <a:latin typeface="Calibri"/>
                <a:ea typeface="Calibri"/>
                <a:cs typeface="Calibri"/>
                <a:sym typeface="Calibri"/>
              </a:rPr>
              <a:t>Test Plan</a:t>
            </a:r>
            <a:endParaRPr lang="en-US" noProof="0" dirty="0"/>
          </a:p>
          <a:p>
            <a:pPr marL="21771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-US" sz="1600" dirty="0"/>
              <a:t>Validate and verify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5 YANG-Push Publishers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2 YANG-Push Receivers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2 YANG-Push Network Telemetry Message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1 YANG Message Broker Producer and Schema Registry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3 YANG Message Broker Consumers</a:t>
            </a:r>
          </a:p>
          <a:p>
            <a:pPr marL="21771" indent="0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SzPts val="1400"/>
              <a:buNone/>
            </a:pPr>
            <a:r>
              <a:rPr lang="en-US" sz="1600" dirty="0"/>
              <a:t>implementation in YANG data integration automation. Subscribe to YANG</a:t>
            </a:r>
            <a:br>
              <a:rPr lang="en-US" sz="1600" dirty="0"/>
            </a:br>
            <a:r>
              <a:rPr lang="en-US" sz="1600" dirty="0"/>
              <a:t>data on YANG-Publisher, obtain and register all YANG modules necessary</a:t>
            </a:r>
            <a:br>
              <a:rPr lang="en-US" sz="1600" dirty="0"/>
            </a:br>
            <a:r>
              <a:rPr lang="en-US" sz="1600" dirty="0"/>
              <a:t>to build YANG schema tree, register YANG schemas to Schema  Registry</a:t>
            </a:r>
            <a:br>
              <a:rPr lang="en-US" sz="1600" dirty="0"/>
            </a:br>
            <a:r>
              <a:rPr lang="en-US" sz="1600" dirty="0"/>
              <a:t>and verify YANG notifications against scheme trees and produce and</a:t>
            </a:r>
            <a:br>
              <a:rPr lang="en-US" sz="1600" dirty="0"/>
            </a:br>
            <a:r>
              <a:rPr lang="en-US" sz="1600" dirty="0"/>
              <a:t>consume from Message Broker.</a:t>
            </a:r>
            <a:endParaRPr lang="en-US" sz="1600" dirty="0">
              <a:latin typeface="Calibri"/>
              <a:ea typeface="Calibri"/>
              <a:cs typeface="Calibri"/>
              <a:sym typeface="Calibri"/>
            </a:endParaRPr>
          </a:p>
          <a:p>
            <a:pPr marL="21771" indent="0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SzPts val="1400"/>
              <a:buNone/>
            </a:pPr>
            <a:r>
              <a:rPr lang="en-US" sz="1867" b="1" dirty="0"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lang="en-US" noProof="0" dirty="0"/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YANG-Push Publisher - Cisco IOS XR, 6WIND VSR, Huawei NE (Router) and MA (OLT) and </a:t>
            </a:r>
            <a:r>
              <a:rPr lang="en-US" sz="1600" dirty="0" err="1">
                <a:highlight>
                  <a:srgbClr val="FFFF00"/>
                </a:highlight>
              </a:rPr>
              <a:t>Arrcus</a:t>
            </a:r>
            <a:r>
              <a:rPr lang="en-US" sz="1600" dirty="0">
                <a:highlight>
                  <a:srgbClr val="FFFF00"/>
                </a:highlight>
              </a:rPr>
              <a:t> Arcos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YANG-Push Receiver – </a:t>
            </a:r>
            <a:r>
              <a:rPr lang="en-US" sz="1600" dirty="0" err="1">
                <a:latin typeface="Calibri"/>
                <a:ea typeface="Calibri"/>
                <a:cs typeface="Calibri"/>
                <a:sym typeface="Calibri"/>
                <a:hlinkClick r:id="rId3"/>
              </a:rPr>
              <a:t>Netgauze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600" dirty="0" err="1">
                <a:hlinkClick r:id="rId4"/>
              </a:rPr>
              <a:t>Pmacct</a:t>
            </a:r>
            <a:endParaRPr lang="en-US" sz="1600" dirty="0">
              <a:latin typeface="Calibri"/>
              <a:ea typeface="Calibri"/>
              <a:cs typeface="Calibri"/>
              <a:sym typeface="Calibri"/>
            </a:endParaRP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YANG Message Broker Producer </a:t>
            </a:r>
            <a:r>
              <a:rPr lang="en-US" sz="1600" dirty="0">
                <a:highlight>
                  <a:srgbClr val="FFFF00"/>
                </a:highlight>
              </a:rPr>
              <a:t>– </a:t>
            </a:r>
            <a:r>
              <a:rPr lang="en-US" sz="1600" dirty="0" err="1">
                <a:highlight>
                  <a:srgbClr val="FFFF00"/>
                </a:highlight>
                <a:hlinkClick r:id="rId3"/>
              </a:rPr>
              <a:t>Netgauze</a:t>
            </a:r>
            <a:endParaRPr lang="en-US" sz="1600" dirty="0">
              <a:highlight>
                <a:srgbClr val="FFFF00"/>
              </a:highlight>
            </a:endParaRP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YANG Message Broker Consumer – </a:t>
            </a:r>
            <a:r>
              <a:rPr lang="en-US" sz="1600" dirty="0" err="1">
                <a:highlight>
                  <a:srgbClr val="FFFF00"/>
                </a:highlight>
                <a:hlinkClick r:id="rId3"/>
              </a:rPr>
              <a:t>Netgauze</a:t>
            </a:r>
            <a:r>
              <a:rPr lang="en-US" sz="1600" dirty="0">
                <a:highlight>
                  <a:srgbClr val="FFFF00"/>
                </a:highlight>
              </a:rPr>
              <a:t>, Ciena </a:t>
            </a:r>
            <a:r>
              <a:rPr lang="en-US" sz="1600" dirty="0" err="1">
                <a:highlight>
                  <a:srgbClr val="FFFF00"/>
                </a:highlight>
              </a:rPr>
              <a:t>Blueplanet</a:t>
            </a:r>
            <a:r>
              <a:rPr lang="en-US" sz="1600" dirty="0">
                <a:highlight>
                  <a:srgbClr val="FFFF00"/>
                </a:highlight>
              </a:rPr>
              <a:t> UAA Workflow Engine, Cisco </a:t>
            </a:r>
            <a:r>
              <a:rPr lang="en-US" sz="1600" dirty="0" err="1">
                <a:highlight>
                  <a:srgbClr val="FFFF00"/>
                </a:highlight>
              </a:rPr>
              <a:t>Crosswork</a:t>
            </a:r>
            <a:r>
              <a:rPr lang="en-US" sz="1600" dirty="0">
                <a:highlight>
                  <a:srgbClr val="FFFF00"/>
                </a:highlight>
              </a:rPr>
              <a:t> Ingestion Service</a:t>
            </a:r>
            <a:endParaRPr lang="en-US" sz="1600" dirty="0">
              <a:latin typeface="Calibri"/>
              <a:ea typeface="Calibri"/>
              <a:cs typeface="Calibri"/>
              <a:sym typeface="Calibri"/>
            </a:endParaRP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YANG Schema Registry – </a:t>
            </a:r>
            <a:r>
              <a:rPr lang="en-US" sz="1600" dirty="0"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  <a:hlinkClick r:id="rId5"/>
              </a:rPr>
              <a:t>Apache Kafka YANG Plugin</a:t>
            </a:r>
            <a:endParaRPr lang="en-US" sz="1600" dirty="0"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 err="1">
                <a:highlight>
                  <a:srgbClr val="FFFF00"/>
                </a:highlight>
              </a:rPr>
              <a:t>Libyang</a:t>
            </a:r>
            <a:r>
              <a:rPr lang="en-US" sz="1600" dirty="0">
                <a:highlight>
                  <a:srgbClr val="FFFF00"/>
                </a:highlight>
              </a:rPr>
              <a:t> - </a:t>
            </a:r>
            <a:r>
              <a:rPr lang="en-US" sz="1600" dirty="0">
                <a:highlight>
                  <a:srgbClr val="FFFF00"/>
                </a:highlight>
                <a:hlinkClick r:id="rId6"/>
              </a:rPr>
              <a:t>https://github.com/CESNET/</a:t>
            </a:r>
            <a:r>
              <a:rPr lang="en-US" sz="1600" dirty="0" err="1">
                <a:highlight>
                  <a:srgbClr val="FFFF00"/>
                </a:highlight>
                <a:hlinkClick r:id="rId6"/>
              </a:rPr>
              <a:t>libyang</a:t>
            </a:r>
            <a:r>
              <a:rPr lang="en-US" sz="1600" dirty="0">
                <a:highlight>
                  <a:srgbClr val="FFFF00"/>
                </a:highlight>
                <a:hlinkClick r:id="rId6"/>
              </a:rPr>
              <a:t>/compare/master...devel</a:t>
            </a:r>
            <a:endParaRPr lang="en-US" sz="1600" dirty="0">
              <a:highlight>
                <a:srgbClr val="FFFF00"/>
              </a:highlight>
            </a:endParaRP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 err="1">
                <a:highlight>
                  <a:srgbClr val="FFFF00"/>
                </a:highlight>
              </a:rPr>
              <a:t>Yangkit</a:t>
            </a:r>
            <a:r>
              <a:rPr lang="en-US" sz="1600" dirty="0">
                <a:highlight>
                  <a:srgbClr val="FFFF00"/>
                </a:highlight>
              </a:rPr>
              <a:t> - </a:t>
            </a:r>
            <a:r>
              <a:rPr lang="en-US" sz="1600" dirty="0">
                <a:highlight>
                  <a:srgbClr val="FFFF00"/>
                </a:highlight>
                <a:hlinkClick r:id="rId7"/>
              </a:rPr>
              <a:t>https://github.com/yang-central/yangkit/pull/41</a:t>
            </a:r>
            <a:endParaRPr lang="en-US" sz="1600" dirty="0"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Wireshark - 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  <a:hlinkClick r:id="rId8"/>
              </a:rPr>
              <a:t>udp-notif dissector</a:t>
            </a:r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DC4F4D-B33D-1118-BAC0-63500FDC96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7217" y="1431355"/>
            <a:ext cx="3236607" cy="30161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639EC6-CFEC-5C52-B9C7-BC997E33CB5C}"/>
              </a:ext>
            </a:extLst>
          </p:cNvPr>
          <p:cNvSpPr txBox="1"/>
          <p:nvPr/>
        </p:nvSpPr>
        <p:spPr>
          <a:xfrm>
            <a:off x="6034643" y="4547971"/>
            <a:ext cx="53718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10"/>
              </a:rPr>
              <a:t>https://www.network-analytics.org/yp/how-to-deploy.html</a:t>
            </a:r>
            <a:endParaRPr lang="en-US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48DDB2-AD4A-DEAE-D5A3-D3BC5389479D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CC267-4141-8946-2B25-FD5BC687F09A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en-US" sz="3733" dirty="0">
              <a:solidFill>
                <a:schemeClr val="bg1"/>
              </a:solidFill>
            </a:endParaRPr>
          </a:p>
        </p:txBody>
      </p:sp>
      <p:sp>
        <p:nvSpPr>
          <p:cNvPr id="6" name="Google Shape;1523;p45">
            <a:extLst>
              <a:ext uri="{FF2B5EF4-FFF2-40B4-BE49-F238E27FC236}">
                <a16:creationId xmlns:a16="http://schemas.microsoft.com/office/drawing/2014/main" id="{8BF5BFF0-D54E-9B49-7B24-4B838033AC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3800"/>
            </a:pPr>
            <a:r>
              <a:rPr lang="en" sz="4533" dirty="0"/>
              <a:t>Hackathon – Repositories</a:t>
            </a:r>
            <a:endParaRPr sz="4533" dirty="0"/>
          </a:p>
        </p:txBody>
      </p:sp>
      <p:sp>
        <p:nvSpPr>
          <p:cNvPr id="1522" name="Google Shape;1522;p45"/>
          <p:cNvSpPr txBox="1">
            <a:spLocks noGrp="1"/>
          </p:cNvSpPr>
          <p:nvPr>
            <p:ph type="body" idx="1"/>
          </p:nvPr>
        </p:nvSpPr>
        <p:spPr>
          <a:xfrm>
            <a:off x="737163" y="1697611"/>
            <a:ext cx="4671964" cy="21897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21771" indent="0">
              <a:lnSpc>
                <a:spcPct val="90000"/>
              </a:lnSpc>
              <a:spcBef>
                <a:spcPts val="0"/>
              </a:spcBef>
              <a:buSzPts val="1400"/>
              <a:buNone/>
            </a:pPr>
            <a:r>
              <a:rPr lang="de-CH" sz="1867" b="1" dirty="0">
                <a:latin typeface="Calibri"/>
                <a:ea typeface="Calibri"/>
                <a:cs typeface="Calibri"/>
                <a:sym typeface="Calibri"/>
              </a:rPr>
              <a:t>Test </a:t>
            </a:r>
            <a:r>
              <a:rPr lang="de-CH" sz="1867" b="1" dirty="0" err="1">
                <a:latin typeface="Calibri"/>
                <a:ea typeface="Calibri"/>
                <a:cs typeface="Calibri"/>
                <a:sym typeface="Calibri"/>
              </a:rPr>
              <a:t>Results</a:t>
            </a:r>
            <a:r>
              <a:rPr lang="de-CH" sz="1867" b="1" dirty="0">
                <a:latin typeface="Calibri"/>
                <a:ea typeface="Calibri"/>
                <a:cs typeface="Calibri"/>
                <a:sym typeface="Calibri"/>
              </a:rPr>
              <a:t> on End </a:t>
            </a:r>
            <a:r>
              <a:rPr lang="de-CH" sz="1867" b="1" dirty="0" err="1">
                <a:latin typeface="Calibri"/>
                <a:ea typeface="Calibri"/>
                <a:cs typeface="Calibri"/>
                <a:sym typeface="Calibri"/>
              </a:rPr>
              <a:t>to</a:t>
            </a:r>
            <a:r>
              <a:rPr lang="de-CH" sz="1867" b="1" dirty="0">
                <a:latin typeface="Calibri"/>
                <a:ea typeface="Calibri"/>
                <a:cs typeface="Calibri"/>
                <a:sym typeface="Calibri"/>
              </a:rPr>
              <a:t> End Tests</a:t>
            </a:r>
            <a:br>
              <a:rPr lang="de-CH" sz="1867" b="1" dirty="0">
                <a:latin typeface="Calibri"/>
                <a:ea typeface="Calibri"/>
                <a:cs typeface="Calibri"/>
                <a:sym typeface="Calibri"/>
              </a:rPr>
            </a:br>
            <a:endParaRPr lang="de-CH" sz="1600" u="sng" dirty="0">
              <a:solidFill>
                <a:schemeClr val="hlink"/>
              </a:solidFill>
            </a:endParaRP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Netconf RPCs and YANG-Push JSON encoded notifications with wire captures from receiver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YANG-Push Receiver cache content generation with YANG library context, YANG modules, metadata and notification schema validation logs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/>
              <a:t>YANG Message Broker Producer serialization logs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/>
              <a:t>YANG Schema Registry schema examples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YANG Message Broker Consumer, serialization logs, </a:t>
            </a:r>
            <a:r>
              <a:rPr lang="en" sz="1600" dirty="0"/>
              <a:t>YANG library context, YANG modules and message </a:t>
            </a: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schema 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2B6FE5-731F-89A4-5001-7B70CD7E5E73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6720E-AF9B-BE1A-05C7-8B9B190C01D7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8" name="Google Shape;1523;p45">
            <a:extLst>
              <a:ext uri="{FF2B5EF4-FFF2-40B4-BE49-F238E27FC236}">
                <a16:creationId xmlns:a16="http://schemas.microsoft.com/office/drawing/2014/main" id="{2D983028-030F-7FAC-361F-2F3CEBD4DF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CAB23C-A1EC-F134-18D7-F05315C91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33" y="1744545"/>
            <a:ext cx="5509916" cy="42749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FDEF4D-758D-BDC4-17FB-86FA77F8BD87}"/>
              </a:ext>
            </a:extLst>
          </p:cNvPr>
          <p:cNvSpPr txBox="1"/>
          <p:nvPr/>
        </p:nvSpPr>
        <p:spPr>
          <a:xfrm>
            <a:off x="737164" y="6160374"/>
            <a:ext cx="103797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CH" sz="1600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https://github.com/network-analytics/ietf-network-analytics-document-status/tree/main/125/Hackathon/</a:t>
            </a:r>
            <a:endParaRPr lang="de-CH" sz="16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2B6FE5-731F-89A4-5001-7B70CD7E5E73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6720E-AF9B-BE1A-05C7-8B9B190C01D7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9" name="Google Shape;1529;p46">
            <a:extLst>
              <a:ext uri="{FF2B5EF4-FFF2-40B4-BE49-F238E27FC236}">
                <a16:creationId xmlns:a16="http://schemas.microsoft.com/office/drawing/2014/main" id="{A24BD4EE-319E-99D8-8524-268A6B1E71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868583"/>
            <a:ext cx="5257800" cy="39565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Subscription to YANG Notifications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3"/>
              </a:rPr>
              <a:t>RFC 8639</a:t>
            </a:r>
            <a:endParaRPr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Subscription to YANG Notifications for Datastore Updates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4"/>
              </a:rPr>
              <a:t>RFC 8641</a:t>
            </a:r>
            <a:endParaRPr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UDP-based Transport for Configured Subscriptions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5"/>
              </a:rPr>
              <a:t>draft-ietf-netconf-udp-notif</a:t>
            </a:r>
            <a:endParaRPr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Subscription to Distributed Notifications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6"/>
              </a:rPr>
              <a:t>draft-ietf-netconf-distributed-notif</a:t>
            </a:r>
            <a:endParaRPr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-US" sz="1333" dirty="0"/>
              <a:t>Extensible YANG Model for YANG-Push Notifications</a:t>
            </a:r>
            <a:br>
              <a:rPr lang="en" sz="1333" dirty="0"/>
            </a:br>
            <a:r>
              <a:rPr lang="de-CH" sz="1333" u="sng" dirty="0">
                <a:solidFill>
                  <a:schemeClr val="hlink"/>
                </a:solidFill>
                <a:hlinkClick r:id="rId7"/>
              </a:rPr>
              <a:t>draft-</a:t>
            </a:r>
            <a:r>
              <a:rPr lang="de-CH" sz="1333" u="sng" dirty="0" err="1">
                <a:solidFill>
                  <a:schemeClr val="hlink"/>
                </a:solidFill>
                <a:hlinkClick r:id="rId7"/>
              </a:rPr>
              <a:t>ietf</a:t>
            </a:r>
            <a:r>
              <a:rPr lang="de-CH" sz="1333" u="sng" dirty="0">
                <a:solidFill>
                  <a:schemeClr val="hlink"/>
                </a:solidFill>
                <a:hlinkClick r:id="rId7"/>
              </a:rPr>
              <a:t>-netconf-</a:t>
            </a:r>
            <a:r>
              <a:rPr lang="de-CH" sz="1333" u="sng" dirty="0" err="1">
                <a:solidFill>
                  <a:schemeClr val="hlink"/>
                </a:solidFill>
                <a:hlinkClick r:id="rId7"/>
              </a:rPr>
              <a:t>notif</a:t>
            </a:r>
            <a:r>
              <a:rPr lang="de-CH" sz="1333" u="sng" dirty="0">
                <a:solidFill>
                  <a:schemeClr val="hlink"/>
                </a:solidFill>
                <a:hlinkClick r:id="rId7"/>
              </a:rPr>
              <a:t>-</a:t>
            </a:r>
            <a:r>
              <a:rPr lang="de-CH" sz="1333" u="sng" dirty="0" err="1">
                <a:solidFill>
                  <a:schemeClr val="hlink"/>
                </a:solidFill>
                <a:hlinkClick r:id="rId7"/>
              </a:rPr>
              <a:t>envelope</a:t>
            </a:r>
            <a:endParaRPr lang="de-CH" sz="1333" u="sng" dirty="0">
              <a:solidFill>
                <a:schemeClr val="hlink"/>
              </a:solidFill>
            </a:endParaRPr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Support of Versioning in YANG Notifications Subscription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8"/>
              </a:rPr>
              <a:t>draft-ietf-netconf-yang-notifications-versioning</a:t>
            </a:r>
            <a:endParaRPr lang="de-CH"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-US" sz="1333" dirty="0"/>
              <a:t>YANG Modules Describing Capabilities for Systems and </a:t>
            </a:r>
            <a:br>
              <a:rPr lang="en-US" sz="1333" dirty="0"/>
            </a:br>
            <a:r>
              <a:rPr lang="en-US" sz="1333" dirty="0"/>
              <a:t>Datastore Update Notifications</a:t>
            </a:r>
            <a:br>
              <a:rPr lang="en-US" sz="1333" dirty="0"/>
            </a:br>
            <a:r>
              <a:rPr lang="en-US" sz="1333" dirty="0">
                <a:hlinkClick r:id="rId9"/>
              </a:rPr>
              <a:t>RFC 9196</a:t>
            </a:r>
            <a:endParaRPr lang="en-US"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-US" sz="1333" dirty="0"/>
              <a:t>YANG Notification Transport Capabilities</a:t>
            </a:r>
            <a:br>
              <a:rPr lang="en-US" sz="1333" dirty="0"/>
            </a:br>
            <a:r>
              <a:rPr lang="en-US" sz="1333" dirty="0">
                <a:hlinkClick r:id="rId10"/>
              </a:rPr>
              <a:t>draft-</a:t>
            </a:r>
            <a:r>
              <a:rPr lang="en-US" sz="1333" dirty="0" err="1">
                <a:hlinkClick r:id="rId10"/>
              </a:rPr>
              <a:t>ietf</a:t>
            </a:r>
            <a:r>
              <a:rPr lang="en-US" sz="1333" dirty="0">
                <a:hlinkClick r:id="rId10"/>
              </a:rPr>
              <a:t>-netconf-</a:t>
            </a:r>
            <a:r>
              <a:rPr lang="en-US" sz="1333" dirty="0" err="1">
                <a:hlinkClick r:id="rId10"/>
              </a:rPr>
              <a:t>yp</a:t>
            </a:r>
            <a:r>
              <a:rPr lang="en-US" sz="1333" dirty="0">
                <a:hlinkClick r:id="rId10"/>
              </a:rPr>
              <a:t>-transport-capabilities</a:t>
            </a:r>
            <a:endParaRPr lang="en-US"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YANG Library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11"/>
              </a:rPr>
              <a:t>RFC 8525</a:t>
            </a:r>
            <a:endParaRPr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Augmented-by Addition into the IETF-YANG-Library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12"/>
              </a:rPr>
              <a:t>draft-ietf-netconf-yang-library-augmentation</a:t>
            </a:r>
            <a:endParaRPr lang="en" sz="1333" u="sng" dirty="0">
              <a:solidFill>
                <a:schemeClr val="hlink"/>
              </a:solidFill>
            </a:endParaRPr>
          </a:p>
          <a:p>
            <a:pPr marL="228594" indent="-228594">
              <a:spcBef>
                <a:spcPts val="0"/>
              </a:spcBef>
              <a:buSzPts val="1200"/>
            </a:pPr>
            <a:r>
              <a:rPr lang="en-US" sz="1333" dirty="0">
                <a:highlight>
                  <a:srgbClr val="FFFF00"/>
                </a:highlight>
              </a:rPr>
              <a:t>Validating </a:t>
            </a:r>
            <a:r>
              <a:rPr lang="en-US" sz="1333" dirty="0" err="1">
                <a:highlight>
                  <a:srgbClr val="FFFF00"/>
                </a:highlight>
              </a:rPr>
              <a:t>anydata</a:t>
            </a:r>
            <a:r>
              <a:rPr lang="en-US" sz="1333" dirty="0">
                <a:highlight>
                  <a:srgbClr val="FFFF00"/>
                </a:highlight>
              </a:rPr>
              <a:t> in YANG Library context</a:t>
            </a:r>
            <a:br>
              <a:rPr lang="en-US" sz="1333" dirty="0">
                <a:highlight>
                  <a:srgbClr val="FFFF00"/>
                </a:highlight>
              </a:rPr>
            </a:br>
            <a:r>
              <a:rPr lang="en-US" sz="1333" dirty="0">
                <a:highlight>
                  <a:srgbClr val="FFFF00"/>
                </a:highlight>
                <a:hlinkClick r:id="rId13"/>
              </a:rPr>
              <a:t>draft-</a:t>
            </a:r>
            <a:r>
              <a:rPr lang="en-US" sz="1333" dirty="0" err="1">
                <a:highlight>
                  <a:srgbClr val="FFFF00"/>
                </a:highlight>
                <a:hlinkClick r:id="rId13"/>
              </a:rPr>
              <a:t>ietf</a:t>
            </a:r>
            <a:r>
              <a:rPr lang="en-US" sz="1333" dirty="0">
                <a:highlight>
                  <a:srgbClr val="FFFF00"/>
                </a:highlight>
                <a:hlinkClick r:id="rId13"/>
              </a:rPr>
              <a:t>-</a:t>
            </a:r>
            <a:r>
              <a:rPr lang="en-US" sz="1333" dirty="0" err="1">
                <a:highlight>
                  <a:srgbClr val="FFFF00"/>
                </a:highlight>
                <a:hlinkClick r:id="rId13"/>
              </a:rPr>
              <a:t>netmod</a:t>
            </a:r>
            <a:r>
              <a:rPr lang="en-US" sz="1333" dirty="0">
                <a:highlight>
                  <a:srgbClr val="FFFF00"/>
                </a:highlight>
                <a:hlinkClick r:id="rId13"/>
              </a:rPr>
              <a:t>-yang-</a:t>
            </a:r>
            <a:r>
              <a:rPr lang="en-US" sz="1333" dirty="0" err="1">
                <a:highlight>
                  <a:srgbClr val="FFFF00"/>
                </a:highlight>
                <a:hlinkClick r:id="rId13"/>
              </a:rPr>
              <a:t>anydata</a:t>
            </a:r>
            <a:r>
              <a:rPr lang="en-US" sz="1333" dirty="0">
                <a:highlight>
                  <a:srgbClr val="FFFF00"/>
                </a:highlight>
                <a:hlinkClick r:id="rId13"/>
              </a:rPr>
              <a:t>-validation</a:t>
            </a:r>
            <a:endParaRPr lang="en-US" sz="1333" dirty="0">
              <a:highlight>
                <a:srgbClr val="FFFF00"/>
              </a:highlight>
            </a:endParaRPr>
          </a:p>
          <a:p>
            <a:pPr marL="228594" indent="-228594">
              <a:spcBef>
                <a:spcPts val="0"/>
              </a:spcBef>
              <a:buSzPts val="1200"/>
            </a:pPr>
            <a:r>
              <a:rPr lang="en-US" sz="1333" dirty="0"/>
              <a:t>Encoding of Data Modeled with YANG in the CBOR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</a:rPr>
              <a:t>RFC </a:t>
            </a:r>
            <a:r>
              <a:rPr lang="en" sz="1333" u="sng" dirty="0">
                <a:solidFill>
                  <a:schemeClr val="hlink"/>
                </a:solidFill>
                <a:hlinkClick r:id="rId14"/>
              </a:rPr>
              <a:t>9254</a:t>
            </a:r>
            <a:endParaRPr lang="en" sz="1333" u="sng" dirty="0">
              <a:solidFill>
                <a:schemeClr val="hlink"/>
              </a:solidFill>
            </a:endParaRPr>
          </a:p>
        </p:txBody>
      </p:sp>
      <p:sp>
        <p:nvSpPr>
          <p:cNvPr id="10" name="Google Shape;1531;p46">
            <a:extLst>
              <a:ext uri="{FF2B5EF4-FFF2-40B4-BE49-F238E27FC236}">
                <a16:creationId xmlns:a16="http://schemas.microsoft.com/office/drawing/2014/main" id="{64A11574-7DDA-89DF-5BD5-1D5AFE7CCC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1" y="365125"/>
            <a:ext cx="6124977" cy="150345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 fontScale="90000"/>
          </a:bodyPr>
          <a:lstStyle/>
          <a:p>
            <a:pPr lvl="0" algn="l">
              <a:lnSpc>
                <a:spcPct val="90000"/>
              </a:lnSpc>
              <a:buClr>
                <a:schemeClr val="dk1"/>
              </a:buClr>
              <a:buSzPts val="2100"/>
            </a:pPr>
            <a:r>
              <a:rPr lang="en" sz="2933" b="1" dirty="0"/>
              <a:t>An Architecture for YANG-Push </a:t>
            </a:r>
            <a:br>
              <a:rPr lang="en" sz="2933" b="1" dirty="0"/>
            </a:br>
            <a:r>
              <a:rPr lang="en" sz="2933" b="1" dirty="0"/>
              <a:t>to Message Broker Integration </a:t>
            </a:r>
            <a:br>
              <a:rPr lang="en" sz="3600" dirty="0"/>
            </a:br>
            <a:r>
              <a:rPr lang="de-CH" sz="1733" dirty="0">
                <a:solidFill>
                  <a:srgbClr val="AEABAB"/>
                </a:solidFill>
                <a:highlight>
                  <a:srgbClr val="FFFF00"/>
                </a:highlight>
              </a:rPr>
              <a:t>draft-</a:t>
            </a:r>
            <a:r>
              <a:rPr lang="de-CH" sz="1733" dirty="0" err="1">
                <a:solidFill>
                  <a:srgbClr val="AEABAB"/>
                </a:solidFill>
                <a:highlight>
                  <a:srgbClr val="FFFF00"/>
                </a:highlight>
              </a:rPr>
              <a:t>ietf</a:t>
            </a:r>
            <a:r>
              <a:rPr lang="de-CH" sz="1733" dirty="0">
                <a:solidFill>
                  <a:srgbClr val="AEABAB"/>
                </a:solidFill>
                <a:highlight>
                  <a:srgbClr val="FFFF00"/>
                </a:highlight>
              </a:rPr>
              <a:t>-</a:t>
            </a:r>
            <a:r>
              <a:rPr lang="de-CH" sz="1733" dirty="0" err="1">
                <a:solidFill>
                  <a:srgbClr val="AEABAB"/>
                </a:solidFill>
                <a:highlight>
                  <a:srgbClr val="FFFF00"/>
                </a:highlight>
              </a:rPr>
              <a:t>nmop</a:t>
            </a:r>
            <a:r>
              <a:rPr lang="de-CH" sz="1733" dirty="0">
                <a:solidFill>
                  <a:srgbClr val="AEABAB"/>
                </a:solidFill>
                <a:highlight>
                  <a:srgbClr val="FFFF00"/>
                </a:highlight>
              </a:rPr>
              <a:t>-</a:t>
            </a:r>
            <a:r>
              <a:rPr lang="de-CH" sz="1733" dirty="0" err="1">
                <a:solidFill>
                  <a:srgbClr val="AEABAB"/>
                </a:solidFill>
                <a:highlight>
                  <a:srgbClr val="FFFF00"/>
                </a:highlight>
              </a:rPr>
              <a:t>yang</a:t>
            </a:r>
            <a:r>
              <a:rPr lang="de-CH" sz="1733" dirty="0">
                <a:solidFill>
                  <a:srgbClr val="AEABAB"/>
                </a:solidFill>
                <a:highlight>
                  <a:srgbClr val="FFFF00"/>
                </a:highlight>
              </a:rPr>
              <a:t>-message-broker-integration</a:t>
            </a:r>
            <a:br>
              <a:rPr lang="de-CH" sz="1733" dirty="0">
                <a:solidFill>
                  <a:srgbClr val="AEABAB"/>
                </a:solidFill>
              </a:rPr>
            </a:br>
            <a:r>
              <a:rPr lang="de-CH" sz="1733" dirty="0">
                <a:solidFill>
                  <a:srgbClr val="AEABAB"/>
                </a:solidFill>
                <a:highlight>
                  <a:srgbClr val="FFFF00"/>
                </a:highlight>
              </a:rPr>
              <a:t>draft-</a:t>
            </a:r>
            <a:r>
              <a:rPr lang="de-CH" sz="1733" dirty="0" err="1">
                <a:solidFill>
                  <a:srgbClr val="AEABAB"/>
                </a:solidFill>
                <a:highlight>
                  <a:srgbClr val="FFFF00"/>
                </a:highlight>
              </a:rPr>
              <a:t>ietf</a:t>
            </a:r>
            <a:r>
              <a:rPr lang="de-CH" sz="1733" dirty="0">
                <a:solidFill>
                  <a:srgbClr val="AEABAB"/>
                </a:solidFill>
                <a:highlight>
                  <a:srgbClr val="FFFF00"/>
                </a:highlight>
              </a:rPr>
              <a:t>-</a:t>
            </a:r>
            <a:r>
              <a:rPr lang="de-CH" sz="1733" dirty="0" err="1">
                <a:solidFill>
                  <a:srgbClr val="AEABAB"/>
                </a:solidFill>
                <a:highlight>
                  <a:srgbClr val="FFFF00"/>
                </a:highlight>
              </a:rPr>
              <a:t>nmop</a:t>
            </a:r>
            <a:r>
              <a:rPr lang="de-CH" sz="1733" dirty="0">
                <a:solidFill>
                  <a:srgbClr val="AEABAB"/>
                </a:solidFill>
                <a:highlight>
                  <a:srgbClr val="FFFF00"/>
                </a:highlight>
              </a:rPr>
              <a:t>-message-broker-</a:t>
            </a:r>
            <a:r>
              <a:rPr lang="de-CH" sz="1733" dirty="0" err="1">
                <a:solidFill>
                  <a:srgbClr val="AEABAB"/>
                </a:solidFill>
                <a:highlight>
                  <a:srgbClr val="FFFF00"/>
                </a:highlight>
              </a:rPr>
              <a:t>telemetry</a:t>
            </a:r>
            <a:r>
              <a:rPr lang="de-CH" sz="1733" dirty="0">
                <a:solidFill>
                  <a:srgbClr val="AEABAB"/>
                </a:solidFill>
                <a:highlight>
                  <a:srgbClr val="FFFF00"/>
                </a:highlight>
              </a:rPr>
              <a:t>-message</a:t>
            </a:r>
            <a:br>
              <a:rPr lang="de-CH" sz="1733" dirty="0">
                <a:solidFill>
                  <a:srgbClr val="AEABAB"/>
                </a:solidFill>
              </a:rPr>
            </a:br>
            <a:r>
              <a:rPr lang="de-CH" sz="1733" dirty="0">
                <a:solidFill>
                  <a:srgbClr val="AEABAB"/>
                </a:solidFill>
              </a:rPr>
              <a:t>draft-</a:t>
            </a:r>
            <a:r>
              <a:rPr lang="de-CH" sz="1733" dirty="0" err="1">
                <a:solidFill>
                  <a:srgbClr val="AEABAB"/>
                </a:solidFill>
              </a:rPr>
              <a:t>ietf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nmop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yang</a:t>
            </a:r>
            <a:r>
              <a:rPr lang="de-CH" sz="1733" dirty="0">
                <a:solidFill>
                  <a:srgbClr val="AEABAB"/>
                </a:solidFill>
              </a:rPr>
              <a:t>-message-broker-message-</a:t>
            </a:r>
            <a:r>
              <a:rPr lang="de-CH" sz="1733" dirty="0" err="1">
                <a:solidFill>
                  <a:srgbClr val="AEABAB"/>
                </a:solidFill>
              </a:rPr>
              <a:t>key</a:t>
            </a:r>
            <a:br>
              <a:rPr lang="de-CH" sz="1733" dirty="0">
                <a:solidFill>
                  <a:srgbClr val="AEABAB"/>
                </a:solidFill>
              </a:rPr>
            </a:br>
            <a:r>
              <a:rPr lang="de-CH" sz="1733" dirty="0">
                <a:solidFill>
                  <a:srgbClr val="AEABAB"/>
                </a:solidFill>
              </a:rPr>
              <a:t>draft-</a:t>
            </a:r>
            <a:r>
              <a:rPr lang="de-CH" sz="1733" dirty="0" err="1">
                <a:solidFill>
                  <a:srgbClr val="AEABAB"/>
                </a:solidFill>
              </a:rPr>
              <a:t>netana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nmop</a:t>
            </a:r>
            <a:r>
              <a:rPr lang="de-CH" sz="1733" dirty="0">
                <a:solidFill>
                  <a:srgbClr val="AEABAB"/>
                </a:solidFill>
              </a:rPr>
              <a:t>-message-broker-</a:t>
            </a:r>
            <a:r>
              <a:rPr lang="de-CH" sz="1733" dirty="0" err="1">
                <a:solidFill>
                  <a:srgbClr val="AEABAB"/>
                </a:solidFill>
              </a:rPr>
              <a:t>bmp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telemetry</a:t>
            </a:r>
            <a:r>
              <a:rPr lang="de-CH" sz="1733" dirty="0">
                <a:solidFill>
                  <a:srgbClr val="AEABAB"/>
                </a:solidFill>
              </a:rPr>
              <a:t>-message</a:t>
            </a:r>
            <a:br>
              <a:rPr lang="de-CH" sz="1733" dirty="0">
                <a:solidFill>
                  <a:srgbClr val="AEABAB"/>
                </a:solidFill>
              </a:rPr>
            </a:br>
            <a:endParaRPr sz="1733" dirty="0"/>
          </a:p>
        </p:txBody>
      </p:sp>
      <p:sp>
        <p:nvSpPr>
          <p:cNvPr id="11" name="Google Shape;1532;p46">
            <a:extLst>
              <a:ext uri="{FF2B5EF4-FFF2-40B4-BE49-F238E27FC236}">
                <a16:creationId xmlns:a16="http://schemas.microsoft.com/office/drawing/2014/main" id="{575B41E3-AAFA-DCEA-6665-0E3C0B3CA4D6}"/>
              </a:ext>
            </a:extLst>
          </p:cNvPr>
          <p:cNvSpPr txBox="1"/>
          <p:nvPr/>
        </p:nvSpPr>
        <p:spPr>
          <a:xfrm>
            <a:off x="5955950" y="216267"/>
            <a:ext cx="5450527" cy="642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+------------------------------------------------------------+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                   Data Storage                    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+------------------------------------------------------------+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^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| (12)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Ingest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Data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|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According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Schema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+------------------------------------------------------------+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                   Data Consumer                   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+------------------------------------------------------------+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^                                   ^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(10)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|  |                                   | (9)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Validate</a:t>
            </a:r>
            <a:endParaRPr lang="de-CH" sz="933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Schema |  |                                   |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Serialized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Message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     | Schema on Consumer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|      Message  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|      Broker   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     ^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     | (8)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Serialize</a:t>
            </a:r>
            <a:endParaRPr lang="de-CH" sz="933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(11)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Issue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| YANG-Push Message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Schema                       |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annotated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Schema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v  |                  (6) Post         | ID on Producer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         Schema 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   YANG         | &lt;--------------- |  Data Collection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Schema Registry   | ---------------&gt; | YANG-Push Receiver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 (7)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Issue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                   Schema ID        |  ^ (3)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Receive</a:t>
            </a:r>
            <a:endParaRPr lang="de-CH" sz="933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                                    |  | YANG-Push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v                         (4) Discover |  |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Subscription</a:t>
            </a:r>
            <a:endParaRPr lang="de-CH" sz="933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               Schema |  | Start Message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  Stream        |         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Dependencies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|  |   ^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  Catalog       |            and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Obtain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|  |   | (5) Publish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              Schemas |  |   | YANG-Push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|  |   | Message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|  |   |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endParaRPr lang="de-CH" sz="933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(1) Discover          |  |   | Subscriber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Notification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v  |   | ID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   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Capabilities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Manage YANG-Push  | ---------------&gt; |   Network Node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Subscription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| ---------------&gt; | YANG-Push Publisher|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(2)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Subscribe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+--------------------+</a:t>
            </a:r>
            <a:endParaRPr sz="933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" name="Google Shape;1523;p45">
            <a:extLst>
              <a:ext uri="{FF2B5EF4-FFF2-40B4-BE49-F238E27FC236}">
                <a16:creationId xmlns:a16="http://schemas.microsoft.com/office/drawing/2014/main" id="{FBABCE45-8F6B-3984-B0EF-B4C86A7D51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6314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7A1754DF-BFD9-6CEE-E187-3DBD4CC7B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755E8-EC21-6A3B-4AEA-55AE3AF2094E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4C505-90AC-FBB6-6CD8-D72DCB65D929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5" name="Google Shape;1523;p45">
            <a:extLst>
              <a:ext uri="{FF2B5EF4-FFF2-40B4-BE49-F238E27FC236}">
                <a16:creationId xmlns:a16="http://schemas.microsoft.com/office/drawing/2014/main" id="{E3507CCC-E28A-A9EF-7C54-FE287DD592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 dirty="0"/>
          </a:p>
        </p:txBody>
      </p:sp>
      <p:sp>
        <p:nvSpPr>
          <p:cNvPr id="16" name="Google Shape;1616;p55">
            <a:extLst>
              <a:ext uri="{FF2B5EF4-FFF2-40B4-BE49-F238E27FC236}">
                <a16:creationId xmlns:a16="http://schemas.microsoft.com/office/drawing/2014/main" id="{AFFFE766-17F6-D669-4B6B-5FC7ED4069D7}"/>
              </a:ext>
            </a:extLst>
          </p:cNvPr>
          <p:cNvSpPr txBox="1">
            <a:spLocks/>
          </p:cNvSpPr>
          <p:nvPr/>
        </p:nvSpPr>
        <p:spPr>
          <a:xfrm>
            <a:off x="690880" y="1"/>
            <a:ext cx="6563360" cy="1150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rgbClr val="000000"/>
              </a:buClr>
              <a:buSzPts val="2400"/>
              <a:defRPr/>
            </a:pPr>
            <a:r>
              <a:rPr lang="de-CH" sz="2667" b="1" kern="0" dirty="0">
                <a:solidFill>
                  <a:srgbClr val="000000"/>
                </a:solidFill>
              </a:rPr>
              <a:t>YANG-Push</a:t>
            </a:r>
            <a:br>
              <a:rPr lang="de-CH" sz="5333" kern="0" dirty="0">
                <a:solidFill>
                  <a:srgbClr val="000000"/>
                </a:solidFill>
              </a:rPr>
            </a:br>
            <a:r>
              <a:rPr lang="de-CH" sz="2667" kern="0" dirty="0">
                <a:solidFill>
                  <a:srgbClr val="AEABAB"/>
                </a:solidFill>
              </a:rPr>
              <a:t>IETF </a:t>
            </a:r>
            <a:r>
              <a:rPr lang="de-CH" sz="2667" dirty="0">
                <a:solidFill>
                  <a:srgbClr val="AEABAB"/>
                </a:solidFill>
              </a:rPr>
              <a:t>125 Publisher Implementation </a:t>
            </a:r>
            <a:r>
              <a:rPr lang="de-CH" sz="2667" kern="0" dirty="0">
                <a:solidFill>
                  <a:srgbClr val="AEABAB"/>
                </a:solidFill>
              </a:rPr>
              <a:t>Status</a:t>
            </a:r>
          </a:p>
        </p:txBody>
      </p:sp>
      <p:graphicFrame>
        <p:nvGraphicFramePr>
          <p:cNvPr id="17" name="Google Shape;1617;p55">
            <a:extLst>
              <a:ext uri="{FF2B5EF4-FFF2-40B4-BE49-F238E27FC236}">
                <a16:creationId xmlns:a16="http://schemas.microsoft.com/office/drawing/2014/main" id="{5ECCBFC6-73D0-E6BC-CB73-B40DF9A7AED2}"/>
              </a:ext>
            </a:extLst>
          </p:cNvPr>
          <p:cNvGraphicFramePr/>
          <p:nvPr/>
        </p:nvGraphicFramePr>
        <p:xfrm>
          <a:off x="815424" y="1370031"/>
          <a:ext cx="8662106" cy="46010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61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796">
                  <a:extLst>
                    <a:ext uri="{9D8B030D-6E8A-4147-A177-3AD203B41FA5}">
                      <a16:colId xmlns:a16="http://schemas.microsoft.com/office/drawing/2014/main" val="3717512912"/>
                    </a:ext>
                  </a:extLst>
                </a:gridCol>
                <a:gridCol w="732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337">
                  <a:extLst>
                    <a:ext uri="{9D8B030D-6E8A-4147-A177-3AD203B41FA5}">
                      <a16:colId xmlns:a16="http://schemas.microsoft.com/office/drawing/2014/main" val="273656328"/>
                    </a:ext>
                  </a:extLst>
                </a:gridCol>
                <a:gridCol w="7259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7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6WIND</a:t>
                      </a:r>
                      <a:b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VSR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Huawei</a:t>
                      </a:r>
                      <a:b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Huawei</a:t>
                      </a:r>
                      <a:br>
                        <a:rPr lang="de-CH" sz="16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6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Cisco</a:t>
                      </a:r>
                      <a:b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IOS XR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b="1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Arrcus</a:t>
                      </a:r>
                      <a:br>
                        <a:rPr lang="de-CH" sz="16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6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Arcos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</a:t>
                      </a:r>
                      <a:endParaRPr sz="1600"/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8639 YANG-Push Subscription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8641 YANG-Push Notification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draft-ietf-netconf-udp-notif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-netconf-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distributed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-netconf-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envelope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-netconf-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notifications-versioning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8525 YANG Library</a:t>
                      </a:r>
                      <a:endParaRPr sz="1600" dirty="0"/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draft-ietf-netconf-yang-library-augmentation</a:t>
                      </a:r>
                      <a:endParaRPr sz="1600"/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9196 System and Notification Capabilities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r>
                        <a:rPr lang="de-CH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lang="de-CH" sz="16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de-CH" sz="16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draft-netana-netconf-yp-transport-capabilities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kern="1200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9254 CBOR Named Identifiers</a:t>
                      </a:r>
                      <a:endParaRPr lang="en-US" sz="1600" u="none" strike="noStrike" kern="1200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796846"/>
                  </a:ext>
                </a:extLst>
              </a:tr>
            </a:tbl>
          </a:graphicData>
        </a:graphic>
      </p:graphicFrame>
      <p:sp>
        <p:nvSpPr>
          <p:cNvPr id="18" name="Google Shape;1618;p55">
            <a:extLst>
              <a:ext uri="{FF2B5EF4-FFF2-40B4-BE49-F238E27FC236}">
                <a16:creationId xmlns:a16="http://schemas.microsoft.com/office/drawing/2014/main" id="{A350FCEA-6E80-6AEA-E88A-9B2A5E449AD1}"/>
              </a:ext>
            </a:extLst>
          </p:cNvPr>
          <p:cNvSpPr txBox="1"/>
          <p:nvPr/>
        </p:nvSpPr>
        <p:spPr>
          <a:xfrm>
            <a:off x="815425" y="6155149"/>
            <a:ext cx="9019823" cy="41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defTabSz="1625519">
              <a:buClr>
                <a:srgbClr val="92D050"/>
              </a:buClr>
              <a:buSzPts val="1200"/>
              <a:defRPr/>
            </a:pPr>
            <a:r>
              <a:rPr lang="en" sz="1600" kern="0" dirty="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Green marked describes new capability at IETF 125. </a:t>
            </a:r>
            <a:r>
              <a:rPr lang="en" sz="16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"P" to partially implemented.</a:t>
            </a:r>
            <a:endParaRPr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9" name="Picture 2" descr="Flag of China - Wikipedia">
            <a:extLst>
              <a:ext uri="{FF2B5EF4-FFF2-40B4-BE49-F238E27FC236}">
                <a16:creationId xmlns:a16="http://schemas.microsoft.com/office/drawing/2014/main" id="{5A9D6B90-0053-C962-54DC-C5C0EDD4D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5882" y="136820"/>
            <a:ext cx="1725161" cy="1150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3C8B320-ACCB-6CC0-EC45-3317ED62B11B}"/>
              </a:ext>
            </a:extLst>
          </p:cNvPr>
          <p:cNvSpPr txBox="1"/>
          <p:nvPr/>
        </p:nvSpPr>
        <p:spPr>
          <a:xfrm>
            <a:off x="9477531" y="4616909"/>
            <a:ext cx="21392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625519">
              <a:buClr>
                <a:srgbClr val="000000"/>
              </a:buClr>
            </a:pPr>
            <a:r>
              <a:rPr lang="de-CH" sz="16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NetGauze</a:t>
            </a:r>
            <a:endParaRPr lang="de-CH" sz="1600" kern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625519">
              <a:buClr>
                <a:srgbClr val="000000"/>
              </a:buClr>
            </a:pPr>
            <a:r>
              <a:rPr lang="de-CH" sz="16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5"/>
              </a:rPr>
              <a:t>Pmacct</a:t>
            </a:r>
            <a:endParaRPr lang="de-CH" sz="1600" kern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625519">
              <a:buClr>
                <a:srgbClr val="000000"/>
              </a:buClr>
            </a:pPr>
            <a:r>
              <a:rPr lang="de-CH" sz="1600" kern="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6"/>
              </a:rPr>
              <a:t>udp</a:t>
            </a:r>
            <a:r>
              <a:rPr lang="de-CH" sz="16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6"/>
              </a:rPr>
              <a:t>-</a:t>
            </a:r>
            <a:r>
              <a:rPr lang="de-CH" sz="1600" kern="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6"/>
              </a:rPr>
              <a:t>notif</a:t>
            </a:r>
            <a:r>
              <a:rPr lang="de-CH" sz="16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6"/>
              </a:rPr>
              <a:t>-c-</a:t>
            </a:r>
            <a:r>
              <a:rPr lang="de-CH" sz="1600" kern="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6"/>
              </a:rPr>
              <a:t>collector</a:t>
            </a:r>
            <a:endParaRPr lang="de-CH" sz="1600" kern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625519">
              <a:buClr>
                <a:srgbClr val="000000"/>
              </a:buClr>
            </a:pPr>
            <a:r>
              <a:rPr lang="de-CH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yang-library-augmentedby</a:t>
            </a:r>
            <a:r>
              <a:rPr lang="de-CH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 </a:t>
            </a:r>
            <a:endParaRPr lang="de-CH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4283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529A6BF7-D5ED-B109-4A34-CA3A36374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14971D-785A-BB4F-8B14-17C1A5D4CE45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5CE53-3265-1DD9-3C79-EEBD0A194FC1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5" name="Google Shape;1523;p45">
            <a:extLst>
              <a:ext uri="{FF2B5EF4-FFF2-40B4-BE49-F238E27FC236}">
                <a16:creationId xmlns:a16="http://schemas.microsoft.com/office/drawing/2014/main" id="{3B879DA6-564A-7051-69F5-49C48C8B45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 dirty="0"/>
          </a:p>
        </p:txBody>
      </p:sp>
      <p:sp>
        <p:nvSpPr>
          <p:cNvPr id="16" name="Google Shape;1616;p55">
            <a:extLst>
              <a:ext uri="{FF2B5EF4-FFF2-40B4-BE49-F238E27FC236}">
                <a16:creationId xmlns:a16="http://schemas.microsoft.com/office/drawing/2014/main" id="{AAB3B5A3-BA47-369D-3D2B-5283DC573BC2}"/>
              </a:ext>
            </a:extLst>
          </p:cNvPr>
          <p:cNvSpPr txBox="1">
            <a:spLocks/>
          </p:cNvSpPr>
          <p:nvPr/>
        </p:nvSpPr>
        <p:spPr>
          <a:xfrm>
            <a:off x="690880" y="1"/>
            <a:ext cx="6563360" cy="1150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rgbClr val="000000"/>
              </a:buClr>
              <a:buSzPts val="2400"/>
              <a:defRPr/>
            </a:pPr>
            <a:r>
              <a:rPr lang="de-CH" sz="2667" b="1" dirty="0">
                <a:solidFill>
                  <a:srgbClr val="000000"/>
                </a:solidFill>
              </a:rPr>
              <a:t>Operational IETF/IEEE YANG</a:t>
            </a:r>
            <a:br>
              <a:rPr lang="de-CH" sz="5333" kern="0" dirty="0">
                <a:solidFill>
                  <a:srgbClr val="000000"/>
                </a:solidFill>
              </a:rPr>
            </a:br>
            <a:r>
              <a:rPr lang="de-CH" sz="2667" dirty="0">
                <a:solidFill>
                  <a:srgbClr val="AEABAB"/>
                </a:solidFill>
              </a:rPr>
              <a:t>IETF 125 Module Implementation Status</a:t>
            </a:r>
            <a:endParaRPr lang="de-CH" sz="2667" kern="0" dirty="0">
              <a:solidFill>
                <a:srgbClr val="AEABAB"/>
              </a:solidFill>
            </a:endParaRPr>
          </a:p>
        </p:txBody>
      </p:sp>
      <p:sp>
        <p:nvSpPr>
          <p:cNvPr id="18" name="Google Shape;1618;p55">
            <a:extLst>
              <a:ext uri="{FF2B5EF4-FFF2-40B4-BE49-F238E27FC236}">
                <a16:creationId xmlns:a16="http://schemas.microsoft.com/office/drawing/2014/main" id="{9B870C59-13A4-06EE-06E8-D7BBE5C3B479}"/>
              </a:ext>
            </a:extLst>
          </p:cNvPr>
          <p:cNvSpPr txBox="1"/>
          <p:nvPr/>
        </p:nvSpPr>
        <p:spPr>
          <a:xfrm>
            <a:off x="815425" y="6155149"/>
            <a:ext cx="9019823" cy="41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defTabSz="1625519">
              <a:buClr>
                <a:srgbClr val="92D050"/>
              </a:buClr>
              <a:buSzPts val="1200"/>
              <a:defRPr/>
            </a:pPr>
            <a:r>
              <a:rPr lang="en" sz="1600" kern="0" dirty="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Green marked describes new capability at IETF 125. </a:t>
            </a:r>
            <a:r>
              <a:rPr lang="en" sz="16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"P" to partially implemented.</a:t>
            </a:r>
            <a:endParaRPr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9" name="Picture 2" descr="Flag of China - Wikipedia">
            <a:extLst>
              <a:ext uri="{FF2B5EF4-FFF2-40B4-BE49-F238E27FC236}">
                <a16:creationId xmlns:a16="http://schemas.microsoft.com/office/drawing/2014/main" id="{D3895974-3045-C97E-ABDB-DB5597C97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5882" y="136820"/>
            <a:ext cx="1725161" cy="1150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Google Shape;1617;p55">
            <a:extLst>
              <a:ext uri="{FF2B5EF4-FFF2-40B4-BE49-F238E27FC236}">
                <a16:creationId xmlns:a16="http://schemas.microsoft.com/office/drawing/2014/main" id="{A107FAE6-D7B4-1153-52E9-1B1F1A1D3AD2}"/>
              </a:ext>
            </a:extLst>
          </p:cNvPr>
          <p:cNvGraphicFramePr/>
          <p:nvPr/>
        </p:nvGraphicFramePr>
        <p:xfrm>
          <a:off x="818716" y="1575375"/>
          <a:ext cx="8666205" cy="415450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99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71751291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73656328"/>
                    </a:ext>
                  </a:extLst>
                </a:gridCol>
              </a:tblGrid>
              <a:tr h="8626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6WIND</a:t>
                      </a:r>
                      <a:br>
                        <a:rPr lang="en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VSR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Huawei</a:t>
                      </a:r>
                      <a:b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Huawei</a:t>
                      </a:r>
                      <a:br>
                        <a:rPr lang="de-CH" sz="16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6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Cisco</a:t>
                      </a:r>
                      <a:b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IOS XR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b="1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Arrcus</a:t>
                      </a:r>
                      <a:br>
                        <a:rPr lang="de-CH" sz="16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6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Arcos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ietf-interfaces.yang</a:t>
                      </a:r>
                      <a:r>
                        <a:rPr lang="en-US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(inventory, state and statistic)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ietf-hardware.yang</a:t>
                      </a:r>
                      <a:r>
                        <a:rPr lang="en-US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(inventory, state and statistic)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ietf-alarms.yang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ieee802-dot1ab-lldp.yang (inventory and state)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ieee802-dot1ax.yang (inventory, state and statistic)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ietf-bfd-ip-sh.yang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ietf-bfd-ip-mh.yang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ietf-bfd-lag.yang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600" dirty="0"/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ietf-isis.yang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de-CH" sz="16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de-CH" sz="16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681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13786091-A017-6FC9-0F48-AAC285267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C01454-EB1E-A0B2-7D91-DF1EF096CBF5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87497-A9EA-7211-01D3-2DDA431A6915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5" name="Google Shape;1523;p45">
            <a:extLst>
              <a:ext uri="{FF2B5EF4-FFF2-40B4-BE49-F238E27FC236}">
                <a16:creationId xmlns:a16="http://schemas.microsoft.com/office/drawing/2014/main" id="{035FA214-16B0-2899-B357-0D4BDF2D09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9</a:t>
            </a:fld>
            <a:endParaRPr dirty="0"/>
          </a:p>
        </p:txBody>
      </p:sp>
      <p:sp>
        <p:nvSpPr>
          <p:cNvPr id="16" name="Google Shape;1616;p55">
            <a:extLst>
              <a:ext uri="{FF2B5EF4-FFF2-40B4-BE49-F238E27FC236}">
                <a16:creationId xmlns:a16="http://schemas.microsoft.com/office/drawing/2014/main" id="{501A433C-2098-C817-EE16-847A004F8D61}"/>
              </a:ext>
            </a:extLst>
          </p:cNvPr>
          <p:cNvSpPr txBox="1">
            <a:spLocks/>
          </p:cNvSpPr>
          <p:nvPr/>
        </p:nvSpPr>
        <p:spPr>
          <a:xfrm>
            <a:off x="690880" y="1"/>
            <a:ext cx="6563360" cy="1150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rgbClr val="000000"/>
              </a:buClr>
              <a:buSzPts val="2400"/>
              <a:defRPr/>
            </a:pPr>
            <a:r>
              <a:rPr lang="de-CH" sz="2667" b="1" dirty="0">
                <a:solidFill>
                  <a:srgbClr val="000000"/>
                </a:solidFill>
              </a:rPr>
              <a:t>YANG Message Broker</a:t>
            </a:r>
            <a:br>
              <a:rPr lang="de-CH" sz="5333" kern="0" dirty="0">
                <a:solidFill>
                  <a:srgbClr val="000000"/>
                </a:solidFill>
              </a:rPr>
            </a:br>
            <a:r>
              <a:rPr lang="de-CH" sz="2667" dirty="0">
                <a:solidFill>
                  <a:srgbClr val="AEABAB"/>
                </a:solidFill>
              </a:rPr>
              <a:t>IETF 125 Implementation Status</a:t>
            </a:r>
            <a:endParaRPr lang="de-CH" sz="2667" kern="0" dirty="0">
              <a:solidFill>
                <a:srgbClr val="AEABAB"/>
              </a:solidFill>
            </a:endParaRPr>
          </a:p>
        </p:txBody>
      </p:sp>
      <p:sp>
        <p:nvSpPr>
          <p:cNvPr id="18" name="Google Shape;1618;p55">
            <a:extLst>
              <a:ext uri="{FF2B5EF4-FFF2-40B4-BE49-F238E27FC236}">
                <a16:creationId xmlns:a16="http://schemas.microsoft.com/office/drawing/2014/main" id="{5A963854-3EC6-087D-C527-92986F221A3B}"/>
              </a:ext>
            </a:extLst>
          </p:cNvPr>
          <p:cNvSpPr txBox="1"/>
          <p:nvPr/>
        </p:nvSpPr>
        <p:spPr>
          <a:xfrm>
            <a:off x="815425" y="6127324"/>
            <a:ext cx="9019823" cy="41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defTabSz="1625519">
              <a:buClr>
                <a:srgbClr val="92D050"/>
              </a:buClr>
              <a:buSzPts val="1200"/>
              <a:defRPr/>
            </a:pPr>
            <a:r>
              <a:rPr lang="en" sz="1600" kern="0" dirty="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Green marked describes new capability at IETF 125. </a:t>
            </a:r>
            <a:r>
              <a:rPr lang="en" sz="16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"P" to partially implemented.</a:t>
            </a:r>
            <a:endParaRPr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9" name="Picture 2" descr="Flag of China - Wikipedia">
            <a:extLst>
              <a:ext uri="{FF2B5EF4-FFF2-40B4-BE49-F238E27FC236}">
                <a16:creationId xmlns:a16="http://schemas.microsoft.com/office/drawing/2014/main" id="{E7699E31-B0AD-E40F-C5F9-5ABC071A8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5882" y="136820"/>
            <a:ext cx="1725161" cy="1150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32D31C8-49EE-517B-5994-DB88257DDD8C}"/>
              </a:ext>
            </a:extLst>
          </p:cNvPr>
          <p:cNvSpPr txBox="1"/>
          <p:nvPr/>
        </p:nvSpPr>
        <p:spPr>
          <a:xfrm>
            <a:off x="9545882" y="4759087"/>
            <a:ext cx="21392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625519">
              <a:buClr>
                <a:srgbClr val="000000"/>
              </a:buClr>
            </a:pPr>
            <a:r>
              <a:rPr lang="de-CH" sz="16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NetGauze</a:t>
            </a:r>
            <a:endParaRPr lang="de-CH" sz="1600" kern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625519">
              <a:buClr>
                <a:srgbClr val="000000"/>
              </a:buClr>
            </a:pPr>
            <a:r>
              <a:rPr lang="de-CH" sz="1600" kern="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5"/>
              </a:rPr>
              <a:t>Pmacct</a:t>
            </a:r>
            <a:endParaRPr lang="de-CH" sz="1600" kern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3" name="Google Shape;1617;p55">
            <a:extLst>
              <a:ext uri="{FF2B5EF4-FFF2-40B4-BE49-F238E27FC236}">
                <a16:creationId xmlns:a16="http://schemas.microsoft.com/office/drawing/2014/main" id="{20D70089-A937-8B76-C6A7-4F44AECC93BB}"/>
              </a:ext>
            </a:extLst>
          </p:cNvPr>
          <p:cNvGraphicFramePr/>
          <p:nvPr/>
        </p:nvGraphicFramePr>
        <p:xfrm>
          <a:off x="815425" y="1534627"/>
          <a:ext cx="8743060" cy="384001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22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637">
                  <a:extLst>
                    <a:ext uri="{9D8B030D-6E8A-4147-A177-3AD203B41FA5}">
                      <a16:colId xmlns:a16="http://schemas.microsoft.com/office/drawing/2014/main" val="3717512912"/>
                    </a:ext>
                  </a:extLst>
                </a:gridCol>
                <a:gridCol w="9892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4637">
                  <a:extLst>
                    <a:ext uri="{9D8B030D-6E8A-4147-A177-3AD203B41FA5}">
                      <a16:colId xmlns:a16="http://schemas.microsoft.com/office/drawing/2014/main" val="273656328"/>
                    </a:ext>
                  </a:extLst>
                </a:gridCol>
              </a:tblGrid>
              <a:tr h="548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NetGauze</a:t>
                      </a:r>
                      <a:b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Pmacct</a:t>
                      </a:r>
                      <a:b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Apache</a:t>
                      </a:r>
                      <a:br>
                        <a:rPr lang="de-CH" sz="16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6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Kafka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Ciena</a:t>
                      </a:r>
                      <a:b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Blueplanet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Cisco</a:t>
                      </a:r>
                      <a:br>
                        <a:rPr lang="de-CH" sz="16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600" b="1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Crosswork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600" b="0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b="0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nmop</a:t>
                      </a:r>
                      <a:r>
                        <a:rPr lang="de-CH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-message-broker-</a:t>
                      </a:r>
                      <a:r>
                        <a:rPr lang="de-CH" sz="1600" b="0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telemetry</a:t>
                      </a:r>
                      <a:r>
                        <a:rPr lang="de-CH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-message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257491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YANG-Push Receiver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Schema Retrieval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356685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Message Broker Producer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Schema Registry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Message Broker Consumer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Telemetry Message 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against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YANG Schema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172739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netmod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anydata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-validation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Schema 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Comparison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772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5069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5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4400"/>
            </a:pPr>
            <a:r>
              <a:rPr lang="en-US" dirty="0"/>
              <a:t>Thanks to…</a:t>
            </a:r>
          </a:p>
        </p:txBody>
      </p:sp>
      <p:sp>
        <p:nvSpPr>
          <p:cNvPr id="1652" name="Google Shape;1652;p59"/>
          <p:cNvSpPr txBox="1">
            <a:spLocks noGrp="1"/>
          </p:cNvSpPr>
          <p:nvPr>
            <p:ph type="body" idx="1"/>
          </p:nvPr>
        </p:nvSpPr>
        <p:spPr>
          <a:xfrm>
            <a:off x="719434" y="1417640"/>
            <a:ext cx="4939687" cy="530076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2133" dirty="0"/>
              <a:t>Paolo Lucente – </a:t>
            </a:r>
            <a:r>
              <a:rPr lang="en-US" sz="2133" dirty="0" err="1"/>
              <a:t>Pmacct</a:t>
            </a:r>
            <a:endParaRPr lang="en-US" sz="2133" dirty="0"/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2133" dirty="0"/>
              <a:t>Scott Huan - Cisco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2133" dirty="0"/>
              <a:t>Rob Wilton – Cisco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2133" dirty="0"/>
              <a:t>Dan Voyer – Cisco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2133" dirty="0"/>
              <a:t>Sivakumar Sundaravadivel – Ciena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de-CH" sz="2133" dirty="0"/>
              <a:t>IJsbrand Wijnands – </a:t>
            </a:r>
            <a:r>
              <a:rPr lang="de-CH" sz="2133" dirty="0" err="1"/>
              <a:t>Arrcus</a:t>
            </a:r>
            <a:endParaRPr lang="de-CH" sz="2133" dirty="0"/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de-CH" sz="2133" dirty="0"/>
              <a:t>Irfan Mohammad – </a:t>
            </a:r>
            <a:r>
              <a:rPr lang="de-CH" sz="2133" dirty="0" err="1"/>
              <a:t>Arrcus</a:t>
            </a:r>
            <a:endParaRPr lang="de-CH" sz="2133" dirty="0"/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2133" dirty="0"/>
              <a:t>Benoit Claise - Everything OPS SRL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2133" dirty="0"/>
              <a:t>Wanting Du – Swisscom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2133" dirty="0"/>
              <a:t>Rafael Julio – Swisscom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2133" dirty="0"/>
              <a:t>Leonardo Rodoni - Swisscom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2133" dirty="0"/>
              <a:t>Ahmed Elhassany – Swisscom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2133" dirty="0"/>
              <a:t>Thomas Graf – Swisscom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B85942-4EFE-2A7C-6BC7-685C09AA3452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" name="Google Shape;1523;p45">
            <a:extLst>
              <a:ext uri="{FF2B5EF4-FFF2-40B4-BE49-F238E27FC236}">
                <a16:creationId xmlns:a16="http://schemas.microsoft.com/office/drawing/2014/main" id="{57606C87-9C1E-6457-318F-CEFD173CD5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82401" y="6352981"/>
            <a:ext cx="33954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130D3-D5E4-140D-AC74-7554E8B5290B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en-US" sz="3733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4093C-DC3C-6F06-B43A-DA49375F2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23839-2C3F-C4EE-4589-82ED2EE0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0480"/>
            <a:ext cx="10886440" cy="360648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200" dirty="0">
                <a:latin typeface="Calibri Body"/>
              </a:rPr>
              <a:t>Backup</a:t>
            </a:r>
            <a:endParaRPr lang="en-US" sz="7200" dirty="0">
              <a:solidFill>
                <a:srgbClr val="FF0000"/>
              </a:solidFill>
              <a:latin typeface="Calibri Body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D039C72B-B5FE-3699-647F-08CDE22C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11</a:t>
            </a:fld>
            <a:endParaRPr lang="de-CH" sz="1400" dirty="0"/>
          </a:p>
        </p:txBody>
      </p:sp>
    </p:spTree>
    <p:extLst>
      <p:ext uri="{BB962C8B-B14F-4D97-AF65-F5344CB8AC3E}">
        <p14:creationId xmlns:p14="http://schemas.microsoft.com/office/powerpoint/2010/main" val="1911218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B90EF-8FB5-5112-4E13-96584E18D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63DE5-D7A4-3591-E3FF-650F77756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An Architecture for YANG-Push to Message Broker Integration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Normative References, State and Reviewers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12350B8A-B723-6442-A68D-9157CC58C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12</a:t>
            </a:fld>
            <a:endParaRPr lang="en-US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837E2C-7DD9-62B8-E009-509CDFF94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3367"/>
              </p:ext>
            </p:extLst>
          </p:nvPr>
        </p:nvGraphicFramePr>
        <p:xfrm>
          <a:off x="919479" y="1601042"/>
          <a:ext cx="10927079" cy="51257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753468">
                  <a:extLst>
                    <a:ext uri="{9D8B030D-6E8A-4147-A177-3AD203B41FA5}">
                      <a16:colId xmlns:a16="http://schemas.microsoft.com/office/drawing/2014/main" val="862637982"/>
                    </a:ext>
                  </a:extLst>
                </a:gridCol>
                <a:gridCol w="3725470">
                  <a:extLst>
                    <a:ext uri="{9D8B030D-6E8A-4147-A177-3AD203B41FA5}">
                      <a16:colId xmlns:a16="http://schemas.microsoft.com/office/drawing/2014/main" val="3802101120"/>
                    </a:ext>
                  </a:extLst>
                </a:gridCol>
                <a:gridCol w="1893954">
                  <a:extLst>
                    <a:ext uri="{9D8B030D-6E8A-4147-A177-3AD203B41FA5}">
                      <a16:colId xmlns:a16="http://schemas.microsoft.com/office/drawing/2014/main" val="2584922424"/>
                    </a:ext>
                  </a:extLst>
                </a:gridCol>
                <a:gridCol w="3554187">
                  <a:extLst>
                    <a:ext uri="{9D8B030D-6E8A-4147-A177-3AD203B41FA5}">
                      <a16:colId xmlns:a16="http://schemas.microsoft.com/office/drawing/2014/main" val="3508605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Working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err="1"/>
                        <a:t>Document</a:t>
                      </a:r>
                      <a:r>
                        <a:rPr lang="de-CH" dirty="0"/>
                        <a:t>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err="1"/>
                        <a:t>Document</a:t>
                      </a:r>
                      <a:r>
                        <a:rPr lang="de-CH" dirty="0"/>
                        <a:t>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Reviews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162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200" dirty="0"/>
                        <a:t>NETCONF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dirty="0">
                          <a:hlinkClick r:id="rId2"/>
                        </a:rPr>
                        <a:t>draft-ietf-netconf-notif-envelope-04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WG Document (passed working group last call) and is looking for a shepherd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OPSDIR Early review by Joe Clarke</a:t>
                      </a:r>
                    </a:p>
                    <a:p>
                      <a:r>
                        <a:rPr lang="en-US" sz="1200" dirty="0"/>
                        <a:t>YANGDOCTORS Early review (of -02) by Jürgen Schönwälder</a:t>
                      </a:r>
                      <a:endParaRPr lang="de-C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164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200" dirty="0"/>
                        <a:t>NETCONF</a:t>
                      </a:r>
                    </a:p>
                    <a:p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dirty="0">
                          <a:hlinkClick r:id="rId3"/>
                        </a:rPr>
                        <a:t>draft-ietf-netconf-yang-library-augmentedby-17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RFC editor queue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OPSDIR Early review (of -08 and -14) by Sheng Jiang, Xiao Min</a:t>
                      </a:r>
                    </a:p>
                    <a:p>
                      <a:r>
                        <a:rPr lang="en-US" sz="1200" dirty="0"/>
                        <a:t>YANGDOCTORS Early review (of -07 and -13) by Andy Bierman</a:t>
                      </a:r>
                    </a:p>
                    <a:p>
                      <a:r>
                        <a:rPr lang="de-CH" sz="1200" dirty="0"/>
                        <a:t>SECDIR review (of -14 and -15) </a:t>
                      </a:r>
                      <a:r>
                        <a:rPr lang="de-CH" sz="1200" dirty="0" err="1"/>
                        <a:t>by</a:t>
                      </a:r>
                      <a:r>
                        <a:rPr lang="de-CH" sz="1200" dirty="0"/>
                        <a:t> Rich Salz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679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200" dirty="0"/>
                        <a:t>NETCONF</a:t>
                      </a:r>
                    </a:p>
                    <a:p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dirty="0">
                          <a:hlinkClick r:id="rId4"/>
                        </a:rPr>
                        <a:t>draft-ietf-netconf-yang-notifications-versioning-11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Working group last call past- Pending shepherd review.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YANGDOCTORS Early Review due 2025-10-29</a:t>
                      </a:r>
                    </a:p>
                    <a:p>
                      <a:r>
                        <a:rPr lang="en-US" sz="1200" dirty="0"/>
                        <a:t>OPSDIR review (of -10) by Gabriele Galimberti</a:t>
                      </a:r>
                      <a:endParaRPr lang="de-C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55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200" dirty="0"/>
                        <a:t>NETCONF</a:t>
                      </a:r>
                    </a:p>
                    <a:p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dirty="0">
                          <a:hlinkClick r:id="rId5"/>
                        </a:rPr>
                        <a:t>draft-ietf-netconf-yp-transport-capabilities-05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Submitted to IESG for Publication 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OPSDIR IETF Last Call review by Xiao Min</a:t>
                      </a:r>
                    </a:p>
                    <a:p>
                      <a:r>
                        <a:rPr lang="en-US" sz="1200" dirty="0"/>
                        <a:t>TSVART IETF Last Call review by Tommy Pauly</a:t>
                      </a:r>
                    </a:p>
                    <a:p>
                      <a:r>
                        <a:rPr lang="en-US" sz="1200" dirty="0"/>
                        <a:t>YANGDOCTORS IETF Last Call review by Jan Lindblad</a:t>
                      </a:r>
                    </a:p>
                    <a:p>
                      <a:r>
                        <a:rPr lang="en-US" sz="1200" dirty="0"/>
                        <a:t>OPSDIR Early review (of -03) by Xiao Min</a:t>
                      </a:r>
                    </a:p>
                    <a:p>
                      <a:r>
                        <a:rPr lang="en-US" sz="1200" dirty="0"/>
                        <a:t>YANGDOCTORS Early review (of -01) by Jan Lindblad</a:t>
                      </a:r>
                    </a:p>
                    <a:p>
                      <a:r>
                        <a:rPr lang="en-US" sz="1200" dirty="0"/>
                        <a:t>SECDIR IETF Last Call Review due 2025-10-18</a:t>
                      </a:r>
                      <a:endParaRPr lang="de-C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993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200" dirty="0"/>
                        <a:t>NMOP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dirty="0">
                          <a:hlinkClick r:id="rId6"/>
                        </a:rPr>
                        <a:t>draft-ietf-nmop-yang-message-broker-integration-11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WG Document (request for working group last call at IETF 124)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303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200" dirty="0"/>
                        <a:t>NMOP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dirty="0">
                          <a:hlinkClick r:id="rId7"/>
                        </a:rPr>
                        <a:t>draft-ietf-nmop-message-broker-telemetry-message-04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WG Document (request for working group last call at IETF 125)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YANGDOCTORS Early review (of -02) by Martin Björklund</a:t>
                      </a:r>
                      <a:endParaRPr lang="de-C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76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027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DB363-D8A8-5600-4493-8EBF33E9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B38BF-943B-E87B-35FF-EC15CB8E4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An Architecture for YANG-Push to Message Broker Integration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Informative References, State and Reviewers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B59FCFE-20E3-BD78-B5F4-C48AB55E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13</a:t>
            </a:fld>
            <a:endParaRPr lang="en-US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7CEF41-5DBF-BE8C-3E2D-7F5D56B75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148338"/>
              </p:ext>
            </p:extLst>
          </p:nvPr>
        </p:nvGraphicFramePr>
        <p:xfrm>
          <a:off x="919480" y="1601359"/>
          <a:ext cx="10927079" cy="4404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753468">
                  <a:extLst>
                    <a:ext uri="{9D8B030D-6E8A-4147-A177-3AD203B41FA5}">
                      <a16:colId xmlns:a16="http://schemas.microsoft.com/office/drawing/2014/main" val="862637982"/>
                    </a:ext>
                  </a:extLst>
                </a:gridCol>
                <a:gridCol w="3725470">
                  <a:extLst>
                    <a:ext uri="{9D8B030D-6E8A-4147-A177-3AD203B41FA5}">
                      <a16:colId xmlns:a16="http://schemas.microsoft.com/office/drawing/2014/main" val="3802101120"/>
                    </a:ext>
                  </a:extLst>
                </a:gridCol>
                <a:gridCol w="1893954">
                  <a:extLst>
                    <a:ext uri="{9D8B030D-6E8A-4147-A177-3AD203B41FA5}">
                      <a16:colId xmlns:a16="http://schemas.microsoft.com/office/drawing/2014/main" val="2584922424"/>
                    </a:ext>
                  </a:extLst>
                </a:gridCol>
                <a:gridCol w="3554187">
                  <a:extLst>
                    <a:ext uri="{9D8B030D-6E8A-4147-A177-3AD203B41FA5}">
                      <a16:colId xmlns:a16="http://schemas.microsoft.com/office/drawing/2014/main" val="3508605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Working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err="1"/>
                        <a:t>Document</a:t>
                      </a:r>
                      <a:r>
                        <a:rPr lang="de-CH" dirty="0"/>
                        <a:t>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err="1"/>
                        <a:t>Document</a:t>
                      </a:r>
                      <a:r>
                        <a:rPr lang="de-CH" dirty="0"/>
                        <a:t>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Reviews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162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200" dirty="0"/>
                        <a:t>NETCONF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dirty="0">
                          <a:hlinkClick r:id="rId2"/>
                        </a:rPr>
                        <a:t>draft-ietf-netconf-udp-notif-25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AD review received. Pending confirmation.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OPSDIR Early review (of -21) by Tina Tsou</a:t>
                      </a:r>
                    </a:p>
                    <a:p>
                      <a:r>
                        <a:rPr lang="en-US" sz="1200" dirty="0"/>
                        <a:t>YANGDOCTORS Early review (of -20) by Jürgen Schönwälder</a:t>
                      </a:r>
                    </a:p>
                    <a:p>
                      <a:r>
                        <a:rPr lang="en-US" sz="1200" dirty="0"/>
                        <a:t>TSVART Early review (of -11) by Michael </a:t>
                      </a:r>
                      <a:r>
                        <a:rPr lang="en-US" sz="1200" dirty="0" err="1"/>
                        <a:t>Tüxen</a:t>
                      </a:r>
                      <a:endParaRPr lang="en-US" sz="1200" dirty="0"/>
                    </a:p>
                    <a:p>
                      <a:r>
                        <a:rPr lang="en-US" sz="1200" dirty="0"/>
                        <a:t>TSVART Early Review due 2025-10-23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164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200" dirty="0"/>
                        <a:t>NETCONF</a:t>
                      </a:r>
                    </a:p>
                    <a:p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dirty="0">
                          <a:hlinkClick r:id="rId3"/>
                        </a:rPr>
                        <a:t>draft-ietf-netconf-udp-client-server-10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Publication Requested 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OPSDIR Early review (of -07) by Ran Chen</a:t>
                      </a:r>
                    </a:p>
                    <a:p>
                      <a:r>
                        <a:rPr lang="en-US" sz="1200" dirty="0"/>
                        <a:t>TSVART Early review (of -06) by Joerg Ott </a:t>
                      </a:r>
                    </a:p>
                    <a:p>
                      <a:r>
                        <a:rPr lang="en-US" sz="1200" dirty="0"/>
                        <a:t>YANGDOCTORS Early review (of -06) by Jürgen Schönwälder</a:t>
                      </a:r>
                    </a:p>
                    <a:p>
                      <a:r>
                        <a:rPr lang="en-US" sz="1200" dirty="0"/>
                        <a:t>GENART review (of -09) by Elwin Davies</a:t>
                      </a:r>
                    </a:p>
                    <a:p>
                      <a:r>
                        <a:rPr lang="en-US" sz="1200" dirty="0"/>
                        <a:t>DNSDIR review (of -09) by Peter Van Dijk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679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200" dirty="0"/>
                        <a:t>NETCONF</a:t>
                      </a:r>
                    </a:p>
                    <a:p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dirty="0">
                          <a:hlinkClick r:id="rId4"/>
                        </a:rPr>
                        <a:t>draft-ietf-netconf-distributed-notif-18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AD review received. Pending confirmation.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OPSDIR Early review (of -14) by Jürgen Schönwälder</a:t>
                      </a:r>
                    </a:p>
                    <a:p>
                      <a:r>
                        <a:rPr lang="en-US" sz="1200" dirty="0"/>
                        <a:t>YANGDOCTORS Early review (of -13 and -17) by Martin Björklund </a:t>
                      </a:r>
                      <a:endParaRPr lang="de-C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55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200" dirty="0"/>
                        <a:t>NETMOD</a:t>
                      </a:r>
                    </a:p>
                    <a:p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dirty="0">
                          <a:hlinkClick r:id="rId5"/>
                        </a:rPr>
                        <a:t>draft-ietf-nmop-yang-anydata-validation-00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Working group adopted at IETF 124.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993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303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76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6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e1fccfb-80ca-4fe1-a574-1516544edb53}" enabled="1" method="Standard" siteId="{364e5b87-c1c7-420d-9bee-c35d19b557a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1652</Words>
  <Application>Microsoft Office PowerPoint</Application>
  <PresentationFormat>Widescreen</PresentationFormat>
  <Paragraphs>323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Body</vt:lpstr>
      <vt:lpstr>Calibri Light</vt:lpstr>
      <vt:lpstr>Courier New</vt:lpstr>
      <vt:lpstr>Noto Sans Symbols</vt:lpstr>
      <vt:lpstr>Wingdings</vt:lpstr>
      <vt:lpstr>Office Theme</vt:lpstr>
      <vt:lpstr>PowerPoint Presentation</vt:lpstr>
      <vt:lpstr>An Architecture for YANG-Push to Message Broker Integration Status from -10 and -11 and Next Steps</vt:lpstr>
      <vt:lpstr>Validate YANG-Push to Message Broker End-To-End Data Processing Chain IETF 125 Hackathon, March 14-15th 2026</vt:lpstr>
      <vt:lpstr>Hackathon Plan, Software and Website</vt:lpstr>
      <vt:lpstr>Hackathon – Repositories</vt:lpstr>
      <vt:lpstr>An Architecture for YANG-Push  to Message Broker Integration  draft-ietf-nmop-yang-message-broker-integration draft-ietf-nmop-message-broker-telemetry-message draft-ietf-nmop-yang-message-broker-message-key draft-netana-nmop-message-broker-bmp-telemetry-message </vt:lpstr>
      <vt:lpstr>PowerPoint Presentation</vt:lpstr>
      <vt:lpstr>PowerPoint Presentation</vt:lpstr>
      <vt:lpstr>PowerPoint Presentation</vt:lpstr>
      <vt:lpstr>Thanks to…</vt:lpstr>
      <vt:lpstr>PowerPoint Presentation</vt:lpstr>
      <vt:lpstr>An Architecture for YANG-Push to Message Broker Integration Normative References, State and Reviewers</vt:lpstr>
      <vt:lpstr>An Architecture for YANG-Push to Message Broker Integration Informative References, State and Reviewers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 Präsentation</dc:title>
  <dc:creator>Graf Thomas, INI-ONE-WSN-DCF</dc:creator>
  <cp:lastModifiedBy>Graf Thomas, SCS-INI-NET-VNC-E2E</cp:lastModifiedBy>
  <cp:revision>263</cp:revision>
  <dcterms:created xsi:type="dcterms:W3CDTF">2019-11-29T14:22:02Z</dcterms:created>
  <dcterms:modified xsi:type="dcterms:W3CDTF">2026-03-09T13:39:05Z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1fccfb-80ca-4fe1-a574-1516544edb53_Enabled">
    <vt:lpwstr>true</vt:lpwstr>
  </property>
  <property fmtid="{D5CDD505-2E9C-101B-9397-08002B2CF9AE}" pid="3" name="MSIP_Label_2e1fccfb-80ca-4fe1-a574-1516544edb53_SetDate">
    <vt:lpwstr>2023-03-20T10:46:29Z</vt:lpwstr>
  </property>
  <property fmtid="{D5CDD505-2E9C-101B-9397-08002B2CF9AE}" pid="4" name="MSIP_Label_2e1fccfb-80ca-4fe1-a574-1516544edb53_Method">
    <vt:lpwstr>Standard</vt:lpwstr>
  </property>
  <property fmtid="{D5CDD505-2E9C-101B-9397-08002B2CF9AE}" pid="5" name="MSIP_Label_2e1fccfb-80ca-4fe1-a574-1516544edb53_Name">
    <vt:lpwstr>C2 Internal</vt:lpwstr>
  </property>
  <property fmtid="{D5CDD505-2E9C-101B-9397-08002B2CF9AE}" pid="6" name="MSIP_Label_2e1fccfb-80ca-4fe1-a574-1516544edb53_SiteId">
    <vt:lpwstr>364e5b87-c1c7-420d-9bee-c35d19b557a1</vt:lpwstr>
  </property>
  <property fmtid="{D5CDD505-2E9C-101B-9397-08002B2CF9AE}" pid="7" name="MSIP_Label_2e1fccfb-80ca-4fe1-a574-1516544edb53_ActionId">
    <vt:lpwstr>f20e7325-fc30-45a7-a02f-991797c0d813</vt:lpwstr>
  </property>
  <property fmtid="{D5CDD505-2E9C-101B-9397-08002B2CF9AE}" pid="8" name="MSIP_Label_2e1fccfb-80ca-4fe1-a574-1516544edb53_ContentBits">
    <vt:lpwstr>0</vt:lpwstr>
  </property>
  <property fmtid="{D5CDD505-2E9C-101B-9397-08002B2CF9AE}" pid="9" name="Sensitivity">
    <vt:lpwstr>C2 General</vt:lpwstr>
  </property>
</Properties>
</file>