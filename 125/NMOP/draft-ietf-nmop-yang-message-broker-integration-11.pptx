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1041" r:id="rId2"/>
    <p:sldId id="2145706243" r:id="rId3"/>
    <p:sldId id="256" r:id="rId4"/>
    <p:sldId id="257" r:id="rId5"/>
    <p:sldId id="258" r:id="rId6"/>
    <p:sldId id="274" r:id="rId7"/>
    <p:sldId id="2145706270" r:id="rId8"/>
    <p:sldId id="2145706271" r:id="rId9"/>
    <p:sldId id="275" r:id="rId10"/>
    <p:sldId id="276" r:id="rId11"/>
    <p:sldId id="2145706272" r:id="rId12"/>
    <p:sldId id="2145706273" r:id="rId13"/>
    <p:sldId id="2145706274" r:id="rId14"/>
    <p:sldId id="2145706275" r:id="rId15"/>
    <p:sldId id="2145706276" r:id="rId16"/>
    <p:sldId id="2145706277" r:id="rId17"/>
    <p:sldId id="2145706278" r:id="rId18"/>
    <p:sldId id="2145706279" r:id="rId19"/>
    <p:sldId id="277" r:id="rId20"/>
    <p:sldId id="2145706268" r:id="rId21"/>
    <p:sldId id="2145706269" r:id="rId22"/>
    <p:sldId id="272" r:id="rId23"/>
    <p:sldId id="2145706247" r:id="rId24"/>
    <p:sldId id="2145706245" r:id="rId25"/>
    <p:sldId id="2145706246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6C0BAB-3FA5-4149-9D27-BA3F51B8E192}" v="28" dt="2026-03-19T06:03:25.8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3" autoAdjust="0"/>
    <p:restoredTop sz="91695" autoAdjust="0"/>
  </p:normalViewPr>
  <p:slideViewPr>
    <p:cSldViewPr snapToGrid="0">
      <p:cViewPr varScale="1">
        <p:scale>
          <a:sx n="78" d="100"/>
          <a:sy n="78" d="100"/>
        </p:scale>
        <p:origin x="101" y="27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B7E9E866-497E-4D88-936B-C586A2280E44}"/>
    <pc:docChg chg="modSld">
      <pc:chgData name="Graf Thomas, SCS-INI-NET-VNC-E2E" userId="487bc3e3-9ce7-4cdd-b7b4-8899ea88d289" providerId="ADAL" clId="{B7E9E866-497E-4D88-936B-C586A2280E44}" dt="2025-10-28T10:22:07.513" v="88" actId="20577"/>
      <pc:docMkLst>
        <pc:docMk/>
      </pc:docMkLst>
      <pc:sldChg chg="modSp mod">
        <pc:chgData name="Graf Thomas, SCS-INI-NET-VNC-E2E" userId="487bc3e3-9ce7-4cdd-b7b4-8899ea88d289" providerId="ADAL" clId="{B7E9E866-497E-4D88-936B-C586A2280E44}" dt="2025-10-28T10:22:07.513" v="88" actId="20577"/>
        <pc:sldMkLst>
          <pc:docMk/>
          <pc:sldMk cId="2617504443" sldId="2145706242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19T06:04:56.163" v="2815" actId="20577"/>
      <pc:docMkLst>
        <pc:docMk/>
      </pc:docMkLst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0" sldId="256"/>
        </pc:sldMkLst>
      </pc:sldChg>
      <pc:sldChg chg="modSp add del mod">
        <pc:chgData name="Graf Thomas, SCS-INI-NET-VNC-E2E" userId="487bc3e3-9ce7-4cdd-b7b4-8899ea88d289" providerId="ADAL" clId="{ADEEF08A-D719-4B50-A383-4105EDA2C206}" dt="2026-03-19T06:02:48.686" v="2779" actId="20577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17T04:08:03.389" v="747" actId="27636"/>
          <ac:spMkLst>
            <pc:docMk/>
            <pc:sldMk cId="0" sldId="257"/>
            <ac:spMk id="1514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19T06:02:48.686" v="2779" actId="20577"/>
          <ac:spMkLst>
            <pc:docMk/>
            <pc:sldMk cId="0" sldId="257"/>
            <ac:spMk id="1515" creationId="{00000000-0000-0000-0000-000000000000}"/>
          </ac:spMkLst>
        </pc:spChg>
      </pc:sldChg>
      <pc:sldChg chg="modSp add del mod">
        <pc:chgData name="Graf Thomas, SCS-INI-NET-VNC-E2E" userId="487bc3e3-9ce7-4cdd-b7b4-8899ea88d289" providerId="ADAL" clId="{ADEEF08A-D719-4B50-A383-4105EDA2C206}" dt="2026-03-19T06:03:37.129" v="2782" actId="20577"/>
        <pc:sldMkLst>
          <pc:docMk/>
          <pc:sldMk cId="0" sldId="258"/>
        </pc:sldMkLst>
        <pc:spChg chg="mod">
          <ac:chgData name="Graf Thomas, SCS-INI-NET-VNC-E2E" userId="487bc3e3-9ce7-4cdd-b7b4-8899ea88d289" providerId="ADAL" clId="{ADEEF08A-D719-4B50-A383-4105EDA2C206}" dt="2026-03-19T06:03:37.129" v="2782" actId="20577"/>
          <ac:spMkLst>
            <pc:docMk/>
            <pc:sldMk cId="0" sldId="258"/>
            <ac:spMk id="1522" creationId="{00000000-0000-0000-0000-000000000000}"/>
          </ac:spMkLst>
        </pc:spChg>
      </pc:sldChg>
      <pc:sldChg chg="delSp modSp add del mod">
        <pc:chgData name="Graf Thomas, SCS-INI-NET-VNC-E2E" userId="487bc3e3-9ce7-4cdd-b7b4-8899ea88d289" providerId="ADAL" clId="{ADEEF08A-D719-4B50-A383-4105EDA2C206}" dt="2026-03-19T06:02:18.005" v="2776" actId="20577"/>
        <pc:sldMkLst>
          <pc:docMk/>
          <pc:sldMk cId="0" sldId="272"/>
        </pc:sldMkLst>
        <pc:spChg chg="del mod">
          <ac:chgData name="Graf Thomas, SCS-INI-NET-VNC-E2E" userId="487bc3e3-9ce7-4cdd-b7b4-8899ea88d289" providerId="ADAL" clId="{ADEEF08A-D719-4B50-A383-4105EDA2C206}" dt="2026-03-19T06:02:18.005" v="2776" actId="20577"/>
          <ac:spMkLst>
            <pc:docMk/>
            <pc:sldMk cId="0" sldId="272"/>
            <ac:spMk id="5" creationId="{7AC0F6D0-09C7-5DA3-2396-EC6BDBBAFEDC}"/>
          </ac:spMkLst>
        </pc:spChg>
      </pc:sldChg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3616314567" sldId="274"/>
        </pc:sldMkLst>
      </pc:sldChg>
      <pc:sldChg chg="add del ord">
        <pc:chgData name="Graf Thomas, SCS-INI-NET-VNC-E2E" userId="487bc3e3-9ce7-4cdd-b7b4-8899ea88d289" providerId="ADAL" clId="{ADEEF08A-D719-4B50-A383-4105EDA2C206}" dt="2026-03-18T01:33:52.526" v="2770"/>
        <pc:sldMkLst>
          <pc:docMk/>
          <pc:sldMk cId="984283064" sldId="275"/>
        </pc:sldMkLst>
      </pc:sldChg>
      <pc:sldChg chg="add del ord">
        <pc:chgData name="Graf Thomas, SCS-INI-NET-VNC-E2E" userId="487bc3e3-9ce7-4cdd-b7b4-8899ea88d289" providerId="ADAL" clId="{ADEEF08A-D719-4B50-A383-4105EDA2C206}" dt="2026-03-18T01:33:54.376" v="2772"/>
        <pc:sldMkLst>
          <pc:docMk/>
          <pc:sldMk cId="3462681431" sldId="276"/>
        </pc:sldMkLst>
      </pc:sldChg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2655069398" sldId="277"/>
        </pc:sldMkLst>
      </pc:sldChg>
      <pc:sldChg chg="modSp mod">
        <pc:chgData name="Graf Thomas, SCS-INI-NET-VNC-E2E" userId="487bc3e3-9ce7-4cdd-b7b4-8899ea88d289" providerId="ADAL" clId="{ADEEF08A-D719-4B50-A383-4105EDA2C206}" dt="2026-03-19T06:01:11.518" v="2774" actId="20577"/>
        <pc:sldMkLst>
          <pc:docMk/>
          <pc:sldMk cId="3578665336" sldId="1041"/>
        </pc:sldMkLst>
        <pc:spChg chg="mod">
          <ac:chgData name="Graf Thomas, SCS-INI-NET-VNC-E2E" userId="487bc3e3-9ce7-4cdd-b7b4-8899ea88d289" providerId="ADAL" clId="{ADEEF08A-D719-4B50-A383-4105EDA2C206}" dt="2026-03-09T13:13:46.164" v="3" actId="20577"/>
          <ac:spMkLst>
            <pc:docMk/>
            <pc:sldMk cId="3578665336" sldId="1041"/>
            <ac:spMk id="5" creationId="{C26208B2-0D10-4C23-B2DE-372A62E98644}"/>
          </ac:spMkLst>
        </pc:spChg>
        <pc:spChg chg="mod">
          <ac:chgData name="Graf Thomas, SCS-INI-NET-VNC-E2E" userId="487bc3e3-9ce7-4cdd-b7b4-8899ea88d289" providerId="ADAL" clId="{ADEEF08A-D719-4B50-A383-4105EDA2C206}" dt="2026-03-19T06:01:11.518" v="2774" actId="20577"/>
          <ac:spMkLst>
            <pc:docMk/>
            <pc:sldMk cId="3578665336" sldId="1041"/>
            <ac:spMk id="6" creationId="{6CAA0765-1318-4A03-8F91-D3ECC43D8FA7}"/>
          </ac:spMkLst>
        </pc:spChg>
      </pc:sldChg>
      <pc:sldChg chg="modSp del mod">
        <pc:chgData name="Graf Thomas, SCS-INI-NET-VNC-E2E" userId="487bc3e3-9ce7-4cdd-b7b4-8899ea88d289" providerId="ADAL" clId="{ADEEF08A-D719-4B50-A383-4105EDA2C206}" dt="2026-03-09T13:18:50.136" v="123" actId="47"/>
        <pc:sldMkLst>
          <pc:docMk/>
          <pc:sldMk cId="2617504443" sldId="2145706242"/>
        </pc:sldMkLst>
      </pc:sldChg>
      <pc:sldChg chg="addSp delSp modSp mod">
        <pc:chgData name="Graf Thomas, SCS-INI-NET-VNC-E2E" userId="487bc3e3-9ce7-4cdd-b7b4-8899ea88d289" providerId="ADAL" clId="{ADEEF08A-D719-4B50-A383-4105EDA2C206}" dt="2026-03-19T06:04:56.163" v="2815" actId="20577"/>
        <pc:sldMkLst>
          <pc:docMk/>
          <pc:sldMk cId="2750719351" sldId="2145706243"/>
        </pc:sldMkLst>
        <pc:spChg chg="mod">
          <ac:chgData name="Graf Thomas, SCS-INI-NET-VNC-E2E" userId="487bc3e3-9ce7-4cdd-b7b4-8899ea88d289" providerId="ADAL" clId="{ADEEF08A-D719-4B50-A383-4105EDA2C206}" dt="2026-03-09T13:23:22.891" v="285" actId="108"/>
          <ac:spMkLst>
            <pc:docMk/>
            <pc:sldMk cId="2750719351" sldId="2145706243"/>
            <ac:spMk id="2" creationId="{925D8FC1-6AD2-4FDB-0618-87CF7F39767C}"/>
          </ac:spMkLst>
        </pc:spChg>
        <pc:spChg chg="mod">
          <ac:chgData name="Graf Thomas, SCS-INI-NET-VNC-E2E" userId="487bc3e3-9ce7-4cdd-b7b4-8899ea88d289" providerId="ADAL" clId="{ADEEF08A-D719-4B50-A383-4105EDA2C206}" dt="2026-03-19T06:04:56.163" v="2815" actId="20577"/>
          <ac:spMkLst>
            <pc:docMk/>
            <pc:sldMk cId="2750719351" sldId="2145706243"/>
            <ac:spMk id="3" creationId="{E1C8AC62-B5C5-ADE4-1957-88D3A14E964A}"/>
          </ac:spMkLst>
        </pc:spChg>
        <pc:spChg chg="add del mod ord">
          <ac:chgData name="Graf Thomas, SCS-INI-NET-VNC-E2E" userId="487bc3e3-9ce7-4cdd-b7b4-8899ea88d289" providerId="ADAL" clId="{ADEEF08A-D719-4B50-A383-4105EDA2C206}" dt="2026-03-09T13:20:52.853" v="159" actId="1076"/>
          <ac:spMkLst>
            <pc:docMk/>
            <pc:sldMk cId="2750719351" sldId="2145706243"/>
            <ac:spMk id="5" creationId="{8C23250E-A19C-6C6E-E1FC-F12B08950F9A}"/>
          </ac:spMkLst>
        </pc:spChg>
        <pc:spChg chg="add mod">
          <ac:chgData name="Graf Thomas, SCS-INI-NET-VNC-E2E" userId="487bc3e3-9ce7-4cdd-b7b4-8899ea88d289" providerId="ADAL" clId="{ADEEF08A-D719-4B50-A383-4105EDA2C206}" dt="2026-03-09T13:21:02.032" v="163" actId="1076"/>
          <ac:spMkLst>
            <pc:docMk/>
            <pc:sldMk cId="2750719351" sldId="2145706243"/>
            <ac:spMk id="11" creationId="{B46C0A3E-C63B-0C8F-03EC-36242F20FBD1}"/>
          </ac:spMkLst>
        </pc:spChg>
        <pc:picChg chg="add mod">
          <ac:chgData name="Graf Thomas, SCS-INI-NET-VNC-E2E" userId="487bc3e3-9ce7-4cdd-b7b4-8899ea88d289" providerId="ADAL" clId="{ADEEF08A-D719-4B50-A383-4105EDA2C206}" dt="2026-03-09T13:20:36.770" v="156" actId="1076"/>
          <ac:picMkLst>
            <pc:docMk/>
            <pc:sldMk cId="2750719351" sldId="2145706243"/>
            <ac:picMk id="6" creationId="{B3387A0A-31AF-1F13-B49C-A076AD740B40}"/>
          </ac:picMkLst>
        </pc:picChg>
      </pc:sldChg>
      <pc:sldChg chg="modSp del mod">
        <pc:chgData name="Graf Thomas, SCS-INI-NET-VNC-E2E" userId="487bc3e3-9ce7-4cdd-b7b4-8899ea88d289" providerId="ADAL" clId="{ADEEF08A-D719-4B50-A383-4105EDA2C206}" dt="2026-03-09T13:23:26.463" v="286" actId="47"/>
        <pc:sldMkLst>
          <pc:docMk/>
          <pc:sldMk cId="388497335" sldId="2145706244"/>
        </pc:sldMkLst>
      </pc:sldChg>
      <pc:sldChg chg="addSp delSp modSp mod">
        <pc:chgData name="Graf Thomas, SCS-INI-NET-VNC-E2E" userId="487bc3e3-9ce7-4cdd-b7b4-8899ea88d289" providerId="ADAL" clId="{ADEEF08A-D719-4B50-A383-4105EDA2C206}" dt="2026-03-09T13:38:54.778" v="740" actId="20577"/>
        <pc:sldMkLst>
          <pc:docMk/>
          <pc:sldMk cId="1877027452" sldId="2145706245"/>
        </pc:sldMkLst>
        <pc:graphicFrameChg chg="mod modGraphic">
          <ac:chgData name="Graf Thomas, SCS-INI-NET-VNC-E2E" userId="487bc3e3-9ce7-4cdd-b7b4-8899ea88d289" providerId="ADAL" clId="{ADEEF08A-D719-4B50-A383-4105EDA2C206}" dt="2026-03-09T13:38:54.778" v="740" actId="20577"/>
          <ac:graphicFrameMkLst>
            <pc:docMk/>
            <pc:sldMk cId="1877027452" sldId="2145706245"/>
            <ac:graphicFrameMk id="6" creationId="{86837E2C-7DD9-62B8-E009-509CDFF94BF9}"/>
          </ac:graphicFrameMkLst>
        </pc:graphicFrameChg>
      </pc:sldChg>
      <pc:sldChg chg="addSp delSp modSp mod">
        <pc:chgData name="Graf Thomas, SCS-INI-NET-VNC-E2E" userId="487bc3e3-9ce7-4cdd-b7b4-8899ea88d289" providerId="ADAL" clId="{ADEEF08A-D719-4B50-A383-4105EDA2C206}" dt="2026-03-09T13:39:04.602" v="744" actId="478"/>
        <pc:sldMkLst>
          <pc:docMk/>
          <pc:sldMk cId="4476213" sldId="2145706246"/>
        </pc:sldMkLst>
        <pc:graphicFrameChg chg="mod modGraphic">
          <ac:chgData name="Graf Thomas, SCS-INI-NET-VNC-E2E" userId="487bc3e3-9ce7-4cdd-b7b4-8899ea88d289" providerId="ADAL" clId="{ADEEF08A-D719-4B50-A383-4105EDA2C206}" dt="2026-03-09T13:38:57.874" v="742" actId="20577"/>
          <ac:graphicFrameMkLst>
            <pc:docMk/>
            <pc:sldMk cId="4476213" sldId="2145706246"/>
            <ac:graphicFrameMk id="6" creationId="{4E7CEF41-5DBF-BE8C-3E2D-7F5D56B757D3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860389926" sldId="2145706248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3526766535" sldId="2145706249"/>
        </pc:sldMkLst>
      </pc:sldChg>
      <pc:sldChg chg="add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1952313376" sldId="2145706268"/>
        </pc:sldMkLst>
      </pc:sldChg>
      <pc:sldChg chg="add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2993795036" sldId="2145706269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17T04:14:16.736" v="907" actId="1076"/>
        <pc:sldMkLst>
          <pc:docMk/>
          <pc:sldMk cId="3853061195" sldId="2145706270"/>
        </pc:sldMkLst>
        <pc:spChg chg="add mod">
          <ac:chgData name="Graf Thomas, SCS-INI-NET-VNC-E2E" userId="487bc3e3-9ce7-4cdd-b7b4-8899ea88d289" providerId="ADAL" clId="{ADEEF08A-D719-4B50-A383-4105EDA2C206}" dt="2026-03-17T04:14:01.663" v="904" actId="6549"/>
          <ac:spMkLst>
            <pc:docMk/>
            <pc:sldMk cId="3853061195" sldId="2145706270"/>
            <ac:spMk id="11" creationId="{9B8E9BE6-DD0F-99BA-5FF0-AD176F68E2FD}"/>
          </ac:spMkLst>
        </pc:spChg>
        <pc:spChg chg="mod">
          <ac:chgData name="Graf Thomas, SCS-INI-NET-VNC-E2E" userId="487bc3e3-9ce7-4cdd-b7b4-8899ea88d289" providerId="ADAL" clId="{ADEEF08A-D719-4B50-A383-4105EDA2C206}" dt="2026-03-17T04:13:04.108" v="801" actId="20577"/>
          <ac:spMkLst>
            <pc:docMk/>
            <pc:sldMk cId="3853061195" sldId="2145706270"/>
            <ac:spMk id="1521" creationId="{9DDC19D8-D4BA-AA5E-61E1-B0A4525A6B80}"/>
          </ac:spMkLst>
        </pc:spChg>
        <pc:picChg chg="add mod">
          <ac:chgData name="Graf Thomas, SCS-INI-NET-VNC-E2E" userId="487bc3e3-9ce7-4cdd-b7b4-8899ea88d289" providerId="ADAL" clId="{ADEEF08A-D719-4B50-A383-4105EDA2C206}" dt="2026-03-17T04:14:16.736" v="907" actId="1076"/>
          <ac:picMkLst>
            <pc:docMk/>
            <pc:sldMk cId="3853061195" sldId="2145706270"/>
            <ac:picMk id="9" creationId="{11146658-3377-44D0-D254-CD664F57F84A}"/>
          </ac:picMkLst>
        </pc:picChg>
      </pc:sldChg>
      <pc:sldChg chg="add del ord">
        <pc:chgData name="Graf Thomas, SCS-INI-NET-VNC-E2E" userId="487bc3e3-9ce7-4cdd-b7b4-8899ea88d289" providerId="ADAL" clId="{ADEEF08A-D719-4B50-A383-4105EDA2C206}" dt="2026-03-17T04:11:56.863" v="751" actId="47"/>
        <pc:sldMkLst>
          <pc:docMk/>
          <pc:sldMk cId="3991829323" sldId="2145706270"/>
        </pc:sldMkLst>
      </pc:sldChg>
      <pc:sldChg chg="addSp delSp modSp add mod">
        <pc:chgData name="Graf Thomas, SCS-INI-NET-VNC-E2E" userId="487bc3e3-9ce7-4cdd-b7b4-8899ea88d289" providerId="ADAL" clId="{ADEEF08A-D719-4B50-A383-4105EDA2C206}" dt="2026-03-18T01:22:59.233" v="2383" actId="6549"/>
        <pc:sldMkLst>
          <pc:docMk/>
          <pc:sldMk cId="2190926149" sldId="2145706271"/>
        </pc:sldMkLst>
        <pc:spChg chg="mod">
          <ac:chgData name="Graf Thomas, SCS-INI-NET-VNC-E2E" userId="487bc3e3-9ce7-4cdd-b7b4-8899ea88d289" providerId="ADAL" clId="{ADEEF08A-D719-4B50-A383-4105EDA2C206}" dt="2026-03-18T01:22:59.233" v="2383" actId="6549"/>
          <ac:spMkLst>
            <pc:docMk/>
            <pc:sldMk cId="2190926149" sldId="2145706271"/>
            <ac:spMk id="11" creationId="{56F76BE1-A152-FF58-4794-2D4959E1E67F}"/>
          </ac:spMkLst>
        </pc:spChg>
        <pc:spChg chg="mod">
          <ac:chgData name="Graf Thomas, SCS-INI-NET-VNC-E2E" userId="487bc3e3-9ce7-4cdd-b7b4-8899ea88d289" providerId="ADAL" clId="{ADEEF08A-D719-4B50-A383-4105EDA2C206}" dt="2026-03-17T04:14:28.467" v="925" actId="20577"/>
          <ac:spMkLst>
            <pc:docMk/>
            <pc:sldMk cId="2190926149" sldId="2145706271"/>
            <ac:spMk id="1521" creationId="{53AAD7B6-A6B5-89DF-3082-CF9E15BC3B6E}"/>
          </ac:spMkLst>
        </pc:spChg>
        <pc:picChg chg="add mod">
          <ac:chgData name="Graf Thomas, SCS-INI-NET-VNC-E2E" userId="487bc3e3-9ce7-4cdd-b7b4-8899ea88d289" providerId="ADAL" clId="{ADEEF08A-D719-4B50-A383-4105EDA2C206}" dt="2026-03-17T04:15:03.263" v="933" actId="1076"/>
          <ac:picMkLst>
            <pc:docMk/>
            <pc:sldMk cId="2190926149" sldId="2145706271"/>
            <ac:picMk id="5" creationId="{0BEFBEB9-3CD2-E356-4FCC-35FD36EBCCCB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13.466" v="2434" actId="20577"/>
        <pc:sldMkLst>
          <pc:docMk/>
          <pc:sldMk cId="4275233702" sldId="2145706272"/>
        </pc:sldMkLst>
        <pc:spChg chg="mod">
          <ac:chgData name="Graf Thomas, SCS-INI-NET-VNC-E2E" userId="487bc3e3-9ce7-4cdd-b7b4-8899ea88d289" providerId="ADAL" clId="{ADEEF08A-D719-4B50-A383-4105EDA2C206}" dt="2026-03-18T01:24:13.466" v="2434" actId="20577"/>
          <ac:spMkLst>
            <pc:docMk/>
            <pc:sldMk cId="4275233702" sldId="2145706272"/>
            <ac:spMk id="11" creationId="{54D5064D-5A04-675C-5DD9-B67AABA32901}"/>
          </ac:spMkLst>
        </pc:spChg>
        <pc:spChg chg="mod">
          <ac:chgData name="Graf Thomas, SCS-INI-NET-VNC-E2E" userId="487bc3e3-9ce7-4cdd-b7b4-8899ea88d289" providerId="ADAL" clId="{ADEEF08A-D719-4B50-A383-4105EDA2C206}" dt="2026-03-17T04:17:11.333" v="1081" actId="20577"/>
          <ac:spMkLst>
            <pc:docMk/>
            <pc:sldMk cId="4275233702" sldId="2145706272"/>
            <ac:spMk id="1521" creationId="{27CFBD74-4EA0-E433-223E-AD917E08328A}"/>
          </ac:spMkLst>
        </pc:spChg>
        <pc:picChg chg="add mod">
          <ac:chgData name="Graf Thomas, SCS-INI-NET-VNC-E2E" userId="487bc3e3-9ce7-4cdd-b7b4-8899ea88d289" providerId="ADAL" clId="{ADEEF08A-D719-4B50-A383-4105EDA2C206}" dt="2026-03-17T04:17:03.032" v="1065" actId="1076"/>
          <ac:picMkLst>
            <pc:docMk/>
            <pc:sldMk cId="4275233702" sldId="2145706272"/>
            <ac:picMk id="6" creationId="{937160BC-75EA-3DD5-CACE-A761F4640C98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7T04:25:33.063" v="1824" actId="1076"/>
        <pc:sldMkLst>
          <pc:docMk/>
          <pc:sldMk cId="515890898" sldId="2145706273"/>
        </pc:sldMkLst>
        <pc:spChg chg="mod">
          <ac:chgData name="Graf Thomas, SCS-INI-NET-VNC-E2E" userId="487bc3e3-9ce7-4cdd-b7b4-8899ea88d289" providerId="ADAL" clId="{ADEEF08A-D719-4B50-A383-4105EDA2C206}" dt="2026-03-17T04:25:18.771" v="1819" actId="14100"/>
          <ac:spMkLst>
            <pc:docMk/>
            <pc:sldMk cId="515890898" sldId="2145706273"/>
            <ac:spMk id="11" creationId="{46CA42F8-ECFF-0635-0F45-DA1FBB5162C5}"/>
          </ac:spMkLst>
        </pc:spChg>
        <pc:spChg chg="mod">
          <ac:chgData name="Graf Thomas, SCS-INI-NET-VNC-E2E" userId="487bc3e3-9ce7-4cdd-b7b4-8899ea88d289" providerId="ADAL" clId="{ADEEF08A-D719-4B50-A383-4105EDA2C206}" dt="2026-03-17T04:21:52.394" v="1617" actId="20577"/>
          <ac:spMkLst>
            <pc:docMk/>
            <pc:sldMk cId="515890898" sldId="2145706273"/>
            <ac:spMk id="1521" creationId="{69E392E2-1979-4812-9FFD-6F95CAE1D62F}"/>
          </ac:spMkLst>
        </pc:spChg>
        <pc:picChg chg="add mod">
          <ac:chgData name="Graf Thomas, SCS-INI-NET-VNC-E2E" userId="487bc3e3-9ce7-4cdd-b7b4-8899ea88d289" providerId="ADAL" clId="{ADEEF08A-D719-4B50-A383-4105EDA2C206}" dt="2026-03-17T04:25:33.063" v="1824" actId="1076"/>
          <ac:picMkLst>
            <pc:docMk/>
            <pc:sldMk cId="515890898" sldId="2145706273"/>
            <ac:picMk id="5" creationId="{B4A06CD7-ABAB-DE76-FB96-F95A17C94158}"/>
          </ac:picMkLst>
        </pc:picChg>
        <pc:picChg chg="add mod">
          <ac:chgData name="Graf Thomas, SCS-INI-NET-VNC-E2E" userId="487bc3e3-9ce7-4cdd-b7b4-8899ea88d289" providerId="ADAL" clId="{ADEEF08A-D719-4B50-A383-4105EDA2C206}" dt="2026-03-17T04:25:23.431" v="1821" actId="1076"/>
          <ac:picMkLst>
            <pc:docMk/>
            <pc:sldMk cId="515890898" sldId="2145706273"/>
            <ac:picMk id="9" creationId="{BB38F414-1E18-7D50-5889-85699FBB8F70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5:11.156" v="2480" actId="20577"/>
        <pc:sldMkLst>
          <pc:docMk/>
          <pc:sldMk cId="2351035140" sldId="2145706274"/>
        </pc:sldMkLst>
        <pc:spChg chg="mod">
          <ac:chgData name="Graf Thomas, SCS-INI-NET-VNC-E2E" userId="487bc3e3-9ce7-4cdd-b7b4-8899ea88d289" providerId="ADAL" clId="{ADEEF08A-D719-4B50-A383-4105EDA2C206}" dt="2026-03-18T01:25:11.156" v="2480" actId="20577"/>
          <ac:spMkLst>
            <pc:docMk/>
            <pc:sldMk cId="2351035140" sldId="2145706274"/>
            <ac:spMk id="11" creationId="{D31072DB-7FB0-340E-5178-515B5506C20F}"/>
          </ac:spMkLst>
        </pc:spChg>
        <pc:spChg chg="mod">
          <ac:chgData name="Graf Thomas, SCS-INI-NET-VNC-E2E" userId="487bc3e3-9ce7-4cdd-b7b4-8899ea88d289" providerId="ADAL" clId="{ADEEF08A-D719-4B50-A383-4105EDA2C206}" dt="2026-03-17T04:26:20.173" v="1859" actId="20577"/>
          <ac:spMkLst>
            <pc:docMk/>
            <pc:sldMk cId="2351035140" sldId="2145706274"/>
            <ac:spMk id="1521" creationId="{1758EF1A-4DAD-DC84-9418-5B9299646425}"/>
          </ac:spMkLst>
        </pc:spChg>
        <pc:picChg chg="add mod">
          <ac:chgData name="Graf Thomas, SCS-INI-NET-VNC-E2E" userId="487bc3e3-9ce7-4cdd-b7b4-8899ea88d289" providerId="ADAL" clId="{ADEEF08A-D719-4B50-A383-4105EDA2C206}" dt="2026-03-17T04:26:29.806" v="1864" actId="1076"/>
          <ac:picMkLst>
            <pc:docMk/>
            <pc:sldMk cId="2351035140" sldId="2145706274"/>
            <ac:picMk id="6" creationId="{B25C9AFC-422A-6D3A-EB67-100632352EBF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47.840" v="2447" actId="20577"/>
        <pc:sldMkLst>
          <pc:docMk/>
          <pc:sldMk cId="4179087185" sldId="2145706275"/>
        </pc:sldMkLst>
        <pc:spChg chg="mod">
          <ac:chgData name="Graf Thomas, SCS-INI-NET-VNC-E2E" userId="487bc3e3-9ce7-4cdd-b7b4-8899ea88d289" providerId="ADAL" clId="{ADEEF08A-D719-4B50-A383-4105EDA2C206}" dt="2026-03-18T01:24:47.840" v="2447" actId="20577"/>
          <ac:spMkLst>
            <pc:docMk/>
            <pc:sldMk cId="4179087185" sldId="2145706275"/>
            <ac:spMk id="11" creationId="{23828BA4-999F-A457-43A5-F33F10914959}"/>
          </ac:spMkLst>
        </pc:spChg>
        <pc:spChg chg="mod">
          <ac:chgData name="Graf Thomas, SCS-INI-NET-VNC-E2E" userId="487bc3e3-9ce7-4cdd-b7b4-8899ea88d289" providerId="ADAL" clId="{ADEEF08A-D719-4B50-A383-4105EDA2C206}" dt="2026-03-17T04:30:07.207" v="2153" actId="20577"/>
          <ac:spMkLst>
            <pc:docMk/>
            <pc:sldMk cId="4179087185" sldId="2145706275"/>
            <ac:spMk id="1521" creationId="{8D4264D9-F631-65B2-A1D5-499EA3E0D471}"/>
          </ac:spMkLst>
        </pc:spChg>
        <pc:picChg chg="add mod">
          <ac:chgData name="Graf Thomas, SCS-INI-NET-VNC-E2E" userId="487bc3e3-9ce7-4cdd-b7b4-8899ea88d289" providerId="ADAL" clId="{ADEEF08A-D719-4B50-A383-4105EDA2C206}" dt="2026-03-17T04:30:02.453" v="2148" actId="1076"/>
          <ac:picMkLst>
            <pc:docMk/>
            <pc:sldMk cId="4179087185" sldId="2145706275"/>
            <ac:picMk id="5" creationId="{D9FE91E3-71A4-7383-E1C4-31301AA51285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59.172" v="2457" actId="20577"/>
        <pc:sldMkLst>
          <pc:docMk/>
          <pc:sldMk cId="2778985922" sldId="2145706276"/>
        </pc:sldMkLst>
        <pc:spChg chg="mod">
          <ac:chgData name="Graf Thomas, SCS-INI-NET-VNC-E2E" userId="487bc3e3-9ce7-4cdd-b7b4-8899ea88d289" providerId="ADAL" clId="{ADEEF08A-D719-4B50-A383-4105EDA2C206}" dt="2026-03-18T01:24:59.172" v="2457" actId="20577"/>
          <ac:spMkLst>
            <pc:docMk/>
            <pc:sldMk cId="2778985922" sldId="2145706276"/>
            <ac:spMk id="11" creationId="{9FD05F93-0418-A95F-FD17-9BF15955170B}"/>
          </ac:spMkLst>
        </pc:spChg>
        <pc:spChg chg="mod">
          <ac:chgData name="Graf Thomas, SCS-INI-NET-VNC-E2E" userId="487bc3e3-9ce7-4cdd-b7b4-8899ea88d289" providerId="ADAL" clId="{ADEEF08A-D719-4B50-A383-4105EDA2C206}" dt="2026-03-17T04:30:35.194" v="2155" actId="20577"/>
          <ac:spMkLst>
            <pc:docMk/>
            <pc:sldMk cId="2778985922" sldId="2145706276"/>
            <ac:spMk id="1521" creationId="{5D881107-FC26-236F-51AA-99B7D6A89FD9}"/>
          </ac:spMkLst>
        </pc:spChg>
        <pc:picChg chg="add mod">
          <ac:chgData name="Graf Thomas, SCS-INI-NET-VNC-E2E" userId="487bc3e3-9ce7-4cdd-b7b4-8899ea88d289" providerId="ADAL" clId="{ADEEF08A-D719-4B50-A383-4105EDA2C206}" dt="2026-03-17T04:31:13.835" v="2164" actId="1076"/>
          <ac:picMkLst>
            <pc:docMk/>
            <pc:sldMk cId="2778985922" sldId="2145706276"/>
            <ac:picMk id="9" creationId="{C12EC50A-F8EB-58DE-C318-DA81F10E3E9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5:44.509" v="2487" actId="20577"/>
        <pc:sldMkLst>
          <pc:docMk/>
          <pc:sldMk cId="2755856533" sldId="2145706277"/>
        </pc:sldMkLst>
        <pc:spChg chg="mod">
          <ac:chgData name="Graf Thomas, SCS-INI-NET-VNC-E2E" userId="487bc3e3-9ce7-4cdd-b7b4-8899ea88d289" providerId="ADAL" clId="{ADEEF08A-D719-4B50-A383-4105EDA2C206}" dt="2026-03-18T01:25:19.752" v="2482" actId="20577"/>
          <ac:spMkLst>
            <pc:docMk/>
            <pc:sldMk cId="2755856533" sldId="2145706277"/>
            <ac:spMk id="11" creationId="{BB8D74FA-BFBD-F2E9-6933-639CEAC7EEE1}"/>
          </ac:spMkLst>
        </pc:spChg>
        <pc:spChg chg="mod">
          <ac:chgData name="Graf Thomas, SCS-INI-NET-VNC-E2E" userId="487bc3e3-9ce7-4cdd-b7b4-8899ea88d289" providerId="ADAL" clId="{ADEEF08A-D719-4B50-A383-4105EDA2C206}" dt="2026-03-18T01:25:44.509" v="2487" actId="20577"/>
          <ac:spMkLst>
            <pc:docMk/>
            <pc:sldMk cId="2755856533" sldId="2145706277"/>
            <ac:spMk id="1521" creationId="{49DB6F02-E0BB-A29E-F028-DC4EA2F8FB1F}"/>
          </ac:spMkLst>
        </pc:spChg>
        <pc:picChg chg="add mod">
          <ac:chgData name="Graf Thomas, SCS-INI-NET-VNC-E2E" userId="487bc3e3-9ce7-4cdd-b7b4-8899ea88d289" providerId="ADAL" clId="{ADEEF08A-D719-4B50-A383-4105EDA2C206}" dt="2026-03-17T04:34:19.491" v="2295" actId="14100"/>
          <ac:picMkLst>
            <pc:docMk/>
            <pc:sldMk cId="2755856533" sldId="2145706277"/>
            <ac:picMk id="5" creationId="{24063684-A278-0958-C0CB-E466E0829D5B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7:12.686" v="2564" actId="20577"/>
        <pc:sldMkLst>
          <pc:docMk/>
          <pc:sldMk cId="1653096990" sldId="2145706278"/>
        </pc:sldMkLst>
        <pc:spChg chg="mod">
          <ac:chgData name="Graf Thomas, SCS-INI-NET-VNC-E2E" userId="487bc3e3-9ce7-4cdd-b7b4-8899ea88d289" providerId="ADAL" clId="{ADEEF08A-D719-4B50-A383-4105EDA2C206}" dt="2026-03-18T01:27:12.686" v="2564" actId="20577"/>
          <ac:spMkLst>
            <pc:docMk/>
            <pc:sldMk cId="1653096990" sldId="2145706278"/>
            <ac:spMk id="11" creationId="{3F46F3E3-83EF-04BF-B560-596E9BBFBF26}"/>
          </ac:spMkLst>
        </pc:spChg>
        <pc:spChg chg="mod">
          <ac:chgData name="Graf Thomas, SCS-INI-NET-VNC-E2E" userId="487bc3e3-9ce7-4cdd-b7b4-8899ea88d289" providerId="ADAL" clId="{ADEEF08A-D719-4B50-A383-4105EDA2C206}" dt="2026-03-18T01:25:52.052" v="2489" actId="20577"/>
          <ac:spMkLst>
            <pc:docMk/>
            <pc:sldMk cId="1653096990" sldId="2145706278"/>
            <ac:spMk id="1521" creationId="{D1544C04-1AC7-CF90-0AE0-B58E7BB9BDA5}"/>
          </ac:spMkLst>
        </pc:spChg>
        <pc:picChg chg="del">
          <ac:chgData name="Graf Thomas, SCS-INI-NET-VNC-E2E" userId="487bc3e3-9ce7-4cdd-b7b4-8899ea88d289" providerId="ADAL" clId="{ADEEF08A-D719-4B50-A383-4105EDA2C206}" dt="2026-03-18T01:26:30.526" v="2490" actId="478"/>
          <ac:picMkLst>
            <pc:docMk/>
            <pc:sldMk cId="1653096990" sldId="2145706278"/>
            <ac:picMk id="5" creationId="{9DCF8766-EDCD-D368-CEE2-F5BAC68996B6}"/>
          </ac:picMkLst>
        </pc:picChg>
        <pc:picChg chg="add mod">
          <ac:chgData name="Graf Thomas, SCS-INI-NET-VNC-E2E" userId="487bc3e3-9ce7-4cdd-b7b4-8899ea88d289" providerId="ADAL" clId="{ADEEF08A-D719-4B50-A383-4105EDA2C206}" dt="2026-03-18T01:26:38.118" v="2495" actId="1076"/>
          <ac:picMkLst>
            <pc:docMk/>
            <pc:sldMk cId="1653096990" sldId="2145706278"/>
            <ac:picMk id="6" creationId="{1CF1BE92-C1E4-757C-B5C4-4A5CF38A24A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32:30.872" v="2760"/>
        <pc:sldMkLst>
          <pc:docMk/>
          <pc:sldMk cId="2230264938" sldId="2145706279"/>
        </pc:sldMkLst>
        <pc:spChg chg="mod">
          <ac:chgData name="Graf Thomas, SCS-INI-NET-VNC-E2E" userId="487bc3e3-9ce7-4cdd-b7b4-8899ea88d289" providerId="ADAL" clId="{ADEEF08A-D719-4B50-A383-4105EDA2C206}" dt="2026-03-18T01:32:30.872" v="2760"/>
          <ac:spMkLst>
            <pc:docMk/>
            <pc:sldMk cId="2230264938" sldId="2145706279"/>
            <ac:spMk id="11" creationId="{C6FF514F-20C3-6A3F-E3AB-F5ECF0B88082}"/>
          </ac:spMkLst>
        </pc:spChg>
        <pc:spChg chg="mod">
          <ac:chgData name="Graf Thomas, SCS-INI-NET-VNC-E2E" userId="487bc3e3-9ce7-4cdd-b7b4-8899ea88d289" providerId="ADAL" clId="{ADEEF08A-D719-4B50-A383-4105EDA2C206}" dt="2026-03-18T01:27:21.380" v="2566" actId="20577"/>
          <ac:spMkLst>
            <pc:docMk/>
            <pc:sldMk cId="2230264938" sldId="2145706279"/>
            <ac:spMk id="1521" creationId="{21E9A0B8-885F-2415-D89A-154D5E56C7A8}"/>
          </ac:spMkLst>
        </pc:spChg>
        <pc:picChg chg="add del">
          <ac:chgData name="Graf Thomas, SCS-INI-NET-VNC-E2E" userId="487bc3e3-9ce7-4cdd-b7b4-8899ea88d289" providerId="ADAL" clId="{ADEEF08A-D719-4B50-A383-4105EDA2C206}" dt="2026-03-18T01:27:59.910" v="2569" actId="478"/>
          <ac:picMkLst>
            <pc:docMk/>
            <pc:sldMk cId="2230264938" sldId="2145706279"/>
            <ac:picMk id="5" creationId="{2E30E63A-3887-196A-5578-D10D40E3511E}"/>
          </ac:picMkLst>
        </pc:picChg>
        <pc:picChg chg="del">
          <ac:chgData name="Graf Thomas, SCS-INI-NET-VNC-E2E" userId="487bc3e3-9ce7-4cdd-b7b4-8899ea88d289" providerId="ADAL" clId="{ADEEF08A-D719-4B50-A383-4105EDA2C206}" dt="2026-03-18T01:27:55.715" v="2567" actId="478"/>
          <ac:picMkLst>
            <pc:docMk/>
            <pc:sldMk cId="2230264938" sldId="2145706279"/>
            <ac:picMk id="6" creationId="{7EBF1CAE-B2F5-067D-BA2D-6DD20357556B}"/>
          </ac:picMkLst>
        </pc:picChg>
        <pc:picChg chg="add del mod">
          <ac:chgData name="Graf Thomas, SCS-INI-NET-VNC-E2E" userId="487bc3e3-9ce7-4cdd-b7b4-8899ea88d289" providerId="ADAL" clId="{ADEEF08A-D719-4B50-A383-4105EDA2C206}" dt="2026-03-18T01:28:34.091" v="2572" actId="478"/>
          <ac:picMkLst>
            <pc:docMk/>
            <pc:sldMk cId="2230264938" sldId="2145706279"/>
            <ac:picMk id="9" creationId="{9AAFD245-796E-BB22-C9A2-E78479491249}"/>
          </ac:picMkLst>
        </pc:picChg>
        <pc:picChg chg="add mod">
          <ac:chgData name="Graf Thomas, SCS-INI-NET-VNC-E2E" userId="487bc3e3-9ce7-4cdd-b7b4-8899ea88d289" providerId="ADAL" clId="{ADEEF08A-D719-4B50-A383-4105EDA2C206}" dt="2026-03-18T01:28:53.696" v="2574" actId="1076"/>
          <ac:picMkLst>
            <pc:docMk/>
            <pc:sldMk cId="2230264938" sldId="2145706279"/>
            <ac:picMk id="12" creationId="{B4A5B4EB-DCB1-4C81-0B4D-DDE78F7C309D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695572745" sldId="2145706305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878460098" sldId="2145706306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4208302676" sldId="2145706307"/>
        </pc:sldMkLst>
      </pc:sldChg>
      <pc:sldMasterChg chg="delSldLayout">
        <pc:chgData name="Graf Thomas, SCS-INI-NET-VNC-E2E" userId="487bc3e3-9ce7-4cdd-b7b4-8899ea88d289" providerId="ADAL" clId="{ADEEF08A-D719-4B50-A383-4105EDA2C206}" dt="2026-03-17T04:08:00.547" v="745" actId="47"/>
        <pc:sldMasterMkLst>
          <pc:docMk/>
          <pc:sldMasterMk cId="1575956613" sldId="2147483648"/>
        </pc:sldMasterMkLst>
        <pc:sldLayoutChg chg="del">
          <pc:chgData name="Graf Thomas, SCS-INI-NET-VNC-E2E" userId="487bc3e3-9ce7-4cdd-b7b4-8899ea88d289" providerId="ADAL" clId="{ADEEF08A-D719-4B50-A383-4105EDA2C206}" dt="2026-03-17T04:08:00.547" v="745" actId="47"/>
          <pc:sldLayoutMkLst>
            <pc:docMk/>
            <pc:sldMasterMk cId="1575956613" sldId="2147483648"/>
            <pc:sldLayoutMk cId="1827472892" sldId="2147483660"/>
          </pc:sldLayoutMkLst>
        </pc:sldLayoutChg>
      </pc:sldMasterChg>
    </pc:docChg>
  </pc:docChgLst>
  <pc:docChgLst>
    <pc:chgData name="Graf Thomas, SCS-INI-NET-VNC-E2E" userId="487bc3e3-9ce7-4cdd-b7b4-8899ea88d289" providerId="ADAL" clId="{1BAAA70E-921F-47F1-8CE8-3DD05F71A227}"/>
    <pc:docChg chg="undo custSel addSld delSld modSld">
      <pc:chgData name="Graf Thomas, SCS-INI-NET-VNC-E2E" userId="487bc3e3-9ce7-4cdd-b7b4-8899ea88d289" providerId="ADAL" clId="{1BAAA70E-921F-47F1-8CE8-3DD05F71A227}" dt="2025-10-28T10:16:50.477" v="3277" actId="20577"/>
      <pc:docMkLst>
        <pc:docMk/>
      </pc:docMkLst>
      <pc:sldChg chg="modSp mod">
        <pc:chgData name="Graf Thomas, SCS-INI-NET-VNC-E2E" userId="487bc3e3-9ce7-4cdd-b7b4-8899ea88d289" providerId="ADAL" clId="{1BAAA70E-921F-47F1-8CE8-3DD05F71A227}" dt="2025-10-28T10:16:45.447" v="3276" actId="20577"/>
        <pc:sldMkLst>
          <pc:docMk/>
          <pc:sldMk cId="3578665336" sldId="1041"/>
        </pc:sldMkLst>
      </pc:sldChg>
      <pc:sldChg chg="addSp delSp modSp mod">
        <pc:chgData name="Graf Thomas, SCS-INI-NET-VNC-E2E" userId="487bc3e3-9ce7-4cdd-b7b4-8899ea88d289" providerId="ADAL" clId="{1BAAA70E-921F-47F1-8CE8-3DD05F71A227}" dt="2025-10-26T12:36:52.161" v="1823" actId="20577"/>
        <pc:sldMkLst>
          <pc:docMk/>
          <pc:sldMk cId="2617504443" sldId="2145706242"/>
        </pc:sldMkLst>
      </pc:sldChg>
      <pc:sldChg chg="modSp add mod">
        <pc:chgData name="Graf Thomas, SCS-INI-NET-VNC-E2E" userId="487bc3e3-9ce7-4cdd-b7b4-8899ea88d289" providerId="ADAL" clId="{1BAAA70E-921F-47F1-8CE8-3DD05F71A227}" dt="2025-10-26T13:40:53.571" v="2960" actId="20577"/>
        <pc:sldMkLst>
          <pc:docMk/>
          <pc:sldMk cId="2750719351" sldId="2145706243"/>
        </pc:sldMkLst>
      </pc:sldChg>
      <pc:sldChg chg="delSp modSp add del mod">
        <pc:chgData name="Graf Thomas, SCS-INI-NET-VNC-E2E" userId="487bc3e3-9ce7-4cdd-b7b4-8899ea88d289" providerId="ADAL" clId="{1BAAA70E-921F-47F1-8CE8-3DD05F71A227}" dt="2025-10-25T08:15:30.036" v="1719" actId="2696"/>
        <pc:sldMkLst>
          <pc:docMk/>
          <pc:sldMk cId="100426460" sldId="2145706244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10:16:50.477" v="3277" actId="20577"/>
        <pc:sldMkLst>
          <pc:docMk/>
          <pc:sldMk cId="388497335" sldId="2145706244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09:06:20.352" v="3260" actId="790"/>
        <pc:sldMkLst>
          <pc:docMk/>
          <pc:sldMk cId="1877027452" sldId="2145706245"/>
        </pc:sldMkLst>
      </pc:sldChg>
      <pc:sldChg chg="modSp add mod">
        <pc:chgData name="Graf Thomas, SCS-INI-NET-VNC-E2E" userId="487bc3e3-9ce7-4cdd-b7b4-8899ea88d289" providerId="ADAL" clId="{1BAAA70E-921F-47F1-8CE8-3DD05F71A227}" dt="2025-10-28T09:06:12.054" v="3259" actId="790"/>
        <pc:sldMkLst>
          <pc:docMk/>
          <pc:sldMk cId="4476213" sldId="2145706246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09:11:28.538" v="3274" actId="478"/>
        <pc:sldMkLst>
          <pc:docMk/>
          <pc:sldMk cId="1911218804" sldId="2145706247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860389926" sldId="2145706248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3526766535" sldId="2145706249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695572745" sldId="2145706305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878460098" sldId="2145706306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4208302676" sldId="21457063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CCF2EAE6-B341-993A-0764-3CC852AD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D9491D6-B267-5C2E-7D57-CD7534F0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F0383E6D-0746-73D5-8795-F44BEA0D09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0325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0F12334-F569-4AE7-5B40-34D95095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F556706-F70B-8726-EAD8-F724477B6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35D25A37-E22A-6578-CDEB-76F8AFC6F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10595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46E6FE8-F64F-A293-77DD-5E1E40D1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C3BFFE0F-E03E-8AB2-019C-88F8B68257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0E3CDE2-931C-B109-8E36-81973226CB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58694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3CC8492D-71E9-769A-AC1A-302F41D23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164D80BD-F3E7-091D-B0A5-2CDC67579E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ABB7B7B-1BD7-8BEC-AA37-0899BE89B5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68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CC04A52A-E001-60B7-822C-F85447FB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63BC52CD-A9C0-0614-C879-C2138FAA0B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FB6A3BE9-05A0-BD67-AED2-93DCD5A302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904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E14EEB9E-581F-EA46-2BEB-D75CCAD9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0B0BD8D3-FE5B-CF0B-D1B5-3B0195D6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2BC9E1F3-3D06-0EBE-42AD-2E2BB10ED5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1472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85D9230B-C5FF-F425-E7D9-EDC1EF92F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7DB0E0F-25ED-8C89-9B84-4B5C5EE08F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35B4C851-CCF7-D688-7D22-B3E3EB1ECB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8325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879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hyperlink" Target="https://datatracker.ietf.org/doc/html/draft-ietf-netmod-yang-anydata-validation" TargetMode="External"/><Relationship Id="rId4" Type="http://schemas.openxmlformats.org/officeDocument/2006/relationships/hyperlink" Target="https://github.com/yang-central/yangkit/pull/4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macct/pmacct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hyperlink" Target="https://github.com/NetGauze/NetGauze" TargetMode="External"/><Relationship Id="rId4" Type="http://schemas.openxmlformats.org/officeDocument/2006/relationships/hyperlink" Target="https://github.com/network-analytics/yang-kafka-integration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Gauze/NetGauze/issues/456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7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49" TargetMode="External"/><Relationship Id="rId11" Type="http://schemas.openxmlformats.org/officeDocument/2006/relationships/image" Target="../media/image19.png"/><Relationship Id="rId5" Type="http://schemas.openxmlformats.org/officeDocument/2006/relationships/hyperlink" Target="https://datatracker.ietf.org/doc/html/draft-ietf-netmod-yang-anydata-validation" TargetMode="External"/><Relationship Id="rId10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hyperlink" Target="https://datatracker.ietf.org/doc/html/draft-ietf-nmop-yang-message-broker-message-key#section-3.2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conf-yang-library-augmentedby" TargetMode="External"/><Relationship Id="rId7" Type="http://schemas.openxmlformats.org/officeDocument/2006/relationships/hyperlink" Target="https://datatracker.ietf.org/doc/html/draft-ietf-nmop-message-broker-telemetry-message" TargetMode="External"/><Relationship Id="rId2" Type="http://schemas.openxmlformats.org/officeDocument/2006/relationships/hyperlink" Target="https://datatracker.ietf.org/doc/draft-ietf-netconf-notif-envelop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tracker.ietf.org/doc/html/draft-ietf-nmop-yang-message-broker-integration" TargetMode="External"/><Relationship Id="rId5" Type="http://schemas.openxmlformats.org/officeDocument/2006/relationships/hyperlink" Target="https://datatracker.ietf.org/doc/draft-ietf-netconf-yp-transport-capabilities/" TargetMode="External"/><Relationship Id="rId4" Type="http://schemas.openxmlformats.org/officeDocument/2006/relationships/hyperlink" Target="https://datatracker.ietf.org/doc/html/draft-ietf-netconf-yang-notifications-versioning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conf-udp-client-server" TargetMode="External"/><Relationship Id="rId2" Type="http://schemas.openxmlformats.org/officeDocument/2006/relationships/hyperlink" Target="https://datatracker.ietf.org/doc/html/draft-ietf-netconf-udp-noti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tracker.ietf.org/doc/html/draft-ietf-netmod-yang-anydata-validation" TargetMode="External"/><Relationship Id="rId4" Type="http://schemas.openxmlformats.org/officeDocument/2006/relationships/hyperlink" Target="https://datatracker.ietf.org/doc/html/draft-ietf-netconf-distributed-noti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>
            <a:extLst>
              <a:ext uri="{FF2B5EF4-FFF2-40B4-BE49-F238E27FC236}">
                <a16:creationId xmlns:a16="http://schemas.microsoft.com/office/drawing/2014/main" id="{C26208B2-0D10-4C23-B2DE-372A62E98644}"/>
              </a:ext>
            </a:extLst>
          </p:cNvPr>
          <p:cNvSpPr txBox="1">
            <a:spLocks/>
          </p:cNvSpPr>
          <p:nvPr/>
        </p:nvSpPr>
        <p:spPr>
          <a:xfrm>
            <a:off x="606830" y="1365772"/>
            <a:ext cx="11395314" cy="32390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b="1" dirty="0"/>
              <a:t>An Architecture for YANG-Push to Message Broker </a:t>
            </a:r>
            <a:r>
              <a:rPr lang="en-US" sz="3400" b="1" dirty="0">
                <a:solidFill>
                  <a:srgbClr val="FF0000"/>
                </a:solidFill>
              </a:rPr>
              <a:t>Integration</a:t>
            </a:r>
            <a:br>
              <a:rPr lang="en-US" sz="3600" b="1" dirty="0"/>
            </a:br>
            <a:r>
              <a:rPr lang="en-US" sz="2800" dirty="0"/>
              <a:t>draft-ietf-nmop-yang-message-broker-integration-11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Motivation and architecture of a native</a:t>
            </a:r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YANG-Push notifications and YANG Schema integration</a:t>
            </a:r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	into Message Broker and YANG Schema Registry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23057C-339A-4254-8994-8EB77B8B4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2200" smtClean="0"/>
              <a:t>1</a:t>
            </a:fld>
            <a:endParaRPr lang="de-CH" sz="2200" dirty="0"/>
          </a:p>
        </p:txBody>
      </p:sp>
      <p:sp>
        <p:nvSpPr>
          <p:cNvPr id="6" name="Subtitle 4">
            <a:extLst>
              <a:ext uri="{FF2B5EF4-FFF2-40B4-BE49-F238E27FC236}">
                <a16:creationId xmlns:a16="http://schemas.microsoft.com/office/drawing/2014/main" id="{6CAA0765-1318-4A03-8F91-D3ECC43D8FA7}"/>
              </a:ext>
            </a:extLst>
          </p:cNvPr>
          <p:cNvSpPr txBox="1">
            <a:spLocks/>
          </p:cNvSpPr>
          <p:nvPr/>
        </p:nvSpPr>
        <p:spPr>
          <a:xfrm>
            <a:off x="838200" y="5658415"/>
            <a:ext cx="11163943" cy="7032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de-CH" sz="1400" b="1" dirty="0">
                <a:latin typeface="+mj-lt"/>
              </a:rPr>
              <a:t>thomas.graf@swisscom.com</a:t>
            </a:r>
            <a:br>
              <a:rPr lang="de-CH" sz="1400" b="1" dirty="0">
                <a:latin typeface="+mj-lt"/>
              </a:rPr>
            </a:br>
            <a:r>
              <a:rPr lang="de-CH" sz="1400" dirty="0">
                <a:latin typeface="+mj-lt"/>
              </a:rPr>
              <a:t>ahmed.elhassany@swisscom.com</a:t>
            </a:r>
          </a:p>
          <a:p>
            <a:pPr marL="0" indent="0" algn="r">
              <a:spcBef>
                <a:spcPts val="300"/>
              </a:spcBef>
              <a:buNone/>
              <a:defRPr sz="1782"/>
            </a:pPr>
            <a:endParaRPr lang="de-CH" sz="14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de-CH" sz="1400" dirty="0">
                <a:latin typeface="+mj-lt"/>
              </a:rPr>
              <a:t>19. March </a:t>
            </a:r>
            <a:r>
              <a:rPr lang="de-CH" sz="1400" dirty="0">
                <a:latin typeface="+mj-lt"/>
                <a:ea typeface="+mj-ea"/>
                <a:cs typeface="+mj-cs"/>
              </a:rPr>
              <a:t>2026</a:t>
            </a:r>
            <a:endParaRPr lang="de-CH" sz="1400" dirty="0">
              <a:latin typeface="+mj-lt"/>
            </a:endParaRPr>
          </a:p>
          <a:p>
            <a:pPr algn="r"/>
            <a:endParaRPr lang="de-CH" sz="2200" dirty="0"/>
          </a:p>
        </p:txBody>
      </p:sp>
    </p:spTree>
    <p:extLst>
      <p:ext uri="{BB962C8B-B14F-4D97-AF65-F5344CB8AC3E}">
        <p14:creationId xmlns:p14="http://schemas.microsoft.com/office/powerpoint/2010/main" val="3578665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2E10-D23C-63C1-BF5E-2E15CFD12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8FC1-6AD2-4FDB-0618-87CF7F397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GB" sz="3600" dirty="0"/>
            </a:br>
            <a:r>
              <a:rPr lang="en-GB" sz="2700" dirty="0">
                <a:solidFill>
                  <a:schemeClr val="bg2">
                    <a:lumMod val="75000"/>
                  </a:schemeClr>
                </a:solidFill>
              </a:rPr>
              <a:t>Status </a:t>
            </a:r>
            <a:r>
              <a:rPr lang="de-CH" sz="2700" dirty="0" err="1">
                <a:solidFill>
                  <a:schemeClr val="bg2">
                    <a:lumMod val="75000"/>
                  </a:schemeClr>
                </a:solidFill>
              </a:rPr>
              <a:t>from</a:t>
            </a:r>
            <a:r>
              <a:rPr lang="de-CH" sz="27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de-CH" sz="2700" b="1" dirty="0">
                <a:solidFill>
                  <a:srgbClr val="FF0000"/>
                </a:solidFill>
              </a:rPr>
              <a:t>-10 and -11 </a:t>
            </a:r>
            <a:r>
              <a:rPr lang="de-CH" sz="2700" dirty="0">
                <a:solidFill>
                  <a:schemeClr val="bg2">
                    <a:lumMod val="75000"/>
                  </a:schemeClr>
                </a:solidFill>
              </a:rPr>
              <a:t>and Next </a:t>
            </a:r>
            <a:r>
              <a:rPr lang="de-CH" sz="2700" dirty="0" err="1">
                <a:solidFill>
                  <a:schemeClr val="bg2">
                    <a:lumMod val="75000"/>
                  </a:schemeClr>
                </a:solidFill>
              </a:rPr>
              <a:t>Steps</a:t>
            </a:r>
            <a:endParaRPr lang="en-US" sz="27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8AC62-B5C5-ADE4-1957-88D3A14E9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816"/>
            <a:ext cx="6889468" cy="44041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 Body"/>
              </a:rPr>
              <a:t>Status</a:t>
            </a:r>
          </a:p>
          <a:p>
            <a:r>
              <a:rPr lang="en-US" sz="1800" dirty="0">
                <a:latin typeface="Calibri Body"/>
              </a:rPr>
              <a:t>Expanded system architecture picture with YANG Message Broker Producer and Consumer</a:t>
            </a:r>
          </a:p>
          <a:p>
            <a:r>
              <a:rPr lang="en-US" sz="1800" dirty="0">
                <a:latin typeface="Calibri Body"/>
              </a:rPr>
              <a:t>Expanded terminology section with terms defined by the document.</a:t>
            </a:r>
          </a:p>
          <a:p>
            <a:r>
              <a:rPr lang="en-US" sz="1800" dirty="0">
                <a:latin typeface="Calibri Body"/>
              </a:rPr>
              <a:t>Detailed YANG-Push Receiver and YANG Schema </a:t>
            </a:r>
            <a:r>
              <a:rPr lang="en-US" sz="1800">
                <a:latin typeface="Calibri Body"/>
              </a:rPr>
              <a:t>Registry sections </a:t>
            </a:r>
            <a:r>
              <a:rPr lang="en-US" sz="1800" dirty="0">
                <a:latin typeface="Calibri Body"/>
              </a:rPr>
              <a:t>to describe and example how YANG features are being covered in schema registration.</a:t>
            </a:r>
          </a:p>
          <a:p>
            <a:r>
              <a:rPr lang="en-US" sz="1800" dirty="0">
                <a:latin typeface="Calibri Body"/>
              </a:rPr>
              <a:t>Added IETF 125 in the milestone appendix to describe the current implementation states and the planned hackathon items.</a:t>
            </a:r>
          </a:p>
          <a:p>
            <a:r>
              <a:rPr lang="en-US" sz="1800" dirty="0">
                <a:latin typeface="Calibri Body"/>
              </a:rPr>
              <a:t>Minor editorial edits.</a:t>
            </a:r>
          </a:p>
          <a:p>
            <a:pPr marL="0" indent="0">
              <a:buNone/>
            </a:pPr>
            <a:r>
              <a:rPr lang="en-US" sz="1800" b="1" dirty="0">
                <a:latin typeface="Calibri Body"/>
              </a:rPr>
              <a:t>Next Steps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>
                <a:latin typeface="Calibri Body"/>
              </a:rPr>
              <a:t>Add security and operations considerations section.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BB66400-890A-2BF7-2334-5D3E2ED0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1400" smtClean="0"/>
              <a:t>2</a:t>
            </a:fld>
            <a:endParaRPr lang="de-CH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387A0A-31AF-1F13-B49C-A076AD740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046" y="1229670"/>
            <a:ext cx="3732346" cy="549044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C23250E-A19C-6C6E-E1FC-F12B08950F9A}"/>
              </a:ext>
            </a:extLst>
          </p:cNvPr>
          <p:cNvSpPr/>
          <p:nvPr/>
        </p:nvSpPr>
        <p:spPr>
          <a:xfrm>
            <a:off x="10602746" y="4097521"/>
            <a:ext cx="678730" cy="650450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46C0A3E-C63B-0C8F-03EC-36242F20FBD1}"/>
              </a:ext>
            </a:extLst>
          </p:cNvPr>
          <p:cNvSpPr/>
          <p:nvPr/>
        </p:nvSpPr>
        <p:spPr>
          <a:xfrm>
            <a:off x="9924961" y="2026307"/>
            <a:ext cx="678730" cy="650450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0719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125 Hackathon, March 14-15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3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491" y="2564564"/>
            <a:ext cx="6311220" cy="356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570932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 and MA (OLT) and </a:t>
            </a:r>
            <a:r>
              <a:rPr lang="en-US" sz="1600" dirty="0" err="1">
                <a:highlight>
                  <a:srgbClr val="FFFF00"/>
                </a:highlight>
              </a:rPr>
              <a:t>Arrcus</a:t>
            </a:r>
            <a:r>
              <a:rPr lang="en-US" sz="1600" dirty="0">
                <a:highlight>
                  <a:srgbClr val="FFFF00"/>
                </a:highlight>
              </a:rPr>
              <a:t> Arcos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>
                <a:highlight>
                  <a:srgbClr val="FFFF00"/>
                </a:highlight>
              </a:rPr>
              <a:t>– </a:t>
            </a:r>
            <a:r>
              <a:rPr lang="en-US" sz="16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600" dirty="0">
              <a:highlight>
                <a:srgbClr val="FFFF00"/>
              </a:highlight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600" dirty="0">
                <a:highlight>
                  <a:srgbClr val="FFFF00"/>
                </a:highlight>
              </a:rPr>
              <a:t>, Ciena </a:t>
            </a:r>
            <a:r>
              <a:rPr lang="en-US" sz="1600" dirty="0" err="1">
                <a:highlight>
                  <a:srgbClr val="FFFF00"/>
                </a:highlight>
              </a:rPr>
              <a:t>Blueplanet</a:t>
            </a:r>
            <a:r>
              <a:rPr lang="en-US" sz="1600" dirty="0">
                <a:highlight>
                  <a:srgbClr val="FFFF00"/>
                </a:highlight>
              </a:rPr>
              <a:t> UAA Workflow Engine, Cisco </a:t>
            </a:r>
            <a:r>
              <a:rPr lang="en-US" sz="1600" dirty="0" err="1">
                <a:highlight>
                  <a:srgbClr val="FFFF00"/>
                </a:highlight>
              </a:rPr>
              <a:t>Crosswork</a:t>
            </a:r>
            <a:r>
              <a:rPr lang="en-US" sz="1600" dirty="0">
                <a:highlight>
                  <a:srgbClr val="FFFF00"/>
                </a:highlight>
              </a:rPr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</a:rPr>
              <a:t>Libyang - </a:t>
            </a:r>
            <a:r>
              <a:rPr lang="en-US" sz="1600" dirty="0">
                <a:highlight>
                  <a:srgbClr val="FFFF00"/>
                </a:highlight>
                <a:hlinkClick r:id="rId6"/>
              </a:rPr>
              <a:t>https://github.com/CESNET/libyang/compare/master...devel</a:t>
            </a:r>
            <a:endParaRPr lang="en-US" sz="1600" dirty="0">
              <a:highlight>
                <a:srgbClr val="FFFF00"/>
              </a:highlight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</a:rPr>
              <a:t>Yangkit - </a:t>
            </a:r>
            <a:r>
              <a:rPr lang="en-US" sz="16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60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4</a:t>
            </a:fld>
            <a:endParaRPr lang="en-US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7033" y="1744545"/>
            <a:ext cx="5509916" cy="42749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6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>
                <a:highlight>
                  <a:srgbClr val="FFFF00"/>
                </a:highlight>
              </a:rPr>
              <a:t>Validating </a:t>
            </a:r>
            <a:r>
              <a:rPr lang="en-US" sz="1333" dirty="0" err="1">
                <a:highlight>
                  <a:srgbClr val="FFFF00"/>
                </a:highlight>
              </a:rPr>
              <a:t>anydata</a:t>
            </a:r>
            <a:r>
              <a:rPr lang="en-US" sz="1333" dirty="0">
                <a:highlight>
                  <a:srgbClr val="FFFF00"/>
                </a:highlight>
              </a:rPr>
              <a:t> in YANG Library context</a:t>
            </a:r>
            <a:br>
              <a:rPr lang="en-US" sz="1333" dirty="0">
                <a:highlight>
                  <a:srgbClr val="FFFF00"/>
                </a:highlight>
              </a:rPr>
            </a:br>
            <a:r>
              <a:rPr lang="en-US" sz="1333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333" dirty="0">
              <a:highlight>
                <a:srgbClr val="FFFF00"/>
              </a:highlight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125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/>
        </p:nvGraphicFramePr>
        <p:xfrm>
          <a:off x="815424" y="1370031"/>
          <a:ext cx="8662106" cy="46010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061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5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796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323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3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259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9477531" y="4616909"/>
            <a:ext cx="213924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125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/>
        </p:nvGraphicFramePr>
        <p:xfrm>
          <a:off x="818716" y="1575375"/>
          <a:ext cx="8666205" cy="415450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8626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6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DFCFF128-52DD-5EE6-E9D5-2405CFC8E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27CFBD74-4EA0-E433-223E-AD917E0832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Receiver - NetGauze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F7D465-8606-D6D9-FAEE-BC04F971DA3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CD727-AF26-910D-A823-293A18EBA0D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02DE7AF-74A2-8F14-3643-BFC57065B6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4D5064D-5A04-675C-5DD9-B67AABA329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Describes how NetGauze organizes and caches YANG modules for a set of YANG-Push Subscriptions with the same YANG schema tree.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Includes generated YANG library and YANG-Push Subscription metadata.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Generates unique cache contend-id. Same principle as with YANG library contend-id on YANG-Push Publisher.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Repository examples with two sets of YANG-Push Subscriptions in two tar.gz files.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7160BC-75EA-3DD5-CACE-A761F4640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691" y="1551389"/>
            <a:ext cx="5043030" cy="49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233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6B82161-D7CA-8B63-3200-F8938FBD2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69E392E2-1979-4812-9FFD-6F95CAE1D6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Schema Registry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C27686-A5FA-36C2-8E32-0C823FEFD6A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05C223-16C8-A137-3C24-15B5794E9014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435178AB-518B-0D86-B7C9-C1A034E32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46CA42F8-ECFF-0635-0F45-DA1FBB516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Examples two YANG schema trees registgered as schema id 516 and 527.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Shows ietf-telemetry-message as the top YANG module and its references.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06CD7-ABAB-DE76-FB96-F95A17C94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39" y="1692277"/>
            <a:ext cx="4964361" cy="33238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38F414-1E18-7D50-5889-85699FBB8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363" y="3130937"/>
            <a:ext cx="5248650" cy="313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890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C29A11C-E4DC-92CB-3D01-DEEC0E202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1758EF1A-4DAD-DC84-9418-5B92996464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Producer - NetGauze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6B7179-412B-D635-F7E8-C7522FB2575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F6A702-D8CC-1F7F-6600-D8A873E3FBD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0B6F508-346B-5924-726F-F92DE20FE3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13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D31072DB-7FB0-340E-5178-515B5506C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Shows in tracelogs how NetGauze maps YANG cache contend-id to YANG schema-id.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Troubleshooting can be performed with notificication sequence number per Message Broker telemetry message.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5C9AFC-422A-6D3A-EB67-100632352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105" y="1692277"/>
            <a:ext cx="6313097" cy="469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03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2EE0297-9989-FC9A-8B19-47FCCEDA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8D4264D9-F631-65B2-A1D5-499EA3E0D4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Consumer – NetGauze (1)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38574E-488F-695A-D153-293AD789936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46D6B-A37B-6C1B-E30F-4DCD0A620B5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CEF546B-C37E-BA2B-21EC-C01FAC75ED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14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23828BA4-999F-A457-43A5-F33F10914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NetGauze organizes and caches YANG modules for a set of YANG-Push Subscriptions with the same YANG schema tree with schema-id.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Includes generated YANG library.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Repository examples with two sets of YANG-Push Subscriptions in two tar.gz files.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E91E3-71A4-7383-E1C4-31301AA51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240" y="1771407"/>
            <a:ext cx="6599946" cy="386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87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6142FEA4-BCF5-370A-3483-8334A7DC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D881107-FC26-236F-51AA-99B7D6A89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Consumer – NetGauze (2)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534E91-262F-E29A-0A62-87D9276ABC30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B6E43F-B2EA-E7B2-51C5-11BE6F06389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4C6FDD9C-CE7F-6446-DA5F-A75D00E573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15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FD05F93-0418-A95F-FD17-9BF1595517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Shows in tracelogs which Message Broker telemetry message, kafka offset, and notificication sequence number passed YANG schema validation or not.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2EC50A-F8EB-58DE-C318-DA81F10E3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637" y="1797784"/>
            <a:ext cx="6229025" cy="396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85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(1)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organizes and caches YANG modules for a set of YANG-Push Subscriptions with the same YANG schema tree with schema-id.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063684-A278-0958-C0CB-E466E0829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845" y="1802406"/>
            <a:ext cx="6368393" cy="356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7AB91C0-9FD2-05F7-3612-8AA17FBB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D1544C04-1AC7-CF90-0AE0-B58E7BB9BD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(2)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0B6654-E698-6362-3E6D-0B5D7CE4F10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41B3A-330E-463B-AC17-A821C00FCCA4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345A0DD1-C1D6-6071-B7E4-8368A744E3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17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3F46F3E3-83EF-04BF-B560-596E9BBFBF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validates Message Broker telemetry messages against YANG schema tree.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F1BE92-C1E4-757C-B5C4-4A5CF38A2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795070"/>
            <a:ext cx="6736707" cy="468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096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678D46F1-2732-B130-ECD8-045B2D49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21E9A0B8-885F-2415-D89A-154D5E56C7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(3)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6779F-DA46-9495-3BC6-80D98705D8C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BB776-CFB6-1322-DF04-9AD576B6F60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3B6B746-7AC9-6D63-2E28-85F3A6A359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C6FF514F-20C3-6A3F-E3AB-F5ECF0B88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YANG structure (</a:t>
            </a:r>
            <a:r>
              <a:rPr lang="en" sz="1600" dirty="0">
                <a:ea typeface="Calibri"/>
                <a:cs typeface="Calibri"/>
                <a:sym typeface="Calibri"/>
                <a:hlinkClick r:id="rId3"/>
              </a:rPr>
              <a:t>RFC 8791</a:t>
            </a:r>
            <a:r>
              <a:rPr lang="en" sz="1600" dirty="0">
                <a:ea typeface="Calibri"/>
                <a:cs typeface="Calibri"/>
                <a:sym typeface="Calibri"/>
              </a:rPr>
              <a:t>) support has been merged with </a:t>
            </a:r>
            <a:r>
              <a:rPr lang="en" sz="1600" dirty="0">
                <a:ea typeface="Calibri"/>
                <a:cs typeface="Calibri"/>
                <a:sym typeface="Calibri"/>
                <a:hlinkClick r:id="rId4"/>
              </a:rPr>
              <a:t>PR 41 </a:t>
            </a:r>
            <a:r>
              <a:rPr lang="en" sz="1600" dirty="0">
                <a:ea typeface="Calibri"/>
                <a:cs typeface="Calibri"/>
                <a:sym typeface="Calibri"/>
              </a:rPr>
              <a:t>to yangkit.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YANG anydata validation (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netmod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anydata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-validation</a:t>
            </a:r>
            <a:r>
              <a:rPr lang="en" sz="1600" dirty="0">
                <a:ea typeface="Calibri"/>
                <a:cs typeface="Calibri"/>
                <a:sym typeface="Calibri"/>
              </a:rPr>
              <a:t>) is noted as impediment for next IETF 126 hackathon.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validates Message Broker telemetry messages against YANG schema tree.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A5B4EB-DCB1-4C81-0B4D-DDE78F7C30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1988" y="1823813"/>
            <a:ext cx="5249008" cy="321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264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125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4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9545882" y="4759087"/>
            <a:ext cx="21392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/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124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2"/>
              </a:rPr>
              <a:t>Yanglint</a:t>
            </a:r>
            <a:r>
              <a:rPr lang="en-US" sz="2267" dirty="0"/>
              <a:t>, misses </a:t>
            </a:r>
            <a:r>
              <a:rPr lang="en-US" sz="2267" dirty="0" err="1"/>
              <a:t>anydata</a:t>
            </a:r>
            <a:r>
              <a:rPr lang="en-US" sz="2267" dirty="0"/>
              <a:t> validation support within YANG structures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collection-timestamp to be typedef date-and-time compliant.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encoding value to include </a:t>
            </a:r>
            <a:r>
              <a:rPr lang="en-US" sz="2267" dirty="0" err="1"/>
              <a:t>ietf</a:t>
            </a:r>
            <a:r>
              <a:rPr lang="en-US" sz="2267" dirty="0"/>
              <a:t>-subscribed-notifications namespace in JSON encoding.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network-operator-metadata/labels/</a:t>
            </a:r>
            <a:r>
              <a:rPr lang="en-US" sz="2267" dirty="0" err="1"/>
              <a:t>anydata</a:t>
            </a:r>
            <a:r>
              <a:rPr lang="en-US" sz="2267" dirty="0"/>
              <a:t>-values </a:t>
            </a:r>
            <a:r>
              <a:rPr lang="en-US" sz="2267" dirty="0" err="1"/>
              <a:t>anydata</a:t>
            </a:r>
            <a:r>
              <a:rPr lang="en-US" sz="2267" dirty="0"/>
              <a:t> statement to be valid I-JSON.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4"/>
              </a:rPr>
              <a:t>YANG schema registry </a:t>
            </a:r>
            <a:r>
              <a:rPr lang="en-US" sz="2267" dirty="0"/>
              <a:t>supporting YANG features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5"/>
              </a:rPr>
              <a:t>NetGauze</a:t>
            </a:r>
            <a:r>
              <a:rPr lang="en-US" sz="2267" dirty="0"/>
              <a:t> supporting 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netconf &lt;get&gt; to obtain YANG library content,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YANG validation for YANG-Push notifications,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YANG schema registration.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126 and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6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9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10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17" name="Picture 16" descr="A red and white label&#10;&#10;AI-generated content may be incorrect.">
            <a:extLst>
              <a:ext uri="{FF2B5EF4-FFF2-40B4-BE49-F238E27FC236}">
                <a16:creationId xmlns:a16="http://schemas.microsoft.com/office/drawing/2014/main" id="{29BA4C7B-D7E4-6B2C-091B-503723F2D9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5124" y="3070955"/>
            <a:ext cx="358045" cy="358045"/>
          </a:xfrm>
          <a:prstGeom prst="rect">
            <a:avLst/>
          </a:prstGeom>
        </p:spPr>
      </p:pic>
      <p:pic>
        <p:nvPicPr>
          <p:cNvPr id="3" name="Picture 2" descr="A red and white label&#10;&#10;AI-generated content may be incorrect.">
            <a:extLst>
              <a:ext uri="{FF2B5EF4-FFF2-40B4-BE49-F238E27FC236}">
                <a16:creationId xmlns:a16="http://schemas.microsoft.com/office/drawing/2014/main" id="{1983A747-B840-E9CA-7C18-DCEC9909EE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3492278"/>
            <a:ext cx="358045" cy="358045"/>
          </a:xfrm>
          <a:prstGeom prst="rect">
            <a:avLst/>
          </a:prstGeom>
        </p:spPr>
      </p:pic>
      <p:pic>
        <p:nvPicPr>
          <p:cNvPr id="5" name="Picture 4" descr="A red and white label&#10;&#10;AI-generated content may be incorrect.">
            <a:extLst>
              <a:ext uri="{FF2B5EF4-FFF2-40B4-BE49-F238E27FC236}">
                <a16:creationId xmlns:a16="http://schemas.microsoft.com/office/drawing/2014/main" id="{F1EB5948-AF15-F73D-B99D-F9E013D91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3911035"/>
            <a:ext cx="358045" cy="358045"/>
          </a:xfrm>
          <a:prstGeom prst="rect">
            <a:avLst/>
          </a:prstGeom>
        </p:spPr>
      </p:pic>
      <p:pic>
        <p:nvPicPr>
          <p:cNvPr id="8" name="Picture 7" descr="A red and white label&#10;&#10;AI-generated content may be incorrect.">
            <a:extLst>
              <a:ext uri="{FF2B5EF4-FFF2-40B4-BE49-F238E27FC236}">
                <a16:creationId xmlns:a16="http://schemas.microsoft.com/office/drawing/2014/main" id="{99F0D138-AEE8-CB17-EDA1-92BCB9E8CB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4306170"/>
            <a:ext cx="358045" cy="358045"/>
          </a:xfrm>
          <a:prstGeom prst="rect">
            <a:avLst/>
          </a:prstGeom>
        </p:spPr>
      </p:pic>
      <p:pic>
        <p:nvPicPr>
          <p:cNvPr id="10" name="Picture 9" descr="A red and white label&#10;&#10;AI-generated content may be incorrect.">
            <a:extLst>
              <a:ext uri="{FF2B5EF4-FFF2-40B4-BE49-F238E27FC236}">
                <a16:creationId xmlns:a16="http://schemas.microsoft.com/office/drawing/2014/main" id="{6944193D-46D1-6535-16F9-F941811D45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4701304"/>
            <a:ext cx="358045" cy="358045"/>
          </a:xfrm>
          <a:prstGeom prst="rect">
            <a:avLst/>
          </a:prstGeom>
        </p:spPr>
      </p:pic>
      <p:pic>
        <p:nvPicPr>
          <p:cNvPr id="11" name="Picture 10" descr="A red and white label&#10;&#10;AI-generated content may be incorrect.">
            <a:extLst>
              <a:ext uri="{FF2B5EF4-FFF2-40B4-BE49-F238E27FC236}">
                <a16:creationId xmlns:a16="http://schemas.microsoft.com/office/drawing/2014/main" id="{D300F229-8A7E-A488-E67C-9E5DBA5823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5080970"/>
            <a:ext cx="358045" cy="358045"/>
          </a:xfrm>
          <a:prstGeom prst="rect">
            <a:avLst/>
          </a:prstGeom>
        </p:spPr>
      </p:pic>
      <p:pic>
        <p:nvPicPr>
          <p:cNvPr id="12" name="Picture 11" descr="A red and white label&#10;&#10;AI-generated content may be incorrect.">
            <a:extLst>
              <a:ext uri="{FF2B5EF4-FFF2-40B4-BE49-F238E27FC236}">
                <a16:creationId xmlns:a16="http://schemas.microsoft.com/office/drawing/2014/main" id="{9FE52380-46B9-16E4-1BE1-A7FCC78C7C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1917890"/>
            <a:ext cx="358045" cy="358045"/>
          </a:xfrm>
          <a:prstGeom prst="rect">
            <a:avLst/>
          </a:prstGeom>
        </p:spPr>
      </p:pic>
      <p:pic>
        <p:nvPicPr>
          <p:cNvPr id="13" name="Picture 12" descr="A red and white label&#10;&#10;AI-generated content may be incorrect.">
            <a:extLst>
              <a:ext uri="{FF2B5EF4-FFF2-40B4-BE49-F238E27FC236}">
                <a16:creationId xmlns:a16="http://schemas.microsoft.com/office/drawing/2014/main" id="{A3B993C9-B476-E507-AC15-A1BDF82A41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2655920"/>
            <a:ext cx="358045" cy="358045"/>
          </a:xfrm>
          <a:prstGeom prst="rect">
            <a:avLst/>
          </a:prstGeom>
        </p:spPr>
      </p:pic>
      <p:pic>
        <p:nvPicPr>
          <p:cNvPr id="14" name="Picture 13" descr="A red and white label&#10;&#10;AI-generated content may be incorrect.">
            <a:extLst>
              <a:ext uri="{FF2B5EF4-FFF2-40B4-BE49-F238E27FC236}">
                <a16:creationId xmlns:a16="http://schemas.microsoft.com/office/drawing/2014/main" id="{5811DA5E-FCEA-CF0C-2230-8CADE73813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5460635"/>
            <a:ext cx="358045" cy="35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Paolo Lucente – </a:t>
            </a:r>
            <a:r>
              <a:rPr lang="en-US" sz="2133" dirty="0" err="1"/>
              <a:t>Pmacct</a:t>
            </a:r>
            <a:endParaRPr lang="en-US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Qin Wu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Michael Mackey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/>
              <a:t>Scott Huang </a:t>
            </a:r>
            <a:r>
              <a:rPr lang="en-US" sz="2133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2133" dirty="0"/>
              <a:t>IJsbrand Wijnands – </a:t>
            </a:r>
            <a:r>
              <a:rPr lang="de-CH" sz="2133" dirty="0" err="1"/>
              <a:t>Arrcus</a:t>
            </a:r>
            <a:endParaRPr lang="de-CH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2133" dirty="0"/>
              <a:t>Irfan Mohammad – </a:t>
            </a:r>
            <a:r>
              <a:rPr lang="de-CH" sz="2133" dirty="0" err="1"/>
              <a:t>Arrcus</a:t>
            </a:r>
            <a:endParaRPr lang="de-CH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Wanting Du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Rafael Julio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095261" y="4917440"/>
            <a:ext cx="5789512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Friday 09:00 – 11:00</a:t>
            </a:r>
            <a:r>
              <a:rPr lang="en-US" sz="1733" dirty="0"/>
              <a:t> at the Grand Ballroom 1 for Message Broker, Telemetry Message and Message Key document updates and hackathon related details.</a:t>
            </a:r>
          </a:p>
        </p:txBody>
      </p:sp>
      <p:pic>
        <p:nvPicPr>
          <p:cNvPr id="1026" name="3F91650C-2427-4F17-BB5E-2B8AA9BBCEED" descr="IMG_5241.JPG">
            <a:extLst>
              <a:ext uri="{FF2B5EF4-FFF2-40B4-BE49-F238E27FC236}">
                <a16:creationId xmlns:a16="http://schemas.microsoft.com/office/drawing/2014/main" id="{5F1ABF85-44F3-317B-5F08-2E3C4A619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2516" y="479640"/>
            <a:ext cx="2340469" cy="41608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4093C-DC3C-6F06-B43A-DA49375F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23839-2C3F-C4EE-4589-82ED2EE03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0480"/>
            <a:ext cx="10886440" cy="360648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7200" dirty="0">
                <a:latin typeface="Calibri Body"/>
              </a:rPr>
              <a:t>Backup</a:t>
            </a:r>
            <a:endParaRPr lang="en-US" sz="7200" dirty="0">
              <a:solidFill>
                <a:srgbClr val="FF0000"/>
              </a:solidFill>
              <a:latin typeface="Calibri Body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D039C72B-B5FE-3699-647F-08CDE22C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1400" smtClean="0"/>
              <a:t>23</a:t>
            </a:fld>
            <a:endParaRPr lang="de-CH" sz="1400" dirty="0"/>
          </a:p>
        </p:txBody>
      </p:sp>
    </p:spTree>
    <p:extLst>
      <p:ext uri="{BB962C8B-B14F-4D97-AF65-F5344CB8AC3E}">
        <p14:creationId xmlns:p14="http://schemas.microsoft.com/office/powerpoint/2010/main" val="1911218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90EF-8FB5-5112-4E13-96584E18D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63DE5-D7A4-3591-E3FF-650F77756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Normative References, State and Reviewers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2350B8A-B723-6442-A68D-9157CC58C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24</a:t>
            </a:fld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6837E2C-7DD9-62B8-E009-509CDFF94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3367"/>
              </p:ext>
            </p:extLst>
          </p:nvPr>
        </p:nvGraphicFramePr>
        <p:xfrm>
          <a:off x="919479" y="1601042"/>
          <a:ext cx="10927079" cy="51257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53468">
                  <a:extLst>
                    <a:ext uri="{9D8B030D-6E8A-4147-A177-3AD203B41FA5}">
                      <a16:colId xmlns:a16="http://schemas.microsoft.com/office/drawing/2014/main" val="862637982"/>
                    </a:ext>
                  </a:extLst>
                </a:gridCol>
                <a:gridCol w="3725470">
                  <a:extLst>
                    <a:ext uri="{9D8B030D-6E8A-4147-A177-3AD203B41FA5}">
                      <a16:colId xmlns:a16="http://schemas.microsoft.com/office/drawing/2014/main" val="3802101120"/>
                    </a:ext>
                  </a:extLst>
                </a:gridCol>
                <a:gridCol w="1893954">
                  <a:extLst>
                    <a:ext uri="{9D8B030D-6E8A-4147-A177-3AD203B41FA5}">
                      <a16:colId xmlns:a16="http://schemas.microsoft.com/office/drawing/2014/main" val="2584922424"/>
                    </a:ext>
                  </a:extLst>
                </a:gridCol>
                <a:gridCol w="3554187">
                  <a:extLst>
                    <a:ext uri="{9D8B030D-6E8A-4147-A177-3AD203B41FA5}">
                      <a16:colId xmlns:a16="http://schemas.microsoft.com/office/drawing/2014/main" val="350860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Working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Reviews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16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NETCONF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2"/>
                        </a:rPr>
                        <a:t>draft-ietf-netconf-notif-envelope-04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(passed working group last call) and is looking for a shepherd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by Joe Clarke</a:t>
                      </a:r>
                    </a:p>
                    <a:p>
                      <a:r>
                        <a:rPr lang="en-US" sz="1200" dirty="0"/>
                        <a:t>YANGDOCTORS Early review (of -02) by Jürgen Schönwälder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164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3"/>
                        </a:rPr>
                        <a:t>draft-ietf-netconf-yang-library-augmentedby-17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RFC editor queue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-08 and -14) by Sheng Jiang, Xiao Min</a:t>
                      </a:r>
                    </a:p>
                    <a:p>
                      <a:r>
                        <a:rPr lang="en-US" sz="1200" dirty="0"/>
                        <a:t>YANGDOCTORS Early review (of -07 and -13) by Andy Bierman</a:t>
                      </a:r>
                    </a:p>
                    <a:p>
                      <a:r>
                        <a:rPr lang="de-CH" sz="1200" dirty="0"/>
                        <a:t>SECDIR review (of -14 and -15) </a:t>
                      </a:r>
                      <a:r>
                        <a:rPr lang="de-CH" sz="1200" dirty="0" err="1"/>
                        <a:t>by</a:t>
                      </a:r>
                      <a:r>
                        <a:rPr lang="de-CH" sz="1200" dirty="0"/>
                        <a:t> Rich Salz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67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4"/>
                        </a:rPr>
                        <a:t>draft-ietf-netconf-yang-notifications-versioning-11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Working group last call past- Pending shepherd review.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YANGDOCTORS Early Review due 2025-10-29</a:t>
                      </a:r>
                    </a:p>
                    <a:p>
                      <a:r>
                        <a:rPr lang="en-US" sz="1200" dirty="0"/>
                        <a:t>OPSDIR review (of -10) by Gabriele Galimberti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05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5"/>
                        </a:rPr>
                        <a:t>draft-ietf-netconf-yp-transport-capabilities-05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Submitted to IESG for Publication 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IETF Last Call review by Xiao Min</a:t>
                      </a:r>
                    </a:p>
                    <a:p>
                      <a:r>
                        <a:rPr lang="en-US" sz="1200" dirty="0"/>
                        <a:t>TSVART IETF Last Call review by Tommy Pauly</a:t>
                      </a:r>
                    </a:p>
                    <a:p>
                      <a:r>
                        <a:rPr lang="en-US" sz="1200" dirty="0"/>
                        <a:t>YANGDOCTORS IETF Last Call review by Jan Lindblad</a:t>
                      </a:r>
                    </a:p>
                    <a:p>
                      <a:r>
                        <a:rPr lang="en-US" sz="1200" dirty="0"/>
                        <a:t>OPSDIR Early review (of -03) by Xiao Min</a:t>
                      </a:r>
                    </a:p>
                    <a:p>
                      <a:r>
                        <a:rPr lang="en-US" sz="1200" dirty="0"/>
                        <a:t>YANGDOCTORS Early review (of -01) by Jan Lindblad</a:t>
                      </a:r>
                    </a:p>
                    <a:p>
                      <a:r>
                        <a:rPr lang="en-US" sz="1200" dirty="0"/>
                        <a:t>SECDIR IETF Last Call Review due 2025-10-18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93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NMOP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6"/>
                        </a:rPr>
                        <a:t>draft-ietf-nmop-yang-message-broker-integration-11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(request for working group last call at IETF 124)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303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NMOP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7"/>
                        </a:rPr>
                        <a:t>draft-ietf-nmop-message-broker-telemetry-message-04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(request for working group last call at IETF 125)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YANGDOCTORS Early review (of -02) by Martin Björklund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027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DB363-D8A8-5600-4493-8EBF33E93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38BF-943B-E87B-35FF-EC15CB8E4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Informative References, State and Reviewers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2B59FCFE-20E3-BD78-B5F4-C48AB55E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25</a:t>
            </a:fld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7CEF41-5DBF-BE8C-3E2D-7F5D56B75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148338"/>
              </p:ext>
            </p:extLst>
          </p:nvPr>
        </p:nvGraphicFramePr>
        <p:xfrm>
          <a:off x="919480" y="1601359"/>
          <a:ext cx="10927079" cy="44043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53468">
                  <a:extLst>
                    <a:ext uri="{9D8B030D-6E8A-4147-A177-3AD203B41FA5}">
                      <a16:colId xmlns:a16="http://schemas.microsoft.com/office/drawing/2014/main" val="862637982"/>
                    </a:ext>
                  </a:extLst>
                </a:gridCol>
                <a:gridCol w="3725470">
                  <a:extLst>
                    <a:ext uri="{9D8B030D-6E8A-4147-A177-3AD203B41FA5}">
                      <a16:colId xmlns:a16="http://schemas.microsoft.com/office/drawing/2014/main" val="3802101120"/>
                    </a:ext>
                  </a:extLst>
                </a:gridCol>
                <a:gridCol w="1893954">
                  <a:extLst>
                    <a:ext uri="{9D8B030D-6E8A-4147-A177-3AD203B41FA5}">
                      <a16:colId xmlns:a16="http://schemas.microsoft.com/office/drawing/2014/main" val="2584922424"/>
                    </a:ext>
                  </a:extLst>
                </a:gridCol>
                <a:gridCol w="3554187">
                  <a:extLst>
                    <a:ext uri="{9D8B030D-6E8A-4147-A177-3AD203B41FA5}">
                      <a16:colId xmlns:a16="http://schemas.microsoft.com/office/drawing/2014/main" val="350860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Working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Reviews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16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NETCONF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2"/>
                        </a:rPr>
                        <a:t>draft-ietf-netconf-udp-notif-25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AD review received. Pending confirmation.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-21) by Tina Tsou</a:t>
                      </a:r>
                    </a:p>
                    <a:p>
                      <a:r>
                        <a:rPr lang="en-US" sz="1200" dirty="0"/>
                        <a:t>YANGDOCTORS Early review (of -20) by Jürgen Schönwälder</a:t>
                      </a:r>
                    </a:p>
                    <a:p>
                      <a:r>
                        <a:rPr lang="en-US" sz="1200" dirty="0"/>
                        <a:t>TSVART Early review (of -11) by Michael </a:t>
                      </a:r>
                      <a:r>
                        <a:rPr lang="en-US" sz="1200" dirty="0" err="1"/>
                        <a:t>Tüxen</a:t>
                      </a:r>
                      <a:endParaRPr lang="en-US" sz="1200" dirty="0"/>
                    </a:p>
                    <a:p>
                      <a:r>
                        <a:rPr lang="en-US" sz="1200" dirty="0"/>
                        <a:t>TSVART Early Review due 2025-10-23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164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3"/>
                        </a:rPr>
                        <a:t>draft-ietf-netconf-udp-client-server-10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Publication Requested 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-07) by Ran Chen</a:t>
                      </a:r>
                    </a:p>
                    <a:p>
                      <a:r>
                        <a:rPr lang="en-US" sz="1200" dirty="0"/>
                        <a:t>TSVART Early review (of -06) by Joerg Ott </a:t>
                      </a:r>
                    </a:p>
                    <a:p>
                      <a:r>
                        <a:rPr lang="en-US" sz="1200" dirty="0"/>
                        <a:t>YANGDOCTORS Early review (of -06) by Jürgen Schönwälder</a:t>
                      </a:r>
                    </a:p>
                    <a:p>
                      <a:r>
                        <a:rPr lang="en-US" sz="1200" dirty="0"/>
                        <a:t>GENART review (of -09) by Elwin Davies</a:t>
                      </a:r>
                    </a:p>
                    <a:p>
                      <a:r>
                        <a:rPr lang="en-US" sz="1200" dirty="0"/>
                        <a:t>DNSDIR review (of -09) by Peter Van Dijk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67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4"/>
                        </a:rPr>
                        <a:t>draft-ietf-netconf-distributed-notif-18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AD review received. Pending confirmation.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-14) by Jürgen Schönwälder</a:t>
                      </a:r>
                    </a:p>
                    <a:p>
                      <a:r>
                        <a:rPr lang="en-US" sz="1200" dirty="0"/>
                        <a:t>YANGDOCTORS Early review (of -13 and -17) by Martin Björklund 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05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NETMOD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5"/>
                        </a:rPr>
                        <a:t>draft-ietf-nmop-yang-anydata-validation-00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Working group adopted at IETF 124.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93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303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6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2313</Words>
  <Application>Microsoft Office PowerPoint</Application>
  <PresentationFormat>Widescreen</PresentationFormat>
  <Paragraphs>414</Paragraphs>
  <Slides>25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Body</vt:lpstr>
      <vt:lpstr>Calibri Light</vt:lpstr>
      <vt:lpstr>Courier New</vt:lpstr>
      <vt:lpstr>Noto Sans Symbols</vt:lpstr>
      <vt:lpstr>Wingdings</vt:lpstr>
      <vt:lpstr>Office Theme</vt:lpstr>
      <vt:lpstr>PowerPoint Presentation</vt:lpstr>
      <vt:lpstr>An Architecture for YANG-Push to Message Broker Integration Status from -10 and -11 and Next Steps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PowerPoint Presentation</vt:lpstr>
      <vt:lpstr>PowerPoint Presentation</vt:lpstr>
      <vt:lpstr>YANG-Push Receiver - NetGauze</vt:lpstr>
      <vt:lpstr>YANG Schema Registry</vt:lpstr>
      <vt:lpstr>Message Broker Producer - NetGauze</vt:lpstr>
      <vt:lpstr>Message Broker Consumer – NetGauze (1)</vt:lpstr>
      <vt:lpstr>Message Broker Consumer – NetGauze (2)</vt:lpstr>
      <vt:lpstr>Message Broker Consumer – Cisco Crosswork (1)</vt:lpstr>
      <vt:lpstr>Message Broker Consumer – Cisco Crosswork (2)</vt:lpstr>
      <vt:lpstr>Message Broker Consumer – Cisco Crosswork (3)</vt:lpstr>
      <vt:lpstr>PowerPoint Presentation</vt:lpstr>
      <vt:lpstr>Next Steps from IETF 124 Hackathon…</vt:lpstr>
      <vt:lpstr>Next Steps for IETF 126 and 127 Hackathon…</vt:lpstr>
      <vt:lpstr>Thanks to…</vt:lpstr>
      <vt:lpstr>PowerPoint Presentation</vt:lpstr>
      <vt:lpstr>An Architecture for YANG-Push to Message Broker Integration Normative References, State and Reviewers</vt:lpstr>
      <vt:lpstr>An Architecture for YANG-Push to Message Broker Integration Informative References, State and Reviewers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263</cp:revision>
  <dcterms:created xsi:type="dcterms:W3CDTF">2019-11-29T14:22:02Z</dcterms:created>
  <dcterms:modified xsi:type="dcterms:W3CDTF">2026-03-19T06:05:01Z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