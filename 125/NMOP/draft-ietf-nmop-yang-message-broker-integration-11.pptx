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1041" r:id="rId2"/>
    <p:sldId id="2145706243" r:id="rId3"/>
    <p:sldId id="256" r:id="rId4"/>
    <p:sldId id="257" r:id="rId5"/>
    <p:sldId id="258" r:id="rId6"/>
    <p:sldId id="274" r:id="rId7"/>
    <p:sldId id="2145706270" r:id="rId8"/>
    <p:sldId id="2145706271" r:id="rId9"/>
    <p:sldId id="275" r:id="rId10"/>
    <p:sldId id="276" r:id="rId11"/>
    <p:sldId id="2145706272" r:id="rId12"/>
    <p:sldId id="2145706273" r:id="rId13"/>
    <p:sldId id="2145706274" r:id="rId14"/>
    <p:sldId id="2145706275" r:id="rId15"/>
    <p:sldId id="2145706276" r:id="rId16"/>
    <p:sldId id="2145706277" r:id="rId17"/>
    <p:sldId id="2145706278" r:id="rId18"/>
    <p:sldId id="2145706279" r:id="rId19"/>
    <p:sldId id="277" r:id="rId20"/>
    <p:sldId id="2145706268" r:id="rId21"/>
    <p:sldId id="2145706269" r:id="rId22"/>
    <p:sldId id="272" r:id="rId23"/>
    <p:sldId id="2145706247" r:id="rId24"/>
    <p:sldId id="2145706245" r:id="rId25"/>
    <p:sldId id="2145706246" r:id="rId2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2B30"/>
    <a:srgbClr val="ACAB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6C0BAB-3FA5-4149-9D27-BA3F51B8E192}" v="27" dt="2026-03-18T01:32:43.8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53" autoAdjust="0"/>
    <p:restoredTop sz="91695" autoAdjust="0"/>
  </p:normalViewPr>
  <p:slideViewPr>
    <p:cSldViewPr snapToGrid="0">
      <p:cViewPr varScale="1">
        <p:scale>
          <a:sx n="87" d="100"/>
          <a:sy n="87" d="100"/>
        </p:scale>
        <p:origin x="432" y="8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B7E9E866-497E-4D88-936B-C586A2280E44}"/>
    <pc:docChg chg="modSld">
      <pc:chgData name="Graf Thomas, SCS-INI-NET-VNC-E2E" userId="487bc3e3-9ce7-4cdd-b7b4-8899ea88d289" providerId="ADAL" clId="{B7E9E866-497E-4D88-936B-C586A2280E44}" dt="2025-10-28T10:22:07.513" v="88" actId="20577"/>
      <pc:docMkLst>
        <pc:docMk/>
      </pc:docMkLst>
      <pc:sldChg chg="modSp mod">
        <pc:chgData name="Graf Thomas, SCS-INI-NET-VNC-E2E" userId="487bc3e3-9ce7-4cdd-b7b4-8899ea88d289" providerId="ADAL" clId="{B7E9E866-497E-4D88-936B-C586A2280E44}" dt="2025-10-28T10:22:07.513" v="88" actId="20577"/>
        <pc:sldMkLst>
          <pc:docMk/>
          <pc:sldMk cId="2617504443" sldId="2145706242"/>
        </pc:sldMkLst>
      </pc:sldChg>
    </pc:docChg>
  </pc:docChgLst>
  <pc:docChgLst>
    <pc:chgData name="Graf Thomas, SCS-INI-NET-VNC-E2E" userId="487bc3e3-9ce7-4cdd-b7b4-8899ea88d289" providerId="ADAL" clId="{ADEEF08A-D719-4B50-A383-4105EDA2C206}"/>
    <pc:docChg chg="undo custSel addSld delSld modSld sldOrd">
      <pc:chgData name="Graf Thomas, SCS-INI-NET-VNC-E2E" userId="487bc3e3-9ce7-4cdd-b7b4-8899ea88d289" providerId="ADAL" clId="{ADEEF08A-D719-4B50-A383-4105EDA2C206}" dt="2026-03-18T01:33:54.376" v="2772"/>
      <pc:docMkLst>
        <pc:docMk/>
      </pc:docMkLst>
      <pc:sldChg chg="add del">
        <pc:chgData name="Graf Thomas, SCS-INI-NET-VNC-E2E" userId="487bc3e3-9ce7-4cdd-b7b4-8899ea88d289" providerId="ADAL" clId="{ADEEF08A-D719-4B50-A383-4105EDA2C206}" dt="2026-03-17T04:08:03.296" v="746"/>
        <pc:sldMkLst>
          <pc:docMk/>
          <pc:sldMk cId="0" sldId="256"/>
        </pc:sldMkLst>
      </pc:sldChg>
      <pc:sldChg chg="modSp add del mod">
        <pc:chgData name="Graf Thomas, SCS-INI-NET-VNC-E2E" userId="487bc3e3-9ce7-4cdd-b7b4-8899ea88d289" providerId="ADAL" clId="{ADEEF08A-D719-4B50-A383-4105EDA2C206}" dt="2026-03-17T04:08:03.389" v="747" actId="27636"/>
        <pc:sldMkLst>
          <pc:docMk/>
          <pc:sldMk cId="0" sldId="257"/>
        </pc:sldMkLst>
        <pc:spChg chg="mod">
          <ac:chgData name="Graf Thomas, SCS-INI-NET-VNC-E2E" userId="487bc3e3-9ce7-4cdd-b7b4-8899ea88d289" providerId="ADAL" clId="{ADEEF08A-D719-4B50-A383-4105EDA2C206}" dt="2026-03-17T04:08:03.389" v="747" actId="27636"/>
          <ac:spMkLst>
            <pc:docMk/>
            <pc:sldMk cId="0" sldId="257"/>
            <ac:spMk id="1514" creationId="{00000000-0000-0000-0000-000000000000}"/>
          </ac:spMkLst>
        </pc:spChg>
      </pc:sldChg>
      <pc:sldChg chg="add del">
        <pc:chgData name="Graf Thomas, SCS-INI-NET-VNC-E2E" userId="487bc3e3-9ce7-4cdd-b7b4-8899ea88d289" providerId="ADAL" clId="{ADEEF08A-D719-4B50-A383-4105EDA2C206}" dt="2026-03-17T04:08:03.296" v="746"/>
        <pc:sldMkLst>
          <pc:docMk/>
          <pc:sldMk cId="0" sldId="258"/>
        </pc:sldMkLst>
      </pc:sldChg>
      <pc:sldChg chg="delSp add del mod">
        <pc:chgData name="Graf Thomas, SCS-INI-NET-VNC-E2E" userId="487bc3e3-9ce7-4cdd-b7b4-8899ea88d289" providerId="ADAL" clId="{ADEEF08A-D719-4B50-A383-4105EDA2C206}" dt="2026-03-17T04:08:03.296" v="746"/>
        <pc:sldMkLst>
          <pc:docMk/>
          <pc:sldMk cId="0" sldId="272"/>
        </pc:sldMkLst>
        <pc:spChg chg="del">
          <ac:chgData name="Graf Thomas, SCS-INI-NET-VNC-E2E" userId="487bc3e3-9ce7-4cdd-b7b4-8899ea88d289" providerId="ADAL" clId="{ADEEF08A-D719-4B50-A383-4105EDA2C206}" dt="2026-03-09T13:37:55.424" v="729" actId="478"/>
          <ac:spMkLst>
            <pc:docMk/>
            <pc:sldMk cId="0" sldId="272"/>
            <ac:spMk id="5" creationId="{7AC0F6D0-09C7-5DA3-2396-EC6BDBBAFEDC}"/>
          </ac:spMkLst>
        </pc:spChg>
      </pc:sldChg>
      <pc:sldChg chg="add del">
        <pc:chgData name="Graf Thomas, SCS-INI-NET-VNC-E2E" userId="487bc3e3-9ce7-4cdd-b7b4-8899ea88d289" providerId="ADAL" clId="{ADEEF08A-D719-4B50-A383-4105EDA2C206}" dt="2026-03-17T04:08:03.296" v="746"/>
        <pc:sldMkLst>
          <pc:docMk/>
          <pc:sldMk cId="3616314567" sldId="274"/>
        </pc:sldMkLst>
      </pc:sldChg>
      <pc:sldChg chg="add del ord">
        <pc:chgData name="Graf Thomas, SCS-INI-NET-VNC-E2E" userId="487bc3e3-9ce7-4cdd-b7b4-8899ea88d289" providerId="ADAL" clId="{ADEEF08A-D719-4B50-A383-4105EDA2C206}" dt="2026-03-18T01:33:52.526" v="2770"/>
        <pc:sldMkLst>
          <pc:docMk/>
          <pc:sldMk cId="984283064" sldId="275"/>
        </pc:sldMkLst>
      </pc:sldChg>
      <pc:sldChg chg="add del ord">
        <pc:chgData name="Graf Thomas, SCS-INI-NET-VNC-E2E" userId="487bc3e3-9ce7-4cdd-b7b4-8899ea88d289" providerId="ADAL" clId="{ADEEF08A-D719-4B50-A383-4105EDA2C206}" dt="2026-03-18T01:33:54.376" v="2772"/>
        <pc:sldMkLst>
          <pc:docMk/>
          <pc:sldMk cId="3462681431" sldId="276"/>
        </pc:sldMkLst>
      </pc:sldChg>
      <pc:sldChg chg="add del">
        <pc:chgData name="Graf Thomas, SCS-INI-NET-VNC-E2E" userId="487bc3e3-9ce7-4cdd-b7b4-8899ea88d289" providerId="ADAL" clId="{ADEEF08A-D719-4B50-A383-4105EDA2C206}" dt="2026-03-17T04:08:03.296" v="746"/>
        <pc:sldMkLst>
          <pc:docMk/>
          <pc:sldMk cId="2655069398" sldId="277"/>
        </pc:sldMkLst>
      </pc:sldChg>
      <pc:sldChg chg="modSp mod">
        <pc:chgData name="Graf Thomas, SCS-INI-NET-VNC-E2E" userId="487bc3e3-9ce7-4cdd-b7b4-8899ea88d289" providerId="ADAL" clId="{ADEEF08A-D719-4B50-A383-4105EDA2C206}" dt="2026-03-18T01:22:15.398" v="2366" actId="20577"/>
        <pc:sldMkLst>
          <pc:docMk/>
          <pc:sldMk cId="3578665336" sldId="1041"/>
        </pc:sldMkLst>
        <pc:spChg chg="mod">
          <ac:chgData name="Graf Thomas, SCS-INI-NET-VNC-E2E" userId="487bc3e3-9ce7-4cdd-b7b4-8899ea88d289" providerId="ADAL" clId="{ADEEF08A-D719-4B50-A383-4105EDA2C206}" dt="2026-03-09T13:13:46.164" v="3" actId="20577"/>
          <ac:spMkLst>
            <pc:docMk/>
            <pc:sldMk cId="3578665336" sldId="1041"/>
            <ac:spMk id="5" creationId="{C26208B2-0D10-4C23-B2DE-372A62E98644}"/>
          </ac:spMkLst>
        </pc:spChg>
        <pc:spChg chg="mod">
          <ac:chgData name="Graf Thomas, SCS-INI-NET-VNC-E2E" userId="487bc3e3-9ce7-4cdd-b7b4-8899ea88d289" providerId="ADAL" clId="{ADEEF08A-D719-4B50-A383-4105EDA2C206}" dt="2026-03-18T01:22:15.398" v="2366" actId="20577"/>
          <ac:spMkLst>
            <pc:docMk/>
            <pc:sldMk cId="3578665336" sldId="1041"/>
            <ac:spMk id="6" creationId="{6CAA0765-1318-4A03-8F91-D3ECC43D8FA7}"/>
          </ac:spMkLst>
        </pc:spChg>
      </pc:sldChg>
      <pc:sldChg chg="modSp del mod">
        <pc:chgData name="Graf Thomas, SCS-INI-NET-VNC-E2E" userId="487bc3e3-9ce7-4cdd-b7b4-8899ea88d289" providerId="ADAL" clId="{ADEEF08A-D719-4B50-A383-4105EDA2C206}" dt="2026-03-09T13:18:50.136" v="123" actId="47"/>
        <pc:sldMkLst>
          <pc:docMk/>
          <pc:sldMk cId="2617504443" sldId="2145706242"/>
        </pc:sldMkLst>
      </pc:sldChg>
      <pc:sldChg chg="addSp delSp modSp mod">
        <pc:chgData name="Graf Thomas, SCS-INI-NET-VNC-E2E" userId="487bc3e3-9ce7-4cdd-b7b4-8899ea88d289" providerId="ADAL" clId="{ADEEF08A-D719-4B50-A383-4105EDA2C206}" dt="2026-03-09T13:23:22.891" v="285" actId="108"/>
        <pc:sldMkLst>
          <pc:docMk/>
          <pc:sldMk cId="2750719351" sldId="2145706243"/>
        </pc:sldMkLst>
        <pc:spChg chg="mod">
          <ac:chgData name="Graf Thomas, SCS-INI-NET-VNC-E2E" userId="487bc3e3-9ce7-4cdd-b7b4-8899ea88d289" providerId="ADAL" clId="{ADEEF08A-D719-4B50-A383-4105EDA2C206}" dt="2026-03-09T13:23:22.891" v="285" actId="108"/>
          <ac:spMkLst>
            <pc:docMk/>
            <pc:sldMk cId="2750719351" sldId="2145706243"/>
            <ac:spMk id="2" creationId="{925D8FC1-6AD2-4FDB-0618-87CF7F39767C}"/>
          </ac:spMkLst>
        </pc:spChg>
        <pc:spChg chg="mod">
          <ac:chgData name="Graf Thomas, SCS-INI-NET-VNC-E2E" userId="487bc3e3-9ce7-4cdd-b7b4-8899ea88d289" providerId="ADAL" clId="{ADEEF08A-D719-4B50-A383-4105EDA2C206}" dt="2026-03-09T13:22:56.243" v="244" actId="20577"/>
          <ac:spMkLst>
            <pc:docMk/>
            <pc:sldMk cId="2750719351" sldId="2145706243"/>
            <ac:spMk id="3" creationId="{E1C8AC62-B5C5-ADE4-1957-88D3A14E964A}"/>
          </ac:spMkLst>
        </pc:spChg>
        <pc:spChg chg="add del mod ord">
          <ac:chgData name="Graf Thomas, SCS-INI-NET-VNC-E2E" userId="487bc3e3-9ce7-4cdd-b7b4-8899ea88d289" providerId="ADAL" clId="{ADEEF08A-D719-4B50-A383-4105EDA2C206}" dt="2026-03-09T13:20:52.853" v="159" actId="1076"/>
          <ac:spMkLst>
            <pc:docMk/>
            <pc:sldMk cId="2750719351" sldId="2145706243"/>
            <ac:spMk id="5" creationId="{8C23250E-A19C-6C6E-E1FC-F12B08950F9A}"/>
          </ac:spMkLst>
        </pc:spChg>
        <pc:spChg chg="add mod">
          <ac:chgData name="Graf Thomas, SCS-INI-NET-VNC-E2E" userId="487bc3e3-9ce7-4cdd-b7b4-8899ea88d289" providerId="ADAL" clId="{ADEEF08A-D719-4B50-A383-4105EDA2C206}" dt="2026-03-09T13:21:02.032" v="163" actId="1076"/>
          <ac:spMkLst>
            <pc:docMk/>
            <pc:sldMk cId="2750719351" sldId="2145706243"/>
            <ac:spMk id="11" creationId="{B46C0A3E-C63B-0C8F-03EC-36242F20FBD1}"/>
          </ac:spMkLst>
        </pc:spChg>
        <pc:picChg chg="add mod">
          <ac:chgData name="Graf Thomas, SCS-INI-NET-VNC-E2E" userId="487bc3e3-9ce7-4cdd-b7b4-8899ea88d289" providerId="ADAL" clId="{ADEEF08A-D719-4B50-A383-4105EDA2C206}" dt="2026-03-09T13:20:36.770" v="156" actId="1076"/>
          <ac:picMkLst>
            <pc:docMk/>
            <pc:sldMk cId="2750719351" sldId="2145706243"/>
            <ac:picMk id="6" creationId="{B3387A0A-31AF-1F13-B49C-A076AD740B40}"/>
          </ac:picMkLst>
        </pc:picChg>
      </pc:sldChg>
      <pc:sldChg chg="modSp del mod">
        <pc:chgData name="Graf Thomas, SCS-INI-NET-VNC-E2E" userId="487bc3e3-9ce7-4cdd-b7b4-8899ea88d289" providerId="ADAL" clId="{ADEEF08A-D719-4B50-A383-4105EDA2C206}" dt="2026-03-09T13:23:26.463" v="286" actId="47"/>
        <pc:sldMkLst>
          <pc:docMk/>
          <pc:sldMk cId="388497335" sldId="2145706244"/>
        </pc:sldMkLst>
      </pc:sldChg>
      <pc:sldChg chg="addSp delSp modSp mod">
        <pc:chgData name="Graf Thomas, SCS-INI-NET-VNC-E2E" userId="487bc3e3-9ce7-4cdd-b7b4-8899ea88d289" providerId="ADAL" clId="{ADEEF08A-D719-4B50-A383-4105EDA2C206}" dt="2026-03-09T13:38:54.778" v="740" actId="20577"/>
        <pc:sldMkLst>
          <pc:docMk/>
          <pc:sldMk cId="1877027452" sldId="2145706245"/>
        </pc:sldMkLst>
        <pc:graphicFrameChg chg="mod modGraphic">
          <ac:chgData name="Graf Thomas, SCS-INI-NET-VNC-E2E" userId="487bc3e3-9ce7-4cdd-b7b4-8899ea88d289" providerId="ADAL" clId="{ADEEF08A-D719-4B50-A383-4105EDA2C206}" dt="2026-03-09T13:38:54.778" v="740" actId="20577"/>
          <ac:graphicFrameMkLst>
            <pc:docMk/>
            <pc:sldMk cId="1877027452" sldId="2145706245"/>
            <ac:graphicFrameMk id="6" creationId="{86837E2C-7DD9-62B8-E009-509CDFF94BF9}"/>
          </ac:graphicFrameMkLst>
        </pc:graphicFrameChg>
      </pc:sldChg>
      <pc:sldChg chg="addSp delSp modSp mod">
        <pc:chgData name="Graf Thomas, SCS-INI-NET-VNC-E2E" userId="487bc3e3-9ce7-4cdd-b7b4-8899ea88d289" providerId="ADAL" clId="{ADEEF08A-D719-4B50-A383-4105EDA2C206}" dt="2026-03-09T13:39:04.602" v="744" actId="478"/>
        <pc:sldMkLst>
          <pc:docMk/>
          <pc:sldMk cId="4476213" sldId="2145706246"/>
        </pc:sldMkLst>
        <pc:graphicFrameChg chg="mod modGraphic">
          <ac:chgData name="Graf Thomas, SCS-INI-NET-VNC-E2E" userId="487bc3e3-9ce7-4cdd-b7b4-8899ea88d289" providerId="ADAL" clId="{ADEEF08A-D719-4B50-A383-4105EDA2C206}" dt="2026-03-09T13:38:57.874" v="742" actId="20577"/>
          <ac:graphicFrameMkLst>
            <pc:docMk/>
            <pc:sldMk cId="4476213" sldId="2145706246"/>
            <ac:graphicFrameMk id="6" creationId="{4E7CEF41-5DBF-BE8C-3E2D-7F5D56B757D3}"/>
          </ac:graphicFrameMkLst>
        </pc:graphicFrameChg>
      </pc:sldChg>
      <pc:sldChg chg="del">
        <pc:chgData name="Graf Thomas, SCS-INI-NET-VNC-E2E" userId="487bc3e3-9ce7-4cdd-b7b4-8899ea88d289" providerId="ADAL" clId="{ADEEF08A-D719-4B50-A383-4105EDA2C206}" dt="2026-03-09T13:14:20.151" v="21" actId="47"/>
        <pc:sldMkLst>
          <pc:docMk/>
          <pc:sldMk cId="2860389926" sldId="2145706248"/>
        </pc:sldMkLst>
      </pc:sldChg>
      <pc:sldChg chg="del">
        <pc:chgData name="Graf Thomas, SCS-INI-NET-VNC-E2E" userId="487bc3e3-9ce7-4cdd-b7b4-8899ea88d289" providerId="ADAL" clId="{ADEEF08A-D719-4B50-A383-4105EDA2C206}" dt="2026-03-09T13:14:20.151" v="21" actId="47"/>
        <pc:sldMkLst>
          <pc:docMk/>
          <pc:sldMk cId="3526766535" sldId="2145706249"/>
        </pc:sldMkLst>
      </pc:sldChg>
      <pc:sldChg chg="add">
        <pc:chgData name="Graf Thomas, SCS-INI-NET-VNC-E2E" userId="487bc3e3-9ce7-4cdd-b7b4-8899ea88d289" providerId="ADAL" clId="{ADEEF08A-D719-4B50-A383-4105EDA2C206}" dt="2026-03-17T04:08:03.296" v="746"/>
        <pc:sldMkLst>
          <pc:docMk/>
          <pc:sldMk cId="1952313376" sldId="2145706268"/>
        </pc:sldMkLst>
      </pc:sldChg>
      <pc:sldChg chg="add">
        <pc:chgData name="Graf Thomas, SCS-INI-NET-VNC-E2E" userId="487bc3e3-9ce7-4cdd-b7b4-8899ea88d289" providerId="ADAL" clId="{ADEEF08A-D719-4B50-A383-4105EDA2C206}" dt="2026-03-17T04:08:03.296" v="746"/>
        <pc:sldMkLst>
          <pc:docMk/>
          <pc:sldMk cId="2993795036" sldId="2145706269"/>
        </pc:sldMkLst>
      </pc:sldChg>
      <pc:sldChg chg="addSp delSp modSp add mod ord">
        <pc:chgData name="Graf Thomas, SCS-INI-NET-VNC-E2E" userId="487bc3e3-9ce7-4cdd-b7b4-8899ea88d289" providerId="ADAL" clId="{ADEEF08A-D719-4B50-A383-4105EDA2C206}" dt="2026-03-17T04:14:16.736" v="907" actId="1076"/>
        <pc:sldMkLst>
          <pc:docMk/>
          <pc:sldMk cId="3853061195" sldId="2145706270"/>
        </pc:sldMkLst>
        <pc:spChg chg="add del mod">
          <ac:chgData name="Graf Thomas, SCS-INI-NET-VNC-E2E" userId="487bc3e3-9ce7-4cdd-b7b4-8899ea88d289" providerId="ADAL" clId="{ADEEF08A-D719-4B50-A383-4105EDA2C206}" dt="2026-03-17T04:12:15.110" v="758" actId="478"/>
          <ac:spMkLst>
            <pc:docMk/>
            <pc:sldMk cId="3853061195" sldId="2145706270"/>
            <ac:spMk id="5" creationId="{0A4552F1-3D53-B973-CA3A-B7676C4763B4}"/>
          </ac:spMkLst>
        </pc:spChg>
        <pc:spChg chg="del">
          <ac:chgData name="Graf Thomas, SCS-INI-NET-VNC-E2E" userId="487bc3e3-9ce7-4cdd-b7b4-8899ea88d289" providerId="ADAL" clId="{ADEEF08A-D719-4B50-A383-4105EDA2C206}" dt="2026-03-17T04:12:11.385" v="756" actId="478"/>
          <ac:spMkLst>
            <pc:docMk/>
            <pc:sldMk cId="3853061195" sldId="2145706270"/>
            <ac:spMk id="10" creationId="{E53571A1-5C99-4479-B245-F41489ADB3E8}"/>
          </ac:spMkLst>
        </pc:spChg>
        <pc:spChg chg="add mod">
          <ac:chgData name="Graf Thomas, SCS-INI-NET-VNC-E2E" userId="487bc3e3-9ce7-4cdd-b7b4-8899ea88d289" providerId="ADAL" clId="{ADEEF08A-D719-4B50-A383-4105EDA2C206}" dt="2026-03-17T04:14:01.663" v="904" actId="6549"/>
          <ac:spMkLst>
            <pc:docMk/>
            <pc:sldMk cId="3853061195" sldId="2145706270"/>
            <ac:spMk id="11" creationId="{9B8E9BE6-DD0F-99BA-5FF0-AD176F68E2FD}"/>
          </ac:spMkLst>
        </pc:spChg>
        <pc:spChg chg="mod">
          <ac:chgData name="Graf Thomas, SCS-INI-NET-VNC-E2E" userId="487bc3e3-9ce7-4cdd-b7b4-8899ea88d289" providerId="ADAL" clId="{ADEEF08A-D719-4B50-A383-4105EDA2C206}" dt="2026-03-17T04:13:04.108" v="801" actId="20577"/>
          <ac:spMkLst>
            <pc:docMk/>
            <pc:sldMk cId="3853061195" sldId="2145706270"/>
            <ac:spMk id="1521" creationId="{9DDC19D8-D4BA-AA5E-61E1-B0A4525A6B80}"/>
          </ac:spMkLst>
        </pc:spChg>
        <pc:spChg chg="del">
          <ac:chgData name="Graf Thomas, SCS-INI-NET-VNC-E2E" userId="487bc3e3-9ce7-4cdd-b7b4-8899ea88d289" providerId="ADAL" clId="{ADEEF08A-D719-4B50-A383-4105EDA2C206}" dt="2026-03-17T04:12:13.154" v="757" actId="478"/>
          <ac:spMkLst>
            <pc:docMk/>
            <pc:sldMk cId="3853061195" sldId="2145706270"/>
            <ac:spMk id="1522" creationId="{37CE3616-0EB7-D584-5788-2381ADE3CDEA}"/>
          </ac:spMkLst>
        </pc:spChg>
        <pc:picChg chg="del">
          <ac:chgData name="Graf Thomas, SCS-INI-NET-VNC-E2E" userId="487bc3e3-9ce7-4cdd-b7b4-8899ea88d289" providerId="ADAL" clId="{ADEEF08A-D719-4B50-A383-4105EDA2C206}" dt="2026-03-17T04:12:08.594" v="755" actId="478"/>
          <ac:picMkLst>
            <pc:docMk/>
            <pc:sldMk cId="3853061195" sldId="2145706270"/>
            <ac:picMk id="7" creationId="{80F212DF-B43F-0CDF-8A03-A23E291F5C92}"/>
          </ac:picMkLst>
        </pc:picChg>
        <pc:picChg chg="add mod">
          <ac:chgData name="Graf Thomas, SCS-INI-NET-VNC-E2E" userId="487bc3e3-9ce7-4cdd-b7b4-8899ea88d289" providerId="ADAL" clId="{ADEEF08A-D719-4B50-A383-4105EDA2C206}" dt="2026-03-17T04:14:16.736" v="907" actId="1076"/>
          <ac:picMkLst>
            <pc:docMk/>
            <pc:sldMk cId="3853061195" sldId="2145706270"/>
            <ac:picMk id="9" creationId="{11146658-3377-44D0-D254-CD664F57F84A}"/>
          </ac:picMkLst>
        </pc:picChg>
      </pc:sldChg>
      <pc:sldChg chg="add del ord">
        <pc:chgData name="Graf Thomas, SCS-INI-NET-VNC-E2E" userId="487bc3e3-9ce7-4cdd-b7b4-8899ea88d289" providerId="ADAL" clId="{ADEEF08A-D719-4B50-A383-4105EDA2C206}" dt="2026-03-17T04:11:56.863" v="751" actId="47"/>
        <pc:sldMkLst>
          <pc:docMk/>
          <pc:sldMk cId="3991829323" sldId="2145706270"/>
        </pc:sldMkLst>
      </pc:sldChg>
      <pc:sldChg chg="addSp delSp modSp add mod">
        <pc:chgData name="Graf Thomas, SCS-INI-NET-VNC-E2E" userId="487bc3e3-9ce7-4cdd-b7b4-8899ea88d289" providerId="ADAL" clId="{ADEEF08A-D719-4B50-A383-4105EDA2C206}" dt="2026-03-18T01:22:59.233" v="2383" actId="6549"/>
        <pc:sldMkLst>
          <pc:docMk/>
          <pc:sldMk cId="2190926149" sldId="2145706271"/>
        </pc:sldMkLst>
        <pc:spChg chg="mod">
          <ac:chgData name="Graf Thomas, SCS-INI-NET-VNC-E2E" userId="487bc3e3-9ce7-4cdd-b7b4-8899ea88d289" providerId="ADAL" clId="{ADEEF08A-D719-4B50-A383-4105EDA2C206}" dt="2026-03-18T01:22:59.233" v="2383" actId="6549"/>
          <ac:spMkLst>
            <pc:docMk/>
            <pc:sldMk cId="2190926149" sldId="2145706271"/>
            <ac:spMk id="11" creationId="{56F76BE1-A152-FF58-4794-2D4959E1E67F}"/>
          </ac:spMkLst>
        </pc:spChg>
        <pc:spChg chg="mod">
          <ac:chgData name="Graf Thomas, SCS-INI-NET-VNC-E2E" userId="487bc3e3-9ce7-4cdd-b7b4-8899ea88d289" providerId="ADAL" clId="{ADEEF08A-D719-4B50-A383-4105EDA2C206}" dt="2026-03-17T04:14:28.467" v="925" actId="20577"/>
          <ac:spMkLst>
            <pc:docMk/>
            <pc:sldMk cId="2190926149" sldId="2145706271"/>
            <ac:spMk id="1521" creationId="{53AAD7B6-A6B5-89DF-3082-CF9E15BC3B6E}"/>
          </ac:spMkLst>
        </pc:spChg>
        <pc:picChg chg="add mod">
          <ac:chgData name="Graf Thomas, SCS-INI-NET-VNC-E2E" userId="487bc3e3-9ce7-4cdd-b7b4-8899ea88d289" providerId="ADAL" clId="{ADEEF08A-D719-4B50-A383-4105EDA2C206}" dt="2026-03-17T04:15:03.263" v="933" actId="1076"/>
          <ac:picMkLst>
            <pc:docMk/>
            <pc:sldMk cId="2190926149" sldId="2145706271"/>
            <ac:picMk id="5" creationId="{0BEFBEB9-3CD2-E356-4FCC-35FD36EBCCCB}"/>
          </ac:picMkLst>
        </pc:picChg>
        <pc:picChg chg="del">
          <ac:chgData name="Graf Thomas, SCS-INI-NET-VNC-E2E" userId="487bc3e3-9ce7-4cdd-b7b4-8899ea88d289" providerId="ADAL" clId="{ADEEF08A-D719-4B50-A383-4105EDA2C206}" dt="2026-03-17T04:14:51.447" v="926" actId="478"/>
          <ac:picMkLst>
            <pc:docMk/>
            <pc:sldMk cId="2190926149" sldId="2145706271"/>
            <ac:picMk id="9" creationId="{7F84FC13-CA66-71F8-3C1C-55972F949FA7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24:13.466" v="2434" actId="20577"/>
        <pc:sldMkLst>
          <pc:docMk/>
          <pc:sldMk cId="4275233702" sldId="2145706272"/>
        </pc:sldMkLst>
        <pc:spChg chg="mod">
          <ac:chgData name="Graf Thomas, SCS-INI-NET-VNC-E2E" userId="487bc3e3-9ce7-4cdd-b7b4-8899ea88d289" providerId="ADAL" clId="{ADEEF08A-D719-4B50-A383-4105EDA2C206}" dt="2026-03-18T01:24:13.466" v="2434" actId="20577"/>
          <ac:spMkLst>
            <pc:docMk/>
            <pc:sldMk cId="4275233702" sldId="2145706272"/>
            <ac:spMk id="11" creationId="{54D5064D-5A04-675C-5DD9-B67AABA32901}"/>
          </ac:spMkLst>
        </pc:spChg>
        <pc:spChg chg="mod">
          <ac:chgData name="Graf Thomas, SCS-INI-NET-VNC-E2E" userId="487bc3e3-9ce7-4cdd-b7b4-8899ea88d289" providerId="ADAL" clId="{ADEEF08A-D719-4B50-A383-4105EDA2C206}" dt="2026-03-17T04:17:11.333" v="1081" actId="20577"/>
          <ac:spMkLst>
            <pc:docMk/>
            <pc:sldMk cId="4275233702" sldId="2145706272"/>
            <ac:spMk id="1521" creationId="{27CFBD74-4EA0-E433-223E-AD917E08328A}"/>
          </ac:spMkLst>
        </pc:spChg>
        <pc:picChg chg="del">
          <ac:chgData name="Graf Thomas, SCS-INI-NET-VNC-E2E" userId="487bc3e3-9ce7-4cdd-b7b4-8899ea88d289" providerId="ADAL" clId="{ADEEF08A-D719-4B50-A383-4105EDA2C206}" dt="2026-03-17T04:16:57.784" v="1062" actId="478"/>
          <ac:picMkLst>
            <pc:docMk/>
            <pc:sldMk cId="4275233702" sldId="2145706272"/>
            <ac:picMk id="5" creationId="{7F93E579-3CE1-2BB9-414F-43D090AB650C}"/>
          </ac:picMkLst>
        </pc:picChg>
        <pc:picChg chg="add mod">
          <ac:chgData name="Graf Thomas, SCS-INI-NET-VNC-E2E" userId="487bc3e3-9ce7-4cdd-b7b4-8899ea88d289" providerId="ADAL" clId="{ADEEF08A-D719-4B50-A383-4105EDA2C206}" dt="2026-03-17T04:17:03.032" v="1065" actId="1076"/>
          <ac:picMkLst>
            <pc:docMk/>
            <pc:sldMk cId="4275233702" sldId="2145706272"/>
            <ac:picMk id="6" creationId="{937160BC-75EA-3DD5-CACE-A761F4640C98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7T04:25:33.063" v="1824" actId="1076"/>
        <pc:sldMkLst>
          <pc:docMk/>
          <pc:sldMk cId="515890898" sldId="2145706273"/>
        </pc:sldMkLst>
        <pc:spChg chg="mod">
          <ac:chgData name="Graf Thomas, SCS-INI-NET-VNC-E2E" userId="487bc3e3-9ce7-4cdd-b7b4-8899ea88d289" providerId="ADAL" clId="{ADEEF08A-D719-4B50-A383-4105EDA2C206}" dt="2026-03-17T04:25:18.771" v="1819" actId="14100"/>
          <ac:spMkLst>
            <pc:docMk/>
            <pc:sldMk cId="515890898" sldId="2145706273"/>
            <ac:spMk id="11" creationId="{46CA42F8-ECFF-0635-0F45-DA1FBB5162C5}"/>
          </ac:spMkLst>
        </pc:spChg>
        <pc:spChg chg="mod">
          <ac:chgData name="Graf Thomas, SCS-INI-NET-VNC-E2E" userId="487bc3e3-9ce7-4cdd-b7b4-8899ea88d289" providerId="ADAL" clId="{ADEEF08A-D719-4B50-A383-4105EDA2C206}" dt="2026-03-17T04:21:52.394" v="1617" actId="20577"/>
          <ac:spMkLst>
            <pc:docMk/>
            <pc:sldMk cId="515890898" sldId="2145706273"/>
            <ac:spMk id="1521" creationId="{69E392E2-1979-4812-9FFD-6F95CAE1D62F}"/>
          </ac:spMkLst>
        </pc:spChg>
        <pc:picChg chg="add mod">
          <ac:chgData name="Graf Thomas, SCS-INI-NET-VNC-E2E" userId="487bc3e3-9ce7-4cdd-b7b4-8899ea88d289" providerId="ADAL" clId="{ADEEF08A-D719-4B50-A383-4105EDA2C206}" dt="2026-03-17T04:25:33.063" v="1824" actId="1076"/>
          <ac:picMkLst>
            <pc:docMk/>
            <pc:sldMk cId="515890898" sldId="2145706273"/>
            <ac:picMk id="5" creationId="{B4A06CD7-ABAB-DE76-FB96-F95A17C94158}"/>
          </ac:picMkLst>
        </pc:picChg>
        <pc:picChg chg="del">
          <ac:chgData name="Graf Thomas, SCS-INI-NET-VNC-E2E" userId="487bc3e3-9ce7-4cdd-b7b4-8899ea88d289" providerId="ADAL" clId="{ADEEF08A-D719-4B50-A383-4105EDA2C206}" dt="2026-03-17T04:21:54.440" v="1618" actId="478"/>
          <ac:picMkLst>
            <pc:docMk/>
            <pc:sldMk cId="515890898" sldId="2145706273"/>
            <ac:picMk id="6" creationId="{F069F978-A743-3B52-5675-1E66AB13CF1D}"/>
          </ac:picMkLst>
        </pc:picChg>
        <pc:picChg chg="add mod">
          <ac:chgData name="Graf Thomas, SCS-INI-NET-VNC-E2E" userId="487bc3e3-9ce7-4cdd-b7b4-8899ea88d289" providerId="ADAL" clId="{ADEEF08A-D719-4B50-A383-4105EDA2C206}" dt="2026-03-17T04:25:23.431" v="1821" actId="1076"/>
          <ac:picMkLst>
            <pc:docMk/>
            <pc:sldMk cId="515890898" sldId="2145706273"/>
            <ac:picMk id="9" creationId="{BB38F414-1E18-7D50-5889-85699FBB8F70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25:11.156" v="2480" actId="20577"/>
        <pc:sldMkLst>
          <pc:docMk/>
          <pc:sldMk cId="2351035140" sldId="2145706274"/>
        </pc:sldMkLst>
        <pc:spChg chg="mod">
          <ac:chgData name="Graf Thomas, SCS-INI-NET-VNC-E2E" userId="487bc3e3-9ce7-4cdd-b7b4-8899ea88d289" providerId="ADAL" clId="{ADEEF08A-D719-4B50-A383-4105EDA2C206}" dt="2026-03-18T01:25:11.156" v="2480" actId="20577"/>
          <ac:spMkLst>
            <pc:docMk/>
            <pc:sldMk cId="2351035140" sldId="2145706274"/>
            <ac:spMk id="11" creationId="{D31072DB-7FB0-340E-5178-515B5506C20F}"/>
          </ac:spMkLst>
        </pc:spChg>
        <pc:spChg chg="mod">
          <ac:chgData name="Graf Thomas, SCS-INI-NET-VNC-E2E" userId="487bc3e3-9ce7-4cdd-b7b4-8899ea88d289" providerId="ADAL" clId="{ADEEF08A-D719-4B50-A383-4105EDA2C206}" dt="2026-03-17T04:26:20.173" v="1859" actId="20577"/>
          <ac:spMkLst>
            <pc:docMk/>
            <pc:sldMk cId="2351035140" sldId="2145706274"/>
            <ac:spMk id="1521" creationId="{1758EF1A-4DAD-DC84-9418-5B9299646425}"/>
          </ac:spMkLst>
        </pc:spChg>
        <pc:picChg chg="del">
          <ac:chgData name="Graf Thomas, SCS-INI-NET-VNC-E2E" userId="487bc3e3-9ce7-4cdd-b7b4-8899ea88d289" providerId="ADAL" clId="{ADEEF08A-D719-4B50-A383-4105EDA2C206}" dt="2026-03-17T04:26:22.771" v="1860" actId="478"/>
          <ac:picMkLst>
            <pc:docMk/>
            <pc:sldMk cId="2351035140" sldId="2145706274"/>
            <ac:picMk id="5" creationId="{E1A640AD-39EA-DC9C-6449-5ED7879CBE2E}"/>
          </ac:picMkLst>
        </pc:picChg>
        <pc:picChg chg="add mod">
          <ac:chgData name="Graf Thomas, SCS-INI-NET-VNC-E2E" userId="487bc3e3-9ce7-4cdd-b7b4-8899ea88d289" providerId="ADAL" clId="{ADEEF08A-D719-4B50-A383-4105EDA2C206}" dt="2026-03-17T04:26:29.806" v="1864" actId="1076"/>
          <ac:picMkLst>
            <pc:docMk/>
            <pc:sldMk cId="2351035140" sldId="2145706274"/>
            <ac:picMk id="6" creationId="{B25C9AFC-422A-6D3A-EB67-100632352EBF}"/>
          </ac:picMkLst>
        </pc:picChg>
        <pc:picChg chg="del">
          <ac:chgData name="Graf Thomas, SCS-INI-NET-VNC-E2E" userId="487bc3e3-9ce7-4cdd-b7b4-8899ea88d289" providerId="ADAL" clId="{ADEEF08A-D719-4B50-A383-4105EDA2C206}" dt="2026-03-17T04:26:24.814" v="1861" actId="478"/>
          <ac:picMkLst>
            <pc:docMk/>
            <pc:sldMk cId="2351035140" sldId="2145706274"/>
            <ac:picMk id="9" creationId="{B3B7C248-BB35-E03F-B37E-F9C44892CBA0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24:47.840" v="2447" actId="20577"/>
        <pc:sldMkLst>
          <pc:docMk/>
          <pc:sldMk cId="4179087185" sldId="2145706275"/>
        </pc:sldMkLst>
        <pc:spChg chg="mod">
          <ac:chgData name="Graf Thomas, SCS-INI-NET-VNC-E2E" userId="487bc3e3-9ce7-4cdd-b7b4-8899ea88d289" providerId="ADAL" clId="{ADEEF08A-D719-4B50-A383-4105EDA2C206}" dt="2026-03-18T01:24:47.840" v="2447" actId="20577"/>
          <ac:spMkLst>
            <pc:docMk/>
            <pc:sldMk cId="4179087185" sldId="2145706275"/>
            <ac:spMk id="11" creationId="{23828BA4-999F-A457-43A5-F33F10914959}"/>
          </ac:spMkLst>
        </pc:spChg>
        <pc:spChg chg="mod">
          <ac:chgData name="Graf Thomas, SCS-INI-NET-VNC-E2E" userId="487bc3e3-9ce7-4cdd-b7b4-8899ea88d289" providerId="ADAL" clId="{ADEEF08A-D719-4B50-A383-4105EDA2C206}" dt="2026-03-17T04:30:07.207" v="2153" actId="20577"/>
          <ac:spMkLst>
            <pc:docMk/>
            <pc:sldMk cId="4179087185" sldId="2145706275"/>
            <ac:spMk id="1521" creationId="{8D4264D9-F631-65B2-A1D5-499EA3E0D471}"/>
          </ac:spMkLst>
        </pc:spChg>
        <pc:picChg chg="add mod">
          <ac:chgData name="Graf Thomas, SCS-INI-NET-VNC-E2E" userId="487bc3e3-9ce7-4cdd-b7b4-8899ea88d289" providerId="ADAL" clId="{ADEEF08A-D719-4B50-A383-4105EDA2C206}" dt="2026-03-17T04:30:02.453" v="2148" actId="1076"/>
          <ac:picMkLst>
            <pc:docMk/>
            <pc:sldMk cId="4179087185" sldId="2145706275"/>
            <ac:picMk id="5" creationId="{D9FE91E3-71A4-7383-E1C4-31301AA51285}"/>
          </ac:picMkLst>
        </pc:picChg>
        <pc:picChg chg="del">
          <ac:chgData name="Graf Thomas, SCS-INI-NET-VNC-E2E" userId="487bc3e3-9ce7-4cdd-b7b4-8899ea88d289" providerId="ADAL" clId="{ADEEF08A-D719-4B50-A383-4105EDA2C206}" dt="2026-03-17T04:28:45.450" v="2096" actId="478"/>
          <ac:picMkLst>
            <pc:docMk/>
            <pc:sldMk cId="4179087185" sldId="2145706275"/>
            <ac:picMk id="6" creationId="{2A5A7BBB-EF9F-6DB2-9BA3-174D26B4DB9B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24:59.172" v="2457" actId="20577"/>
        <pc:sldMkLst>
          <pc:docMk/>
          <pc:sldMk cId="2778985922" sldId="2145706276"/>
        </pc:sldMkLst>
        <pc:spChg chg="mod">
          <ac:chgData name="Graf Thomas, SCS-INI-NET-VNC-E2E" userId="487bc3e3-9ce7-4cdd-b7b4-8899ea88d289" providerId="ADAL" clId="{ADEEF08A-D719-4B50-A383-4105EDA2C206}" dt="2026-03-18T01:24:59.172" v="2457" actId="20577"/>
          <ac:spMkLst>
            <pc:docMk/>
            <pc:sldMk cId="2778985922" sldId="2145706276"/>
            <ac:spMk id="11" creationId="{9FD05F93-0418-A95F-FD17-9BF15955170B}"/>
          </ac:spMkLst>
        </pc:spChg>
        <pc:spChg chg="mod">
          <ac:chgData name="Graf Thomas, SCS-INI-NET-VNC-E2E" userId="487bc3e3-9ce7-4cdd-b7b4-8899ea88d289" providerId="ADAL" clId="{ADEEF08A-D719-4B50-A383-4105EDA2C206}" dt="2026-03-17T04:30:35.194" v="2155" actId="20577"/>
          <ac:spMkLst>
            <pc:docMk/>
            <pc:sldMk cId="2778985922" sldId="2145706276"/>
            <ac:spMk id="1521" creationId="{5D881107-FC26-236F-51AA-99B7D6A89FD9}"/>
          </ac:spMkLst>
        </pc:spChg>
        <pc:picChg chg="del">
          <ac:chgData name="Graf Thomas, SCS-INI-NET-VNC-E2E" userId="487bc3e3-9ce7-4cdd-b7b4-8899ea88d289" providerId="ADAL" clId="{ADEEF08A-D719-4B50-A383-4105EDA2C206}" dt="2026-03-17T04:30:37.455" v="2156" actId="478"/>
          <ac:picMkLst>
            <pc:docMk/>
            <pc:sldMk cId="2778985922" sldId="2145706276"/>
            <ac:picMk id="5" creationId="{B3FD2EE7-E682-C260-9612-31B428EFA394}"/>
          </ac:picMkLst>
        </pc:picChg>
        <pc:picChg chg="add del mod">
          <ac:chgData name="Graf Thomas, SCS-INI-NET-VNC-E2E" userId="487bc3e3-9ce7-4cdd-b7b4-8899ea88d289" providerId="ADAL" clId="{ADEEF08A-D719-4B50-A383-4105EDA2C206}" dt="2026-03-17T04:30:41.777" v="2159" actId="478"/>
          <ac:picMkLst>
            <pc:docMk/>
            <pc:sldMk cId="2778985922" sldId="2145706276"/>
            <ac:picMk id="6" creationId="{BD196C32-B0DC-8D8D-A23E-273642131AD7}"/>
          </ac:picMkLst>
        </pc:picChg>
        <pc:picChg chg="add mod">
          <ac:chgData name="Graf Thomas, SCS-INI-NET-VNC-E2E" userId="487bc3e3-9ce7-4cdd-b7b4-8899ea88d289" providerId="ADAL" clId="{ADEEF08A-D719-4B50-A383-4105EDA2C206}" dt="2026-03-17T04:31:13.835" v="2164" actId="1076"/>
          <ac:picMkLst>
            <pc:docMk/>
            <pc:sldMk cId="2778985922" sldId="2145706276"/>
            <ac:picMk id="9" creationId="{C12EC50A-F8EB-58DE-C318-DA81F10E3E94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25:44.509" v="2487" actId="20577"/>
        <pc:sldMkLst>
          <pc:docMk/>
          <pc:sldMk cId="2755856533" sldId="2145706277"/>
        </pc:sldMkLst>
        <pc:spChg chg="mod">
          <ac:chgData name="Graf Thomas, SCS-INI-NET-VNC-E2E" userId="487bc3e3-9ce7-4cdd-b7b4-8899ea88d289" providerId="ADAL" clId="{ADEEF08A-D719-4B50-A383-4105EDA2C206}" dt="2026-03-18T01:25:19.752" v="2482" actId="20577"/>
          <ac:spMkLst>
            <pc:docMk/>
            <pc:sldMk cId="2755856533" sldId="2145706277"/>
            <ac:spMk id="11" creationId="{BB8D74FA-BFBD-F2E9-6933-639CEAC7EEE1}"/>
          </ac:spMkLst>
        </pc:spChg>
        <pc:spChg chg="mod">
          <ac:chgData name="Graf Thomas, SCS-INI-NET-VNC-E2E" userId="487bc3e3-9ce7-4cdd-b7b4-8899ea88d289" providerId="ADAL" clId="{ADEEF08A-D719-4B50-A383-4105EDA2C206}" dt="2026-03-18T01:25:44.509" v="2487" actId="20577"/>
          <ac:spMkLst>
            <pc:docMk/>
            <pc:sldMk cId="2755856533" sldId="2145706277"/>
            <ac:spMk id="1521" creationId="{49DB6F02-E0BB-A29E-F028-DC4EA2F8FB1F}"/>
          </ac:spMkLst>
        </pc:spChg>
        <pc:picChg chg="add mod">
          <ac:chgData name="Graf Thomas, SCS-INI-NET-VNC-E2E" userId="487bc3e3-9ce7-4cdd-b7b4-8899ea88d289" providerId="ADAL" clId="{ADEEF08A-D719-4B50-A383-4105EDA2C206}" dt="2026-03-17T04:34:19.491" v="2295" actId="14100"/>
          <ac:picMkLst>
            <pc:docMk/>
            <pc:sldMk cId="2755856533" sldId="2145706277"/>
            <ac:picMk id="5" creationId="{24063684-A278-0958-C0CB-E466E0829D5B}"/>
          </ac:picMkLst>
        </pc:picChg>
        <pc:picChg chg="del">
          <ac:chgData name="Graf Thomas, SCS-INI-NET-VNC-E2E" userId="487bc3e3-9ce7-4cdd-b7b4-8899ea88d289" providerId="ADAL" clId="{ADEEF08A-D719-4B50-A383-4105EDA2C206}" dt="2026-03-17T04:34:13.968" v="2291" actId="478"/>
          <ac:picMkLst>
            <pc:docMk/>
            <pc:sldMk cId="2755856533" sldId="2145706277"/>
            <ac:picMk id="9" creationId="{EB66B6EC-969B-D22C-A460-2A07D7CB9634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27:12.686" v="2564" actId="20577"/>
        <pc:sldMkLst>
          <pc:docMk/>
          <pc:sldMk cId="1653096990" sldId="2145706278"/>
        </pc:sldMkLst>
        <pc:spChg chg="mod">
          <ac:chgData name="Graf Thomas, SCS-INI-NET-VNC-E2E" userId="487bc3e3-9ce7-4cdd-b7b4-8899ea88d289" providerId="ADAL" clId="{ADEEF08A-D719-4B50-A383-4105EDA2C206}" dt="2026-03-18T01:27:12.686" v="2564" actId="20577"/>
          <ac:spMkLst>
            <pc:docMk/>
            <pc:sldMk cId="1653096990" sldId="2145706278"/>
            <ac:spMk id="11" creationId="{3F46F3E3-83EF-04BF-B560-596E9BBFBF26}"/>
          </ac:spMkLst>
        </pc:spChg>
        <pc:spChg chg="mod">
          <ac:chgData name="Graf Thomas, SCS-INI-NET-VNC-E2E" userId="487bc3e3-9ce7-4cdd-b7b4-8899ea88d289" providerId="ADAL" clId="{ADEEF08A-D719-4B50-A383-4105EDA2C206}" dt="2026-03-18T01:25:52.052" v="2489" actId="20577"/>
          <ac:spMkLst>
            <pc:docMk/>
            <pc:sldMk cId="1653096990" sldId="2145706278"/>
            <ac:spMk id="1521" creationId="{D1544C04-1AC7-CF90-0AE0-B58E7BB9BDA5}"/>
          </ac:spMkLst>
        </pc:spChg>
        <pc:picChg chg="del">
          <ac:chgData name="Graf Thomas, SCS-INI-NET-VNC-E2E" userId="487bc3e3-9ce7-4cdd-b7b4-8899ea88d289" providerId="ADAL" clId="{ADEEF08A-D719-4B50-A383-4105EDA2C206}" dt="2026-03-18T01:26:30.526" v="2490" actId="478"/>
          <ac:picMkLst>
            <pc:docMk/>
            <pc:sldMk cId="1653096990" sldId="2145706278"/>
            <ac:picMk id="5" creationId="{9DCF8766-EDCD-D368-CEE2-F5BAC68996B6}"/>
          </ac:picMkLst>
        </pc:picChg>
        <pc:picChg chg="add mod">
          <ac:chgData name="Graf Thomas, SCS-INI-NET-VNC-E2E" userId="487bc3e3-9ce7-4cdd-b7b4-8899ea88d289" providerId="ADAL" clId="{ADEEF08A-D719-4B50-A383-4105EDA2C206}" dt="2026-03-18T01:26:38.118" v="2495" actId="1076"/>
          <ac:picMkLst>
            <pc:docMk/>
            <pc:sldMk cId="1653096990" sldId="2145706278"/>
            <ac:picMk id="6" creationId="{1CF1BE92-C1E4-757C-B5C4-4A5CF38A24A4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8T01:32:30.872" v="2760"/>
        <pc:sldMkLst>
          <pc:docMk/>
          <pc:sldMk cId="2230264938" sldId="2145706279"/>
        </pc:sldMkLst>
        <pc:spChg chg="mod">
          <ac:chgData name="Graf Thomas, SCS-INI-NET-VNC-E2E" userId="487bc3e3-9ce7-4cdd-b7b4-8899ea88d289" providerId="ADAL" clId="{ADEEF08A-D719-4B50-A383-4105EDA2C206}" dt="2026-03-18T01:32:30.872" v="2760"/>
          <ac:spMkLst>
            <pc:docMk/>
            <pc:sldMk cId="2230264938" sldId="2145706279"/>
            <ac:spMk id="11" creationId="{C6FF514F-20C3-6A3F-E3AB-F5ECF0B88082}"/>
          </ac:spMkLst>
        </pc:spChg>
        <pc:spChg chg="mod">
          <ac:chgData name="Graf Thomas, SCS-INI-NET-VNC-E2E" userId="487bc3e3-9ce7-4cdd-b7b4-8899ea88d289" providerId="ADAL" clId="{ADEEF08A-D719-4B50-A383-4105EDA2C206}" dt="2026-03-18T01:27:21.380" v="2566" actId="20577"/>
          <ac:spMkLst>
            <pc:docMk/>
            <pc:sldMk cId="2230264938" sldId="2145706279"/>
            <ac:spMk id="1521" creationId="{21E9A0B8-885F-2415-D89A-154D5E56C7A8}"/>
          </ac:spMkLst>
        </pc:spChg>
        <pc:picChg chg="add del">
          <ac:chgData name="Graf Thomas, SCS-INI-NET-VNC-E2E" userId="487bc3e3-9ce7-4cdd-b7b4-8899ea88d289" providerId="ADAL" clId="{ADEEF08A-D719-4B50-A383-4105EDA2C206}" dt="2026-03-18T01:27:59.910" v="2569" actId="478"/>
          <ac:picMkLst>
            <pc:docMk/>
            <pc:sldMk cId="2230264938" sldId="2145706279"/>
            <ac:picMk id="5" creationId="{2E30E63A-3887-196A-5578-D10D40E3511E}"/>
          </ac:picMkLst>
        </pc:picChg>
        <pc:picChg chg="del">
          <ac:chgData name="Graf Thomas, SCS-INI-NET-VNC-E2E" userId="487bc3e3-9ce7-4cdd-b7b4-8899ea88d289" providerId="ADAL" clId="{ADEEF08A-D719-4B50-A383-4105EDA2C206}" dt="2026-03-18T01:27:55.715" v="2567" actId="478"/>
          <ac:picMkLst>
            <pc:docMk/>
            <pc:sldMk cId="2230264938" sldId="2145706279"/>
            <ac:picMk id="6" creationId="{7EBF1CAE-B2F5-067D-BA2D-6DD20357556B}"/>
          </ac:picMkLst>
        </pc:picChg>
        <pc:picChg chg="add del mod">
          <ac:chgData name="Graf Thomas, SCS-INI-NET-VNC-E2E" userId="487bc3e3-9ce7-4cdd-b7b4-8899ea88d289" providerId="ADAL" clId="{ADEEF08A-D719-4B50-A383-4105EDA2C206}" dt="2026-03-18T01:28:34.091" v="2572" actId="478"/>
          <ac:picMkLst>
            <pc:docMk/>
            <pc:sldMk cId="2230264938" sldId="2145706279"/>
            <ac:picMk id="9" creationId="{9AAFD245-796E-BB22-C9A2-E78479491249}"/>
          </ac:picMkLst>
        </pc:picChg>
        <pc:picChg chg="add mod">
          <ac:chgData name="Graf Thomas, SCS-INI-NET-VNC-E2E" userId="487bc3e3-9ce7-4cdd-b7b4-8899ea88d289" providerId="ADAL" clId="{ADEEF08A-D719-4B50-A383-4105EDA2C206}" dt="2026-03-18T01:28:53.696" v="2574" actId="1076"/>
          <ac:picMkLst>
            <pc:docMk/>
            <pc:sldMk cId="2230264938" sldId="2145706279"/>
            <ac:picMk id="12" creationId="{B4A5B4EB-DCB1-4C81-0B4D-DDE78F7C309D}"/>
          </ac:picMkLst>
        </pc:picChg>
      </pc:sldChg>
      <pc:sldChg chg="del">
        <pc:chgData name="Graf Thomas, SCS-INI-NET-VNC-E2E" userId="487bc3e3-9ce7-4cdd-b7b4-8899ea88d289" providerId="ADAL" clId="{ADEEF08A-D719-4B50-A383-4105EDA2C206}" dt="2026-03-09T13:14:20.151" v="21" actId="47"/>
        <pc:sldMkLst>
          <pc:docMk/>
          <pc:sldMk cId="2695572745" sldId="2145706305"/>
        </pc:sldMkLst>
      </pc:sldChg>
      <pc:sldChg chg="del">
        <pc:chgData name="Graf Thomas, SCS-INI-NET-VNC-E2E" userId="487bc3e3-9ce7-4cdd-b7b4-8899ea88d289" providerId="ADAL" clId="{ADEEF08A-D719-4B50-A383-4105EDA2C206}" dt="2026-03-09T13:14:20.151" v="21" actId="47"/>
        <pc:sldMkLst>
          <pc:docMk/>
          <pc:sldMk cId="2878460098" sldId="2145706306"/>
        </pc:sldMkLst>
      </pc:sldChg>
      <pc:sldChg chg="del">
        <pc:chgData name="Graf Thomas, SCS-INI-NET-VNC-E2E" userId="487bc3e3-9ce7-4cdd-b7b4-8899ea88d289" providerId="ADAL" clId="{ADEEF08A-D719-4B50-A383-4105EDA2C206}" dt="2026-03-09T13:14:20.151" v="21" actId="47"/>
        <pc:sldMkLst>
          <pc:docMk/>
          <pc:sldMk cId="4208302676" sldId="2145706307"/>
        </pc:sldMkLst>
      </pc:sldChg>
      <pc:sldMasterChg chg="delSldLayout">
        <pc:chgData name="Graf Thomas, SCS-INI-NET-VNC-E2E" userId="487bc3e3-9ce7-4cdd-b7b4-8899ea88d289" providerId="ADAL" clId="{ADEEF08A-D719-4B50-A383-4105EDA2C206}" dt="2026-03-17T04:08:00.547" v="745" actId="47"/>
        <pc:sldMasterMkLst>
          <pc:docMk/>
          <pc:sldMasterMk cId="1575956613" sldId="2147483648"/>
        </pc:sldMasterMkLst>
        <pc:sldLayoutChg chg="del">
          <pc:chgData name="Graf Thomas, SCS-INI-NET-VNC-E2E" userId="487bc3e3-9ce7-4cdd-b7b4-8899ea88d289" providerId="ADAL" clId="{ADEEF08A-D719-4B50-A383-4105EDA2C206}" dt="2026-03-17T04:08:00.547" v="745" actId="47"/>
          <pc:sldLayoutMkLst>
            <pc:docMk/>
            <pc:sldMasterMk cId="1575956613" sldId="2147483648"/>
            <pc:sldLayoutMk cId="1827472892" sldId="2147483660"/>
          </pc:sldLayoutMkLst>
        </pc:sldLayoutChg>
      </pc:sldMasterChg>
    </pc:docChg>
  </pc:docChgLst>
  <pc:docChgLst>
    <pc:chgData name="Graf Thomas, SCS-INI-NET-VNC-E2E" userId="487bc3e3-9ce7-4cdd-b7b4-8899ea88d289" providerId="ADAL" clId="{1BAAA70E-921F-47F1-8CE8-3DD05F71A227}"/>
    <pc:docChg chg="undo custSel addSld delSld modSld">
      <pc:chgData name="Graf Thomas, SCS-INI-NET-VNC-E2E" userId="487bc3e3-9ce7-4cdd-b7b4-8899ea88d289" providerId="ADAL" clId="{1BAAA70E-921F-47F1-8CE8-3DD05F71A227}" dt="2025-10-28T10:16:50.477" v="3277" actId="20577"/>
      <pc:docMkLst>
        <pc:docMk/>
      </pc:docMkLst>
      <pc:sldChg chg="modSp mod">
        <pc:chgData name="Graf Thomas, SCS-INI-NET-VNC-E2E" userId="487bc3e3-9ce7-4cdd-b7b4-8899ea88d289" providerId="ADAL" clId="{1BAAA70E-921F-47F1-8CE8-3DD05F71A227}" dt="2025-10-28T10:16:45.447" v="3276" actId="20577"/>
        <pc:sldMkLst>
          <pc:docMk/>
          <pc:sldMk cId="3578665336" sldId="1041"/>
        </pc:sldMkLst>
      </pc:sldChg>
      <pc:sldChg chg="addSp delSp modSp mod">
        <pc:chgData name="Graf Thomas, SCS-INI-NET-VNC-E2E" userId="487bc3e3-9ce7-4cdd-b7b4-8899ea88d289" providerId="ADAL" clId="{1BAAA70E-921F-47F1-8CE8-3DD05F71A227}" dt="2025-10-26T12:36:52.161" v="1823" actId="20577"/>
        <pc:sldMkLst>
          <pc:docMk/>
          <pc:sldMk cId="2617504443" sldId="2145706242"/>
        </pc:sldMkLst>
      </pc:sldChg>
      <pc:sldChg chg="modSp add mod">
        <pc:chgData name="Graf Thomas, SCS-INI-NET-VNC-E2E" userId="487bc3e3-9ce7-4cdd-b7b4-8899ea88d289" providerId="ADAL" clId="{1BAAA70E-921F-47F1-8CE8-3DD05F71A227}" dt="2025-10-26T13:40:53.571" v="2960" actId="20577"/>
        <pc:sldMkLst>
          <pc:docMk/>
          <pc:sldMk cId="2750719351" sldId="2145706243"/>
        </pc:sldMkLst>
      </pc:sldChg>
      <pc:sldChg chg="delSp modSp add del mod">
        <pc:chgData name="Graf Thomas, SCS-INI-NET-VNC-E2E" userId="487bc3e3-9ce7-4cdd-b7b4-8899ea88d289" providerId="ADAL" clId="{1BAAA70E-921F-47F1-8CE8-3DD05F71A227}" dt="2025-10-25T08:15:30.036" v="1719" actId="2696"/>
        <pc:sldMkLst>
          <pc:docMk/>
          <pc:sldMk cId="100426460" sldId="2145706244"/>
        </pc:sldMkLst>
      </pc:sldChg>
      <pc:sldChg chg="addSp delSp modSp add mod">
        <pc:chgData name="Graf Thomas, SCS-INI-NET-VNC-E2E" userId="487bc3e3-9ce7-4cdd-b7b4-8899ea88d289" providerId="ADAL" clId="{1BAAA70E-921F-47F1-8CE8-3DD05F71A227}" dt="2025-10-28T10:16:50.477" v="3277" actId="20577"/>
        <pc:sldMkLst>
          <pc:docMk/>
          <pc:sldMk cId="388497335" sldId="2145706244"/>
        </pc:sldMkLst>
      </pc:sldChg>
      <pc:sldChg chg="addSp delSp modSp add mod">
        <pc:chgData name="Graf Thomas, SCS-INI-NET-VNC-E2E" userId="487bc3e3-9ce7-4cdd-b7b4-8899ea88d289" providerId="ADAL" clId="{1BAAA70E-921F-47F1-8CE8-3DD05F71A227}" dt="2025-10-28T09:06:20.352" v="3260" actId="790"/>
        <pc:sldMkLst>
          <pc:docMk/>
          <pc:sldMk cId="1877027452" sldId="2145706245"/>
        </pc:sldMkLst>
      </pc:sldChg>
      <pc:sldChg chg="modSp add mod">
        <pc:chgData name="Graf Thomas, SCS-INI-NET-VNC-E2E" userId="487bc3e3-9ce7-4cdd-b7b4-8899ea88d289" providerId="ADAL" clId="{1BAAA70E-921F-47F1-8CE8-3DD05F71A227}" dt="2025-10-28T09:06:12.054" v="3259" actId="790"/>
        <pc:sldMkLst>
          <pc:docMk/>
          <pc:sldMk cId="4476213" sldId="2145706246"/>
        </pc:sldMkLst>
      </pc:sldChg>
      <pc:sldChg chg="addSp delSp modSp add mod">
        <pc:chgData name="Graf Thomas, SCS-INI-NET-VNC-E2E" userId="487bc3e3-9ce7-4cdd-b7b4-8899ea88d289" providerId="ADAL" clId="{1BAAA70E-921F-47F1-8CE8-3DD05F71A227}" dt="2025-10-28T09:11:28.538" v="3274" actId="478"/>
        <pc:sldMkLst>
          <pc:docMk/>
          <pc:sldMk cId="1911218804" sldId="2145706247"/>
        </pc:sldMkLst>
      </pc:sldChg>
      <pc:sldChg chg="add">
        <pc:chgData name="Graf Thomas, SCS-INI-NET-VNC-E2E" userId="487bc3e3-9ce7-4cdd-b7b4-8899ea88d289" providerId="ADAL" clId="{1BAAA70E-921F-47F1-8CE8-3DD05F71A227}" dt="2025-10-28T10:16:26.673" v="3275"/>
        <pc:sldMkLst>
          <pc:docMk/>
          <pc:sldMk cId="2860389926" sldId="2145706248"/>
        </pc:sldMkLst>
      </pc:sldChg>
      <pc:sldChg chg="add">
        <pc:chgData name="Graf Thomas, SCS-INI-NET-VNC-E2E" userId="487bc3e3-9ce7-4cdd-b7b4-8899ea88d289" providerId="ADAL" clId="{1BAAA70E-921F-47F1-8CE8-3DD05F71A227}" dt="2025-10-28T10:16:26.673" v="3275"/>
        <pc:sldMkLst>
          <pc:docMk/>
          <pc:sldMk cId="3526766535" sldId="2145706249"/>
        </pc:sldMkLst>
      </pc:sldChg>
      <pc:sldChg chg="add">
        <pc:chgData name="Graf Thomas, SCS-INI-NET-VNC-E2E" userId="487bc3e3-9ce7-4cdd-b7b4-8899ea88d289" providerId="ADAL" clId="{1BAAA70E-921F-47F1-8CE8-3DD05F71A227}" dt="2025-10-28T10:16:26.673" v="3275"/>
        <pc:sldMkLst>
          <pc:docMk/>
          <pc:sldMk cId="2695572745" sldId="2145706305"/>
        </pc:sldMkLst>
      </pc:sldChg>
      <pc:sldChg chg="add">
        <pc:chgData name="Graf Thomas, SCS-INI-NET-VNC-E2E" userId="487bc3e3-9ce7-4cdd-b7b4-8899ea88d289" providerId="ADAL" clId="{1BAAA70E-921F-47F1-8CE8-3DD05F71A227}" dt="2025-10-28T10:16:26.673" v="3275"/>
        <pc:sldMkLst>
          <pc:docMk/>
          <pc:sldMk cId="2878460098" sldId="2145706306"/>
        </pc:sldMkLst>
      </pc:sldChg>
      <pc:sldChg chg="add">
        <pc:chgData name="Graf Thomas, SCS-INI-NET-VNC-E2E" userId="487bc3e3-9ce7-4cdd-b7b4-8899ea88d289" providerId="ADAL" clId="{1BAAA70E-921F-47F1-8CE8-3DD05F71A227}" dt="2025-10-28T10:16:26.673" v="3275"/>
        <pc:sldMkLst>
          <pc:docMk/>
          <pc:sldMk cId="4208302676" sldId="214570630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705E9-673F-4AC4-B29E-A7B26F3B8523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C52A0-2F3F-497F-8536-39D60282E9C2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67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g2d538e9c0b5_2_1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3" name="Google Shape;1503;g2d538e9c0b5_2_1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g2d538e9c0b5_2_13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2d538e9c0b5_2_13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2" name="Google Shape;1512;g2d538e9c0b5_2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4980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BF26A0C-F6EE-2A46-71FE-E39D297B7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F1ECFC07-02B3-5255-262B-F8D05DCE37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08012975-8E03-C8A4-42B5-0DCDA72FE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38554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76B8C02C-3772-F0AE-9FE9-CCFA40189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E1261614-5B1B-4787-1A3B-295D99CC9A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F06D914-6447-4628-BF3F-34A405DFA1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10743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FD365696-6FD7-8D01-8245-1F6B9D3B6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5E016976-46C9-B7AF-7AF2-4C55BBD3E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DE42BFF-F297-A1C8-D4A5-2777CCDCF3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2832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511E151-ABB2-8EAB-F655-3816AC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A1EC2C73-9DB5-D03A-FC49-E5A4DA112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F3C4E54-AB15-D076-0876-BA5D5866F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19685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CCF2EAE6-B341-993A-0764-3CC852AD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ED9491D6-B267-5C2E-7D57-CD7534F03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F0383E6D-0746-73D5-8795-F44BEA0D09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403259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0F12334-F569-4AE7-5B40-34D950951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DF556706-F70B-8726-EAD8-F724477B6B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35D25A37-E22A-6578-CDEB-76F8AFC6FE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10595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746E6FE8-F64F-A293-77DD-5E1E40D1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C3BFFE0F-E03E-8AB2-019C-88F8B68257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0E3CDE2-931C-B109-8E36-81973226CB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58694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3CC8492D-71E9-769A-AC1A-302F41D23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164D80BD-F3E7-091D-B0A5-2CDC67579E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ABB7B7B-1BD7-8BEC-AA37-0899BE89B5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7668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CC04A52A-E001-60B7-822C-F85447FBC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63BC52CD-A9C0-0614-C879-C2138FAA0B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FB6A3BE9-05A0-BD67-AED2-93DCD5A302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99046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2A15609-0547-E26A-147C-409BBF58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DB408533-64D4-270A-461D-7830D658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856CF441-556B-2841-8C27-BC97D535CF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110687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E14EEB9E-581F-EA46-2BEB-D75CCAD9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0B0BD8D3-FE5B-CF0B-D1B5-3B0195D6FC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2BC9E1F3-3D06-0EBE-42AD-2E2BB10ED5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414729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85D9230B-C5FF-F425-E7D9-EDC1EF92F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77DB0E0F-25ED-8C89-9B84-4B5C5EE08F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35B4C851-CCF7-D688-7D22-B3E3EB1ECB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832549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97B1BEE-5147-0E38-FD91-CF0151925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9545E538-871F-0816-F01E-6EA56F883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84F2E50-E1B8-31ED-56CD-A34B9FF3E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00380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Google Shape;1648;g2d538e9c0b5_2_1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9" name="Google Shape;1649;g2d538e9c0b5_2_1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4512-1D3B-4B73-B042-476E6184E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168D7F-8149-41A1-BACA-3AE93B5EB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1F274-2081-4043-A760-EBE78731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4A492-DE76-49D9-B2D6-119D939A6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59CCC-4F98-451F-BD3B-E72AFDCA6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8582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BBDF6-FBD2-40AF-9486-BB4A908B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C614F-9AF2-40AF-A811-367A6AFA5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87B81-7873-4625-90C6-65B7D39F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62558-7E3E-4F68-94CA-8F448DCC8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E61FB-1357-46F5-903C-1994E98B2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9938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D0C7-725B-4BFF-9522-83239C8F8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E1048-3DC5-4B9C-899F-DED6314AE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5DBFD-FBBF-4914-87A2-F3A61F56D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571A4-73D2-444B-9013-7EFE083B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CFB92-7142-4854-ACC6-4129F01E7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037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36279-2318-4AD6-A5F8-75FAC2F47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0583D-F808-46BC-A112-FEA6430F47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E9A202-30E0-43D7-8764-65A6F84FD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791E6B-307F-487A-ACE7-95C6B653C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1F60B-CB79-4100-B5DF-1E9EA55C1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93C06A-1F3A-41DA-8ED0-F1B05343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735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37BF-12E0-4609-8885-BA3B6120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6F202-5F12-4652-B24C-DE18E1A33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BF7499-BB9D-474C-80E4-FBDD9AF94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E8ABCD-03D9-487D-A401-5C46542B9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90E7B8-775C-4651-8505-06EEF69C7C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E55546-7C7E-4AE1-B224-70E058A04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87DA8F-0A89-45FF-A3CC-8973287CF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A632D-9625-4B76-A006-24C009E1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005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A4D9-592C-47DB-A38B-6773D38A3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F8F040-BDDF-4877-8526-169F2DA14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90B3BB-C496-4AF5-8EB6-7559F47A6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E77DB-3A65-40BB-95CE-131D701F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9343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86202C-9526-41D5-A80B-2DF289677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3DB588-08C7-4A6C-AB92-AA66E93D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035E7-88C8-4D96-B785-776340A7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58112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C2E0B-BAAE-488E-8A9B-5E2F97281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C22BD-ADB1-4F08-B9D6-E993F811F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29BCF-9547-4664-BC89-023CF460C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B46FE1-476B-4893-8CD9-264AC97F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5B88A-2D78-46C2-BBA5-A7E4B6C77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BCD13-0D0A-4531-9C78-280B1923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8955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2F91-0DE7-463A-B320-CFD88985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FAE06-08B0-40A8-8F3E-C20E2667A7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DC7CF-A958-437D-97CD-D3E81DB923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C2DCF7-E5CF-40ED-9C23-5F54FB7C5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B598A1-F516-4BF3-A1DB-EFB3FD805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CE8FE-0171-448F-8772-43B1E412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0261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D866-2D41-48BC-9DC3-7FEE77BA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77519-4E02-40D8-8B6A-3A512977D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31AF6-5DD6-4C3B-B500-F46F75D54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92F3-29F5-4955-B2D5-391EC52DB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B107A-54F3-441F-911A-3CD57FDE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4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349AB2-2AB2-43A7-8656-1622691F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3361E9-F971-441C-8CE6-36B5044224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F5765-AAA1-4EBA-9889-B58751F1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360DF-246C-4E18-B36B-092273368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5E4A-A865-4DAD-8AEC-EE7D584D6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59124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and Content" type="tx">
  <p:cSld name="1_Title and Conten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609585" lvl="0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1219170" lvl="1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828754" lvl="2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2438339" lvl="3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3047924" lvl="4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3657509" lvl="5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4267093" lvl="6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4876678" lvl="7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5486263" lvl="8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ldNum" idx="12"/>
          </p:nvPr>
        </p:nvSpPr>
        <p:spPr>
          <a:xfrm>
            <a:off x="11230425" y="6369657"/>
            <a:ext cx="35197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27342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CDFDE9-18F4-48C4-A401-3E984B39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7C9F2-47EC-46EF-9DAA-721B9E5EF3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2DCEB-FFB0-4E16-B62A-C5FBA3476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238C-2335-4007-98C9-471C02CC43B6}" type="datetimeFigureOut">
              <a:rPr lang="de-CH" smtClean="0"/>
              <a:t>17.03.2026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C72CA-B967-43BF-81A8-8AE258386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67793-ADCE-4178-B0C6-9992EC74B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75956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work-analytics/udp-notif-dissector" TargetMode="External"/><Relationship Id="rId3" Type="http://schemas.openxmlformats.org/officeDocument/2006/relationships/hyperlink" Target="https://github.com/NetGauze/NetGauze" TargetMode="External"/><Relationship Id="rId7" Type="http://schemas.openxmlformats.org/officeDocument/2006/relationships/hyperlink" Target="https://github.com/yang-central/yangkit/pull/4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CESNET/libyang/compare/master...devel" TargetMode="External"/><Relationship Id="rId5" Type="http://schemas.openxmlformats.org/officeDocument/2006/relationships/hyperlink" Target="https://github.com/network-analytics/yang-kafka-integration" TargetMode="External"/><Relationship Id="rId10" Type="http://schemas.openxmlformats.org/officeDocument/2006/relationships/hyperlink" Target="https://www.network-analytics.org/yp/how-to-deploy.html" TargetMode="External"/><Relationship Id="rId4" Type="http://schemas.openxmlformats.org/officeDocument/2006/relationships/hyperlink" Target="https://github.com/pmacct/pmacct" TargetMode="External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network-analytics/ietf-network-analytics-document-status/tree/main/125/Hackathon/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draft-ietf-netconf-yang-notifications-versioning" TargetMode="External"/><Relationship Id="rId13" Type="http://schemas.openxmlformats.org/officeDocument/2006/relationships/hyperlink" Target="https://datatracker.ietf.org/doc/html/draft-netana-nmop-yang-anydata-validation" TargetMode="External"/><Relationship Id="rId3" Type="http://schemas.openxmlformats.org/officeDocument/2006/relationships/hyperlink" Target="https://datatracker.ietf.org/doc/html/rfc8639" TargetMode="External"/><Relationship Id="rId7" Type="http://schemas.openxmlformats.org/officeDocument/2006/relationships/hyperlink" Target="https://datatracker.ietf.org/doc/html/draft-ietf-netconf-notif-envelope" TargetMode="External"/><Relationship Id="rId12" Type="http://schemas.openxmlformats.org/officeDocument/2006/relationships/hyperlink" Target="https://datatracker.ietf.org/doc/html/draft-ietf-netconf-yang-library-augmentation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atatracker.ietf.org/doc/html/draft-ietf-netconf-distributed-notif" TargetMode="External"/><Relationship Id="rId11" Type="http://schemas.openxmlformats.org/officeDocument/2006/relationships/hyperlink" Target="https://datatracker.ietf.org/doc/html/rfc8525" TargetMode="External"/><Relationship Id="rId5" Type="http://schemas.openxmlformats.org/officeDocument/2006/relationships/hyperlink" Target="https://datatracker.ietf.org/doc/html/draft-ietf-netconf-udp-notif" TargetMode="External"/><Relationship Id="rId10" Type="http://schemas.openxmlformats.org/officeDocument/2006/relationships/hyperlink" Target="https://datatracker.ietf.org/doc/html/draft-ietf-netconf-yp-transport-capabilities" TargetMode="External"/><Relationship Id="rId4" Type="http://schemas.openxmlformats.org/officeDocument/2006/relationships/hyperlink" Target="https://datatracker.ietf.org/doc/html/rfc8641" TargetMode="External"/><Relationship Id="rId9" Type="http://schemas.openxmlformats.org/officeDocument/2006/relationships/hyperlink" Target="https://datatracker.ietf.org/doc/html/rfc9196" TargetMode="External"/><Relationship Id="rId14" Type="http://schemas.openxmlformats.org/officeDocument/2006/relationships/hyperlink" Target="https://datatracker.ietf.org/doc/html/rfc9254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hyperlink" Target="https://github.com/Zephyre777/draft-lincla-netconf-yang-library-augmentation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network-analytics/udp-notif-c-collector" TargetMode="External"/><Relationship Id="rId5" Type="http://schemas.openxmlformats.org/officeDocument/2006/relationships/hyperlink" Target="https://github.com/pmacct/pmacct" TargetMode="External"/><Relationship Id="rId4" Type="http://schemas.openxmlformats.org/officeDocument/2006/relationships/hyperlink" Target="https://github.com/NetGauze/NetGauze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rfc879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hyperlink" Target="https://datatracker.ietf.org/doc/html/draft-ietf-netmod-yang-anydata-validation" TargetMode="External"/><Relationship Id="rId4" Type="http://schemas.openxmlformats.org/officeDocument/2006/relationships/hyperlink" Target="https://github.com/yang-central/yangkit/pull/41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github.com/pmacct/pmacct" TargetMode="External"/><Relationship Id="rId4" Type="http://schemas.openxmlformats.org/officeDocument/2006/relationships/hyperlink" Target="https://github.com/NetGauze/NetGauze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macct/pmacct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hyperlink" Target="https://github.com/NetGauze/NetGauze" TargetMode="External"/><Relationship Id="rId4" Type="http://schemas.openxmlformats.org/officeDocument/2006/relationships/hyperlink" Target="https://github.com/network-analytics/yang-kafka-integration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Gauze/NetGauze/issues/456" TargetMode="External"/><Relationship Id="rId3" Type="http://schemas.openxmlformats.org/officeDocument/2006/relationships/hyperlink" Target="https://github.com/yang-central/yangkit" TargetMode="External"/><Relationship Id="rId7" Type="http://schemas.openxmlformats.org/officeDocument/2006/relationships/hyperlink" Target="https://github.com/NetGauze/NetGauze/issues/457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NetGauze/NetGauze/issues/449" TargetMode="External"/><Relationship Id="rId11" Type="http://schemas.openxmlformats.org/officeDocument/2006/relationships/image" Target="../media/image19.png"/><Relationship Id="rId5" Type="http://schemas.openxmlformats.org/officeDocument/2006/relationships/hyperlink" Target="https://datatracker.ietf.org/doc/html/draft-ietf-netmod-yang-anydata-validation" TargetMode="External"/><Relationship Id="rId10" Type="http://schemas.openxmlformats.org/officeDocument/2006/relationships/hyperlink" Target="https://datatracker.ietf.org/doc/html/draft-ietf-nmop-yang-message-broker-message-key#section-4.1" TargetMode="External"/><Relationship Id="rId4" Type="http://schemas.openxmlformats.org/officeDocument/2006/relationships/hyperlink" Target="https://github.com/opendaylight/yangtools/" TargetMode="External"/><Relationship Id="rId9" Type="http://schemas.openxmlformats.org/officeDocument/2006/relationships/hyperlink" Target="https://datatracker.ietf.org/doc/html/draft-ietf-nmop-yang-message-broker-message-key#section-3.2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draft-ietf-netconf-yang-library-augmentedby" TargetMode="External"/><Relationship Id="rId7" Type="http://schemas.openxmlformats.org/officeDocument/2006/relationships/hyperlink" Target="https://datatracker.ietf.org/doc/html/draft-ietf-nmop-message-broker-telemetry-message" TargetMode="External"/><Relationship Id="rId2" Type="http://schemas.openxmlformats.org/officeDocument/2006/relationships/hyperlink" Target="https://datatracker.ietf.org/doc/draft-ietf-netconf-notif-envelop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atatracker.ietf.org/doc/html/draft-ietf-nmop-yang-message-broker-integration" TargetMode="External"/><Relationship Id="rId5" Type="http://schemas.openxmlformats.org/officeDocument/2006/relationships/hyperlink" Target="https://datatracker.ietf.org/doc/draft-ietf-netconf-yp-transport-capabilities/" TargetMode="External"/><Relationship Id="rId4" Type="http://schemas.openxmlformats.org/officeDocument/2006/relationships/hyperlink" Target="https://datatracker.ietf.org/doc/html/draft-ietf-netconf-yang-notifications-versioning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draft-ietf-netconf-udp-client-server" TargetMode="External"/><Relationship Id="rId2" Type="http://schemas.openxmlformats.org/officeDocument/2006/relationships/hyperlink" Target="https://datatracker.ietf.org/doc/html/draft-ietf-netconf-udp-notif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atatracker.ietf.org/doc/html/draft-ietf-netmod-yang-anydata-validation" TargetMode="External"/><Relationship Id="rId4" Type="http://schemas.openxmlformats.org/officeDocument/2006/relationships/hyperlink" Target="https://datatracker.ietf.org/doc/html/draft-ietf-netconf-distributed-noti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">
            <a:extLst>
              <a:ext uri="{FF2B5EF4-FFF2-40B4-BE49-F238E27FC236}">
                <a16:creationId xmlns:a16="http://schemas.microsoft.com/office/drawing/2014/main" id="{C26208B2-0D10-4C23-B2DE-372A62E98644}"/>
              </a:ext>
            </a:extLst>
          </p:cNvPr>
          <p:cNvSpPr txBox="1">
            <a:spLocks/>
          </p:cNvSpPr>
          <p:nvPr/>
        </p:nvSpPr>
        <p:spPr>
          <a:xfrm>
            <a:off x="606830" y="1365772"/>
            <a:ext cx="11395314" cy="32390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400" b="1" dirty="0"/>
              <a:t>An Architecture for YANG-Push to Message Broker </a:t>
            </a:r>
            <a:r>
              <a:rPr lang="en-US" sz="3400" b="1" dirty="0">
                <a:solidFill>
                  <a:srgbClr val="FF0000"/>
                </a:solidFill>
              </a:rPr>
              <a:t>Integration</a:t>
            </a:r>
            <a:br>
              <a:rPr lang="en-US" sz="3600" b="1" dirty="0"/>
            </a:br>
            <a:r>
              <a:rPr lang="en-US" sz="2800" dirty="0"/>
              <a:t>draft-ietf-nmop-yang-message-broker-integration-11</a:t>
            </a:r>
          </a:p>
          <a:p>
            <a:endParaRPr lang="en-US" sz="2800" dirty="0"/>
          </a:p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</a:rPr>
              <a:t>Motivation and architecture of a native</a:t>
            </a:r>
          </a:p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</a:rPr>
              <a:t>	YANG-Push notifications and YANG Schema integration</a:t>
            </a:r>
          </a:p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</a:rPr>
              <a:t>		into Message Broker and YANG Schema Registry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23057C-339A-4254-8994-8EB77B8B4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de-CH" sz="2200" smtClean="0"/>
              <a:t>1</a:t>
            </a:fld>
            <a:endParaRPr lang="de-CH" sz="2200" dirty="0"/>
          </a:p>
        </p:txBody>
      </p:sp>
      <p:sp>
        <p:nvSpPr>
          <p:cNvPr id="6" name="Subtitle 4">
            <a:extLst>
              <a:ext uri="{FF2B5EF4-FFF2-40B4-BE49-F238E27FC236}">
                <a16:creationId xmlns:a16="http://schemas.microsoft.com/office/drawing/2014/main" id="{6CAA0765-1318-4A03-8F91-D3ECC43D8FA7}"/>
              </a:ext>
            </a:extLst>
          </p:cNvPr>
          <p:cNvSpPr txBox="1">
            <a:spLocks/>
          </p:cNvSpPr>
          <p:nvPr/>
        </p:nvSpPr>
        <p:spPr>
          <a:xfrm>
            <a:off x="838200" y="5658415"/>
            <a:ext cx="11163943" cy="70322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spcBef>
                <a:spcPts val="300"/>
              </a:spcBef>
              <a:buNone/>
              <a:defRPr sz="1782"/>
            </a:pPr>
            <a:r>
              <a:rPr lang="de-CH" sz="1400" b="1" dirty="0">
                <a:latin typeface="+mj-lt"/>
              </a:rPr>
              <a:t>thomas.graf@swisscom.com</a:t>
            </a:r>
            <a:br>
              <a:rPr lang="de-CH" sz="1400" b="1" dirty="0">
                <a:latin typeface="+mj-lt"/>
              </a:rPr>
            </a:br>
            <a:r>
              <a:rPr lang="de-CH" sz="1400" dirty="0">
                <a:latin typeface="+mj-lt"/>
              </a:rPr>
              <a:t>ahmed.elhassany@swisscom.com</a:t>
            </a:r>
          </a:p>
          <a:p>
            <a:pPr marL="0" indent="0" algn="r">
              <a:spcBef>
                <a:spcPts val="300"/>
              </a:spcBef>
              <a:buNone/>
              <a:defRPr sz="1782"/>
            </a:pPr>
            <a:endParaRPr lang="de-CH" sz="1400" dirty="0">
              <a:latin typeface="+mj-lt"/>
            </a:endParaRPr>
          </a:p>
          <a:p>
            <a:pPr marL="0" indent="0" algn="r">
              <a:spcBef>
                <a:spcPts val="300"/>
              </a:spcBef>
              <a:buNone/>
            </a:pPr>
            <a:r>
              <a:rPr lang="de-CH" sz="1400" dirty="0">
                <a:latin typeface="+mj-lt"/>
              </a:rPr>
              <a:t>18. March </a:t>
            </a:r>
            <a:r>
              <a:rPr lang="de-CH" sz="1400" dirty="0">
                <a:latin typeface="+mj-lt"/>
                <a:ea typeface="+mj-ea"/>
                <a:cs typeface="+mj-cs"/>
              </a:rPr>
              <a:t>2026</a:t>
            </a:r>
            <a:endParaRPr lang="de-CH" sz="1400" dirty="0">
              <a:latin typeface="+mj-lt"/>
            </a:endParaRPr>
          </a:p>
          <a:p>
            <a:pPr algn="r"/>
            <a:endParaRPr lang="de-CH" sz="2200" dirty="0"/>
          </a:p>
        </p:txBody>
      </p:sp>
    </p:spTree>
    <p:extLst>
      <p:ext uri="{BB962C8B-B14F-4D97-AF65-F5344CB8AC3E}">
        <p14:creationId xmlns:p14="http://schemas.microsoft.com/office/powerpoint/2010/main" val="3578665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12E10-D23C-63C1-BF5E-2E15CFD12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D8FC1-6AD2-4FDB-0618-87CF7F397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An Architecture for YANG-Push to Message Broker Integration</a:t>
            </a:r>
            <a:br>
              <a:rPr lang="en-GB" sz="3600" dirty="0"/>
            </a:br>
            <a:r>
              <a:rPr lang="en-GB" sz="2700" dirty="0">
                <a:solidFill>
                  <a:schemeClr val="bg2">
                    <a:lumMod val="75000"/>
                  </a:schemeClr>
                </a:solidFill>
              </a:rPr>
              <a:t>Status </a:t>
            </a:r>
            <a:r>
              <a:rPr lang="de-CH" sz="2700" dirty="0" err="1">
                <a:solidFill>
                  <a:schemeClr val="bg2">
                    <a:lumMod val="75000"/>
                  </a:schemeClr>
                </a:solidFill>
              </a:rPr>
              <a:t>from</a:t>
            </a:r>
            <a:r>
              <a:rPr lang="de-CH" sz="27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de-CH" sz="2700" b="1" dirty="0">
                <a:solidFill>
                  <a:srgbClr val="FF0000"/>
                </a:solidFill>
              </a:rPr>
              <a:t>-10 and -11 </a:t>
            </a:r>
            <a:r>
              <a:rPr lang="de-CH" sz="2700" dirty="0">
                <a:solidFill>
                  <a:schemeClr val="bg2">
                    <a:lumMod val="75000"/>
                  </a:schemeClr>
                </a:solidFill>
              </a:rPr>
              <a:t>and Next </a:t>
            </a:r>
            <a:r>
              <a:rPr lang="de-CH" sz="2700" dirty="0" err="1">
                <a:solidFill>
                  <a:schemeClr val="bg2">
                    <a:lumMod val="75000"/>
                  </a:schemeClr>
                </a:solidFill>
              </a:rPr>
              <a:t>Steps</a:t>
            </a:r>
            <a:endParaRPr lang="en-US" sz="27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8AC62-B5C5-ADE4-1957-88D3A14E96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2816"/>
            <a:ext cx="6889468" cy="440414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Calibri Body"/>
              </a:rPr>
              <a:t>Status</a:t>
            </a:r>
          </a:p>
          <a:p>
            <a:r>
              <a:rPr lang="en-US" sz="1800" dirty="0">
                <a:latin typeface="Calibri Body"/>
              </a:rPr>
              <a:t>Expanded system architecture picture with YANG Message Broker Producer and Consumer</a:t>
            </a:r>
          </a:p>
          <a:p>
            <a:r>
              <a:rPr lang="en-US" sz="1800" dirty="0">
                <a:latin typeface="Calibri Body"/>
              </a:rPr>
              <a:t>Expanded terminology section with terms defined by the document.</a:t>
            </a:r>
          </a:p>
          <a:p>
            <a:r>
              <a:rPr lang="en-US" sz="1800" dirty="0">
                <a:latin typeface="Calibri Body"/>
              </a:rPr>
              <a:t>Expanded YANG-Push Receiver and YANG Schema Registry to describe and example how YANG features are being covered in schema registration.</a:t>
            </a:r>
          </a:p>
          <a:p>
            <a:r>
              <a:rPr lang="en-US" sz="1800" dirty="0">
                <a:latin typeface="Calibri Body"/>
              </a:rPr>
              <a:t>Added IETF 125 in the milestone appendix to describe the current implementation states and the planned hackathon items.</a:t>
            </a:r>
          </a:p>
          <a:p>
            <a:r>
              <a:rPr lang="en-US" sz="1800" dirty="0">
                <a:latin typeface="Calibri Body"/>
              </a:rPr>
              <a:t>Minor editorial edits.</a:t>
            </a:r>
          </a:p>
          <a:p>
            <a:pPr marL="0" indent="0">
              <a:buNone/>
            </a:pPr>
            <a:r>
              <a:rPr lang="en-US" sz="1800" b="1" dirty="0">
                <a:latin typeface="Calibri Body"/>
              </a:rPr>
              <a:t>Next Steps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dirty="0">
                <a:latin typeface="Calibri Body"/>
              </a:rPr>
              <a:t>Add security and operations considerations section.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8BB66400-890A-2BF7-2334-5D3E2ED00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de-CH" sz="1400" smtClean="0"/>
              <a:t>2</a:t>
            </a:fld>
            <a:endParaRPr lang="de-CH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387A0A-31AF-1F13-B49C-A076AD740B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046" y="1229670"/>
            <a:ext cx="3732346" cy="5490440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C23250E-A19C-6C6E-E1FC-F12B08950F9A}"/>
              </a:ext>
            </a:extLst>
          </p:cNvPr>
          <p:cNvSpPr/>
          <p:nvPr/>
        </p:nvSpPr>
        <p:spPr>
          <a:xfrm>
            <a:off x="10602746" y="4097521"/>
            <a:ext cx="678730" cy="650450"/>
          </a:xfrm>
          <a:prstGeom prst="ellips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46C0A3E-C63B-0C8F-03EC-36242F20FBD1}"/>
              </a:ext>
            </a:extLst>
          </p:cNvPr>
          <p:cNvSpPr/>
          <p:nvPr/>
        </p:nvSpPr>
        <p:spPr>
          <a:xfrm>
            <a:off x="9924961" y="2026307"/>
            <a:ext cx="678730" cy="650450"/>
          </a:xfrm>
          <a:prstGeom prst="ellipse">
            <a:avLst/>
          </a:prstGeom>
          <a:solidFill>
            <a:srgbClr val="FF0000">
              <a:alpha val="20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0719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7D17A-A259-8B8A-20E0-474E61FF5DB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1506" name="Google Shape;1506;p43"/>
          <p:cNvSpPr txBox="1">
            <a:spLocks noGrp="1"/>
          </p:cNvSpPr>
          <p:nvPr>
            <p:ph type="ctrTitle" idx="4294967295"/>
          </p:nvPr>
        </p:nvSpPr>
        <p:spPr>
          <a:xfrm>
            <a:off x="615481" y="374074"/>
            <a:ext cx="7726919" cy="198278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 fontScale="90000"/>
          </a:bodyPr>
          <a:lstStyle/>
          <a:p>
            <a:pPr>
              <a:buClr>
                <a:srgbClr val="888888"/>
              </a:buClr>
              <a:buSzPts val="2500"/>
            </a:pPr>
            <a:r>
              <a:rPr lang="en-US" sz="3733" b="1" dirty="0"/>
              <a:t>Validate YANG-Push to Message Broker End-To-End Data Processing Chain</a:t>
            </a:r>
            <a:br>
              <a:rPr lang="en" sz="5867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733" dirty="0">
                <a:solidFill>
                  <a:srgbClr val="888888"/>
                </a:solidFill>
              </a:rPr>
              <a:t>IETF 125 Hackathon, March 14-15</a:t>
            </a:r>
            <a:r>
              <a:rPr lang="en-US" sz="3733" baseline="30000" dirty="0">
                <a:solidFill>
                  <a:srgbClr val="888888"/>
                </a:solidFill>
              </a:rPr>
              <a:t>th</a:t>
            </a:r>
            <a:r>
              <a:rPr lang="en-US" sz="3733" dirty="0">
                <a:solidFill>
                  <a:srgbClr val="888888"/>
                </a:solidFill>
              </a:rPr>
              <a:t> 2026</a:t>
            </a:r>
            <a:endParaRPr sz="3733" dirty="0">
              <a:solidFill>
                <a:srgbClr val="88888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4A158-30A9-C387-5FFD-6AEF5849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0308" y="166365"/>
            <a:ext cx="3617520" cy="66916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99727B-B192-98C3-96AF-57104AF0EAA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2" name="Google Shape;1523;p45">
            <a:extLst>
              <a:ext uri="{FF2B5EF4-FFF2-40B4-BE49-F238E27FC236}">
                <a16:creationId xmlns:a16="http://schemas.microsoft.com/office/drawing/2014/main" id="{BCB98076-6DA6-6B8C-F53E-DB5902062E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83759"/>
            <a:ext cx="245415" cy="30772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pPr>
              <a:buClr>
                <a:srgbClr val="888888"/>
              </a:buClr>
              <a:buSzPts val="1200"/>
            </a:pPr>
            <a:fld id="{00000000-1234-1234-1234-123412341234}" type="slidenum">
              <a:rPr lang="en"/>
              <a:pPr>
                <a:buClr>
                  <a:srgbClr val="888888"/>
                </a:buClr>
                <a:buSzPts val="1200"/>
              </a:pPr>
              <a:t>3</a:t>
            </a:fld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7D732B-7C97-BB77-12AC-297C6F620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491" y="2564564"/>
            <a:ext cx="6311220" cy="3566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44"/>
          <p:cNvSpPr txBox="1">
            <a:spLocks noGrp="1"/>
          </p:cNvSpPr>
          <p:nvPr>
            <p:ph type="title"/>
          </p:nvPr>
        </p:nvSpPr>
        <p:spPr>
          <a:xfrm>
            <a:off x="728132" y="274638"/>
            <a:ext cx="10292595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-US" sz="5067" dirty="0"/>
              <a:t>Hackathon Plan, Software and Website</a:t>
            </a:r>
          </a:p>
        </p:txBody>
      </p:sp>
      <p:sp>
        <p:nvSpPr>
          <p:cNvPr id="1515" name="Google Shape;1515;p44"/>
          <p:cNvSpPr txBox="1">
            <a:spLocks noGrp="1"/>
          </p:cNvSpPr>
          <p:nvPr>
            <p:ph type="body" idx="1"/>
          </p:nvPr>
        </p:nvSpPr>
        <p:spPr>
          <a:xfrm>
            <a:off x="728133" y="1219200"/>
            <a:ext cx="10570932" cy="277793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Test Plan</a:t>
            </a:r>
            <a:endParaRPr lang="en-US" noProof="0" dirty="0"/>
          </a:p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Validate and verify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5 YANG-Push Publishers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Receivers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Network Telemetry Message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1 YANG Message Broker Producer and Schema Registry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3 YANG Message Broker Consumers</a:t>
            </a: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implementation in YANG data integration automation. Subscribe to YANG</a:t>
            </a:r>
            <a:br>
              <a:rPr lang="en-US" sz="1600" dirty="0"/>
            </a:br>
            <a:r>
              <a:rPr lang="en-US" sz="1600" dirty="0"/>
              <a:t>data on YANG-Publisher, obtain and register all YANG modules necessary</a:t>
            </a:r>
            <a:br>
              <a:rPr lang="en-US" sz="1600" dirty="0"/>
            </a:br>
            <a:r>
              <a:rPr lang="en-US" sz="1600" dirty="0"/>
              <a:t>to build YANG schema tree, register YANG schemas to Schema  Registry</a:t>
            </a:r>
            <a:br>
              <a:rPr lang="en-US" sz="1600" dirty="0"/>
            </a:br>
            <a:r>
              <a:rPr lang="en-US" sz="1600" dirty="0"/>
              <a:t>and verify YANG notifications against scheme trees and produce and</a:t>
            </a:r>
            <a:br>
              <a:rPr lang="en-US" sz="1600" dirty="0"/>
            </a:br>
            <a:r>
              <a:rPr lang="en-US" sz="1600" dirty="0"/>
              <a:t>consume from Message Broker.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lang="en-US" noProof="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YANG-Push Publisher - Cisco IOS XR, 6WIND VSR, Huawei NE (Router) and MA (OLT) and </a:t>
            </a:r>
            <a:r>
              <a:rPr lang="en-US" sz="1600" dirty="0" err="1">
                <a:highlight>
                  <a:srgbClr val="FFFF00"/>
                </a:highlight>
              </a:rPr>
              <a:t>Arrcus</a:t>
            </a:r>
            <a:r>
              <a:rPr lang="en-US" sz="1600" dirty="0">
                <a:highlight>
                  <a:srgbClr val="FFFF00"/>
                </a:highlight>
              </a:rPr>
              <a:t> Arcos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YANG-Push Receiver – </a:t>
            </a:r>
            <a:r>
              <a:rPr lang="en-US" sz="1600" dirty="0" err="1">
                <a:latin typeface="Calibri"/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600" dirty="0" err="1">
                <a:hlinkClick r:id="rId4"/>
              </a:rPr>
              <a:t>Pmacct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Message Broker Producer </a:t>
            </a:r>
            <a:r>
              <a:rPr lang="en-US" sz="1600" dirty="0">
                <a:highlight>
                  <a:srgbClr val="FFFF00"/>
                </a:highlight>
              </a:rPr>
              <a:t>– </a:t>
            </a:r>
            <a:r>
              <a:rPr lang="en-US" sz="1600" dirty="0" err="1">
                <a:highlight>
                  <a:srgbClr val="FFFF00"/>
                </a:highlight>
                <a:hlinkClick r:id="rId3"/>
              </a:rPr>
              <a:t>Netgauze</a:t>
            </a:r>
            <a:endParaRPr lang="en-US" sz="1600" dirty="0">
              <a:highlight>
                <a:srgbClr val="FFFF00"/>
              </a:highlight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Message Broker Consumer – </a:t>
            </a:r>
            <a:r>
              <a:rPr lang="en-US" sz="1600" dirty="0" err="1">
                <a:highlight>
                  <a:srgbClr val="FFFF00"/>
                </a:highlight>
                <a:hlinkClick r:id="rId3"/>
              </a:rPr>
              <a:t>Netgauze</a:t>
            </a:r>
            <a:r>
              <a:rPr lang="en-US" sz="1600" dirty="0">
                <a:highlight>
                  <a:srgbClr val="FFFF00"/>
                </a:highlight>
              </a:rPr>
              <a:t>, Ciena </a:t>
            </a:r>
            <a:r>
              <a:rPr lang="en-US" sz="1600" dirty="0" err="1">
                <a:highlight>
                  <a:srgbClr val="FFFF00"/>
                </a:highlight>
              </a:rPr>
              <a:t>Blueplanet</a:t>
            </a:r>
            <a:r>
              <a:rPr lang="en-US" sz="1600" dirty="0">
                <a:highlight>
                  <a:srgbClr val="FFFF00"/>
                </a:highlight>
              </a:rPr>
              <a:t> UAA Workflow Engine, Cisco </a:t>
            </a:r>
            <a:r>
              <a:rPr lang="en-US" sz="1600" dirty="0" err="1">
                <a:highlight>
                  <a:srgbClr val="FFFF00"/>
                </a:highlight>
              </a:rPr>
              <a:t>Crosswork</a:t>
            </a:r>
            <a:r>
              <a:rPr lang="en-US" sz="1600" dirty="0">
                <a:highlight>
                  <a:srgbClr val="FFFF00"/>
                </a:highlight>
              </a:rPr>
              <a:t> Ingestion Service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Schema Registry – </a:t>
            </a:r>
            <a:r>
              <a:rPr lang="en-US" sz="160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  <a:hlinkClick r:id="rId5"/>
              </a:rPr>
              <a:t>Apache Kafka YANG Plugin</a:t>
            </a:r>
            <a:endParaRPr lang="en-US" sz="1600" dirty="0"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highlight>
                  <a:srgbClr val="FFFF00"/>
                </a:highlight>
              </a:rPr>
              <a:t>Libyang - </a:t>
            </a:r>
            <a:r>
              <a:rPr lang="en-US" sz="1600" dirty="0">
                <a:highlight>
                  <a:srgbClr val="FFFF00"/>
                </a:highlight>
                <a:hlinkClick r:id="rId6"/>
              </a:rPr>
              <a:t>https://github.com/CESNET/libyang/compare/master...devel</a:t>
            </a:r>
            <a:endParaRPr lang="en-US" sz="1600" dirty="0">
              <a:highlight>
                <a:srgbClr val="FFFF00"/>
              </a:highlight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highlight>
                  <a:srgbClr val="FFFF00"/>
                </a:highlight>
              </a:rPr>
              <a:t>Yangkit - </a:t>
            </a:r>
            <a:r>
              <a:rPr lang="en-US" sz="1600" dirty="0">
                <a:highlight>
                  <a:srgbClr val="FFFF00"/>
                </a:highlight>
                <a:hlinkClick r:id="rId7"/>
              </a:rPr>
              <a:t>https://github.com/yang-central/yangkit/pull/41</a:t>
            </a:r>
            <a:endParaRPr lang="en-US" sz="1600" dirty="0"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Wireshark -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8"/>
              </a:rPr>
              <a:t>udp-notif dissector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DC4F4D-B33D-1118-BAC0-63500FDC96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07217" y="1431355"/>
            <a:ext cx="3236607" cy="3016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639EC6-CFEC-5C52-B9C7-BC997E33CB5C}"/>
              </a:ext>
            </a:extLst>
          </p:cNvPr>
          <p:cNvSpPr txBox="1"/>
          <p:nvPr/>
        </p:nvSpPr>
        <p:spPr>
          <a:xfrm>
            <a:off x="6034643" y="4547971"/>
            <a:ext cx="53718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10"/>
              </a:rPr>
              <a:t>https://www.network-analytics.org/yp/how-to-deploy.html</a:t>
            </a:r>
            <a:endParaRPr lang="en-US" sz="16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48DDB2-AD4A-DEAE-D5A3-D3BC5389479D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CC267-4141-8946-2B25-FD5BC687F09A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6" name="Google Shape;1523;p45">
            <a:extLst>
              <a:ext uri="{FF2B5EF4-FFF2-40B4-BE49-F238E27FC236}">
                <a16:creationId xmlns:a16="http://schemas.microsoft.com/office/drawing/2014/main" id="{8BF5BFF0-D54E-9B49-7B24-4B838033AC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noProof="0" smtClean="0"/>
              <a:pPr/>
              <a:t>4</a:t>
            </a:fld>
            <a:endParaRPr lang="en-US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Hackathon – Repositories</a:t>
            </a:r>
            <a:endParaRPr sz="4533" dirty="0"/>
          </a:p>
        </p:txBody>
      </p:sp>
      <p:sp>
        <p:nvSpPr>
          <p:cNvPr id="1522" name="Google Shape;1522;p45"/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4671964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buSzPts val="1400"/>
              <a:buNone/>
            </a:pPr>
            <a:r>
              <a:rPr lang="de-CH" sz="1867" b="1" dirty="0">
                <a:latin typeface="Calibri"/>
                <a:ea typeface="Calibri"/>
                <a:cs typeface="Calibri"/>
                <a:sym typeface="Calibri"/>
              </a:rPr>
              <a:t>Test </a:t>
            </a:r>
            <a:r>
              <a:rPr lang="de-CH" sz="1867" b="1" dirty="0" err="1">
                <a:latin typeface="Calibri"/>
                <a:ea typeface="Calibri"/>
                <a:cs typeface="Calibri"/>
                <a:sym typeface="Calibri"/>
              </a:rPr>
              <a:t>Results</a:t>
            </a:r>
            <a:r>
              <a:rPr lang="de-CH" sz="1867" b="1" dirty="0">
                <a:latin typeface="Calibri"/>
                <a:ea typeface="Calibri"/>
                <a:cs typeface="Calibri"/>
                <a:sym typeface="Calibri"/>
              </a:rPr>
              <a:t> on End </a:t>
            </a:r>
            <a:r>
              <a:rPr lang="de-CH" sz="1867" b="1" dirty="0" err="1">
                <a:latin typeface="Calibri"/>
                <a:ea typeface="Calibri"/>
                <a:cs typeface="Calibri"/>
                <a:sym typeface="Calibri"/>
              </a:rPr>
              <a:t>to</a:t>
            </a:r>
            <a:r>
              <a:rPr lang="de-CH" sz="1867" b="1" dirty="0">
                <a:latin typeface="Calibri"/>
                <a:ea typeface="Calibri"/>
                <a:cs typeface="Calibri"/>
                <a:sym typeface="Calibri"/>
              </a:rPr>
              <a:t> End Tests</a:t>
            </a:r>
            <a:br>
              <a:rPr lang="de-CH" sz="1867" b="1" dirty="0">
                <a:latin typeface="Calibri"/>
                <a:ea typeface="Calibri"/>
                <a:cs typeface="Calibri"/>
                <a:sym typeface="Calibri"/>
              </a:rPr>
            </a:br>
            <a:endParaRPr lang="de-CH" sz="1600" u="sng" dirty="0">
              <a:solidFill>
                <a:schemeClr val="hlink"/>
              </a:solidFill>
            </a:endParaRP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RPCs and YANG-Push JSON encoded notifications with wire captures from receiver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YANG-Push Receiver cache content generation with YANG library context, YANG modules, metadata and notification schema validation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Message Broker Producer serialization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Schema Registry schema examples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 Message Broker Consumer, serialization logs, </a:t>
            </a:r>
            <a:r>
              <a:rPr lang="en" sz="1600" dirty="0"/>
              <a:t>YANG library context, YANG modules and message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schema validation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2D983028-030F-7FAC-361F-2F3CEBD4DF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5</a:t>
            </a:fld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CAB23C-A1EC-F134-18D7-F05315C91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7033" y="1744545"/>
            <a:ext cx="5509916" cy="42749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FDEF4D-758D-BDC4-17FB-86FA77F8BD87}"/>
              </a:ext>
            </a:extLst>
          </p:cNvPr>
          <p:cNvSpPr txBox="1"/>
          <p:nvPr/>
        </p:nvSpPr>
        <p:spPr>
          <a:xfrm>
            <a:off x="737164" y="6160374"/>
            <a:ext cx="103797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600" dirty="0">
                <a:solidFill>
                  <a:srgbClr val="00B0F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https://github.com/network-analytics/ietf-network-analytics-document-status/tree/main/125/Hackathon/</a:t>
            </a:r>
            <a:endParaRPr lang="de-CH" sz="16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9;p46">
            <a:extLst>
              <a:ext uri="{FF2B5EF4-FFF2-40B4-BE49-F238E27FC236}">
                <a16:creationId xmlns:a16="http://schemas.microsoft.com/office/drawing/2014/main" id="{A24BD4EE-319E-99D8-8524-268A6B1E7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1" y="1868583"/>
            <a:ext cx="5257800" cy="395653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t" anchorCtr="0">
            <a:noAutofit/>
          </a:bodyPr>
          <a:lstStyle/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3"/>
              </a:rPr>
              <a:t>RFC 8639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 for Datastore Updates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4"/>
              </a:rPr>
              <a:t>RFC 8641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UDP-based Transport for Configured Subscriptions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5"/>
              </a:rPr>
              <a:t>draft-ietf-netconf-udp-notif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Distributed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6"/>
              </a:rPr>
              <a:t>draft-ietf-netconf-distributed-notif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Extensible YANG Model for YANG-Push Notifications</a:t>
            </a:r>
            <a:br>
              <a:rPr lang="en" sz="1333" dirty="0"/>
            </a:br>
            <a:r>
              <a:rPr lang="de-CH" sz="1333" u="sng" dirty="0">
                <a:solidFill>
                  <a:schemeClr val="hlink"/>
                </a:solidFill>
                <a:hlinkClick r:id="rId7"/>
              </a:rPr>
              <a:t>draft-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ietf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-netconf-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notif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envelope</a:t>
            </a:r>
            <a:endParaRPr lang="de-CH" sz="1333" u="sng" dirty="0">
              <a:solidFill>
                <a:schemeClr val="hlink"/>
              </a:solidFill>
            </a:endParaRPr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Support of Versioning in YANG Notifications Subscription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8"/>
              </a:rPr>
              <a:t>draft-ietf-netconf-yang-notifications-versioning</a:t>
            </a:r>
            <a:endParaRPr lang="de-CH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Modules Describing Capabilities for Systems and </a:t>
            </a:r>
            <a:br>
              <a:rPr lang="en-US" sz="1333" dirty="0"/>
            </a:br>
            <a:r>
              <a:rPr lang="en-US" sz="1333" dirty="0"/>
              <a:t>Datastore Update Notifications</a:t>
            </a:r>
            <a:br>
              <a:rPr lang="en-US" sz="1333" dirty="0"/>
            </a:br>
            <a:r>
              <a:rPr lang="en-US" sz="1333" dirty="0">
                <a:hlinkClick r:id="rId9"/>
              </a:rPr>
              <a:t>RFC 9196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Notification Transport Capabilities</a:t>
            </a:r>
            <a:br>
              <a:rPr lang="en-US" sz="1333" dirty="0"/>
            </a:br>
            <a:r>
              <a:rPr lang="en-US" sz="1333" dirty="0">
                <a:hlinkClick r:id="rId10"/>
              </a:rPr>
              <a:t>draft-</a:t>
            </a:r>
            <a:r>
              <a:rPr lang="en-US" sz="1333" dirty="0" err="1">
                <a:hlinkClick r:id="rId10"/>
              </a:rPr>
              <a:t>ietf</a:t>
            </a:r>
            <a:r>
              <a:rPr lang="en-US" sz="1333" dirty="0">
                <a:hlinkClick r:id="rId10"/>
              </a:rPr>
              <a:t>-netconf-</a:t>
            </a:r>
            <a:r>
              <a:rPr lang="en-US" sz="1333" dirty="0" err="1">
                <a:hlinkClick r:id="rId10"/>
              </a:rPr>
              <a:t>yp</a:t>
            </a:r>
            <a:r>
              <a:rPr lang="en-US" sz="1333" dirty="0">
                <a:hlinkClick r:id="rId10"/>
              </a:rPr>
              <a:t>-transport-capabilities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YANG 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1"/>
              </a:rPr>
              <a:t>RFC 8525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Augmented-by Addition into the IETF-YANG-Library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2"/>
              </a:rPr>
              <a:t>draft-ietf-netconf-yang-library-augmentation</a:t>
            </a:r>
            <a:endParaRPr lang="en" sz="1333" u="sng" dirty="0">
              <a:solidFill>
                <a:schemeClr val="hlink"/>
              </a:solidFill>
            </a:endParaRPr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>
                <a:highlight>
                  <a:srgbClr val="FFFF00"/>
                </a:highlight>
              </a:rPr>
              <a:t>Validating </a:t>
            </a:r>
            <a:r>
              <a:rPr lang="en-US" sz="1333" dirty="0" err="1">
                <a:highlight>
                  <a:srgbClr val="FFFF00"/>
                </a:highlight>
              </a:rPr>
              <a:t>anydata</a:t>
            </a:r>
            <a:r>
              <a:rPr lang="en-US" sz="1333" dirty="0">
                <a:highlight>
                  <a:srgbClr val="FFFF00"/>
                </a:highlight>
              </a:rPr>
              <a:t> in YANG Library context</a:t>
            </a:r>
            <a:br>
              <a:rPr lang="en-US" sz="1333" dirty="0">
                <a:highlight>
                  <a:srgbClr val="FFFF00"/>
                </a:highlight>
              </a:rPr>
            </a:br>
            <a:r>
              <a:rPr lang="en-US" sz="1333" dirty="0">
                <a:highlight>
                  <a:srgbClr val="FFFF00"/>
                </a:highlight>
                <a:hlinkClick r:id="rId13"/>
              </a:rPr>
              <a:t>draft-</a:t>
            </a:r>
            <a:r>
              <a:rPr lang="en-US" sz="1333" dirty="0" err="1">
                <a:highlight>
                  <a:srgbClr val="FFFF00"/>
                </a:highlight>
                <a:hlinkClick r:id="rId13"/>
              </a:rPr>
              <a:t>ietf</a:t>
            </a:r>
            <a:r>
              <a:rPr lang="en-US" sz="1333" dirty="0">
                <a:highlight>
                  <a:srgbClr val="FFFF00"/>
                </a:highlight>
                <a:hlinkClick r:id="rId13"/>
              </a:rPr>
              <a:t>-</a:t>
            </a:r>
            <a:r>
              <a:rPr lang="en-US" sz="1333" dirty="0" err="1">
                <a:highlight>
                  <a:srgbClr val="FFFF00"/>
                </a:highlight>
                <a:hlinkClick r:id="rId13"/>
              </a:rPr>
              <a:t>netmod</a:t>
            </a:r>
            <a:r>
              <a:rPr lang="en-US" sz="1333" dirty="0">
                <a:highlight>
                  <a:srgbClr val="FFFF00"/>
                </a:highlight>
                <a:hlinkClick r:id="rId13"/>
              </a:rPr>
              <a:t>-yang-</a:t>
            </a:r>
            <a:r>
              <a:rPr lang="en-US" sz="1333" dirty="0" err="1">
                <a:highlight>
                  <a:srgbClr val="FFFF00"/>
                </a:highlight>
                <a:hlinkClick r:id="rId13"/>
              </a:rPr>
              <a:t>anydata</a:t>
            </a:r>
            <a:r>
              <a:rPr lang="en-US" sz="1333" dirty="0">
                <a:highlight>
                  <a:srgbClr val="FFFF00"/>
                </a:highlight>
                <a:hlinkClick r:id="rId13"/>
              </a:rPr>
              <a:t>-validation</a:t>
            </a:r>
            <a:endParaRPr lang="en-US" sz="1333" dirty="0">
              <a:highlight>
                <a:srgbClr val="FFFF00"/>
              </a:highlight>
            </a:endParaRPr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/>
              <a:t>Encoding of Data Modeled with YANG in the CBOR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</a:rPr>
              <a:t>RFC </a:t>
            </a:r>
            <a:r>
              <a:rPr lang="en" sz="1333" u="sng" dirty="0">
                <a:solidFill>
                  <a:schemeClr val="hlink"/>
                </a:solidFill>
                <a:hlinkClick r:id="rId14"/>
              </a:rPr>
              <a:t>9254</a:t>
            </a:r>
            <a:endParaRPr lang="en" sz="1333" u="sng" dirty="0">
              <a:solidFill>
                <a:schemeClr val="hlink"/>
              </a:solidFill>
            </a:endParaRPr>
          </a:p>
        </p:txBody>
      </p:sp>
      <p:sp>
        <p:nvSpPr>
          <p:cNvPr id="10" name="Google Shape;1531;p46">
            <a:extLst>
              <a:ext uri="{FF2B5EF4-FFF2-40B4-BE49-F238E27FC236}">
                <a16:creationId xmlns:a16="http://schemas.microsoft.com/office/drawing/2014/main" id="{64A11574-7DDA-89DF-5BD5-1D5AFE7CC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1" y="365125"/>
            <a:ext cx="6124977" cy="150345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ctr" anchorCtr="0">
            <a:normAutofit fontScale="90000"/>
          </a:bodyPr>
          <a:lstStyle/>
          <a:p>
            <a:pPr lvl="0" algn="l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933" b="1" dirty="0"/>
              <a:t>An Architecture for YANG-Push </a:t>
            </a:r>
            <a:br>
              <a:rPr lang="en" sz="2933" b="1" dirty="0"/>
            </a:br>
            <a:r>
              <a:rPr lang="en" sz="2933" b="1" dirty="0"/>
              <a:t>to Message Broker Integration </a:t>
            </a:r>
            <a:br>
              <a:rPr lang="en" sz="3600" dirty="0"/>
            </a:b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draft-</a:t>
            </a:r>
            <a:r>
              <a:rPr lang="de-CH" sz="1733" dirty="0" err="1">
                <a:solidFill>
                  <a:srgbClr val="AEABAB"/>
                </a:solidFill>
                <a:highlight>
                  <a:srgbClr val="FFFF00"/>
                </a:highlight>
              </a:rPr>
              <a:t>ietf</a:t>
            </a: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733" dirty="0" err="1">
                <a:solidFill>
                  <a:srgbClr val="AEABAB"/>
                </a:solidFill>
                <a:highlight>
                  <a:srgbClr val="FFFF00"/>
                </a:highlight>
              </a:rPr>
              <a:t>nmop</a:t>
            </a: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733" dirty="0" err="1">
                <a:solidFill>
                  <a:srgbClr val="AEABAB"/>
                </a:solidFill>
                <a:highlight>
                  <a:srgbClr val="FFFF00"/>
                </a:highlight>
              </a:rPr>
              <a:t>yang</a:t>
            </a: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-message-broker-integration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draft-</a:t>
            </a:r>
            <a:r>
              <a:rPr lang="de-CH" sz="1733" dirty="0" err="1">
                <a:solidFill>
                  <a:srgbClr val="AEABAB"/>
                </a:solidFill>
                <a:highlight>
                  <a:srgbClr val="FFFF00"/>
                </a:highlight>
              </a:rPr>
              <a:t>ietf</a:t>
            </a: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733" dirty="0" err="1">
                <a:solidFill>
                  <a:srgbClr val="AEABAB"/>
                </a:solidFill>
                <a:highlight>
                  <a:srgbClr val="FFFF00"/>
                </a:highlight>
              </a:rPr>
              <a:t>nmop</a:t>
            </a: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  <a:highlight>
                  <a:srgbClr val="FFFF00"/>
                </a:highlight>
              </a:rPr>
              <a:t>telemetry</a:t>
            </a:r>
            <a:r>
              <a:rPr lang="de-CH" sz="1733" dirty="0">
                <a:solidFill>
                  <a:srgbClr val="AEABAB"/>
                </a:solidFill>
                <a:highlight>
                  <a:srgbClr val="FFFF00"/>
                </a:highlight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yang</a:t>
            </a:r>
            <a:r>
              <a:rPr lang="de-CH" sz="1733" dirty="0">
                <a:solidFill>
                  <a:srgbClr val="AEABAB"/>
                </a:solidFill>
              </a:rPr>
              <a:t>-message-broker-message-</a:t>
            </a:r>
            <a:r>
              <a:rPr lang="de-CH" sz="1733" dirty="0" err="1">
                <a:solidFill>
                  <a:srgbClr val="AEABAB"/>
                </a:solidFill>
              </a:rPr>
              <a:t>key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netana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</a:rPr>
              <a:t>bmp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telemetry</a:t>
            </a:r>
            <a:r>
              <a:rPr lang="de-CH" sz="1733" dirty="0">
                <a:solidFill>
                  <a:srgbClr val="AEABAB"/>
                </a:solidFill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endParaRPr sz="1733" dirty="0"/>
          </a:p>
        </p:txBody>
      </p:sp>
      <p:sp>
        <p:nvSpPr>
          <p:cNvPr id="11" name="Google Shape;1532;p46">
            <a:extLst>
              <a:ext uri="{FF2B5EF4-FFF2-40B4-BE49-F238E27FC236}">
                <a16:creationId xmlns:a16="http://schemas.microsoft.com/office/drawing/2014/main" id="{575B41E3-AAFA-DCEA-6665-0E3C0B3CA4D6}"/>
              </a:ext>
            </a:extLst>
          </p:cNvPr>
          <p:cNvSpPr txBox="1"/>
          <p:nvPr/>
        </p:nvSpPr>
        <p:spPr>
          <a:xfrm>
            <a:off x="5955950" y="216267"/>
            <a:ext cx="5450527" cy="6421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Storage 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(12)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Ingest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Data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According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Consumer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^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(10)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                                | (9)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Validate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Schema |  |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Schema on Consumer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Message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Broker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(8)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(11)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| YANG-Push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Schema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annotated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|                  (6) Post         | ID on Producer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Schema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YANG         | &lt;--------------- |  Data Collection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Schema Registry   | ---------------&gt; | YANG-Push Receiver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(7)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Schema ID        |  ^ (3)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Receive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                 |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                       (4) Discover |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 Schema |  | Start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Stream        |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Dependencies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Catalog       |            and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Obtain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| (5) Publish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Schemas |  | 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(1) Discover          |  |   | Subscriber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Notification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v  |   | ID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Capabilities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Manage YANG-Push  | ---------------&gt; |   Network Node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| ---------------&gt; | YANG-Push Publisher|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(2)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+--------------------+</a:t>
            </a:r>
            <a:endParaRPr sz="933" dirty="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FBABCE45-8F6B-3984-B0EF-B4C86A7D51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6314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33FA7E77-C99D-444D-C5DB-0056DFE33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9DDC19D8-D4BA-AA5E-61E1-B0A4525A6B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Subscription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01FF5-7F7B-3666-7E0C-79E25D32BE4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23EA9-CB88-A3CF-8EA6-F7AACC2B0B9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B03EBD5C-5FD5-F8CB-6932-FF33457BA1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7</a:t>
            </a:fld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146658-3377-44D0-D254-CD664F57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651" y="1434476"/>
            <a:ext cx="5582413" cy="5148886"/>
          </a:xfrm>
          <a:prstGeom prst="rect">
            <a:avLst/>
          </a:prstGeom>
        </p:spPr>
      </p:pic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9B8E9BE6-DD0F-99BA-5FF0-AD176F68E2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 calls to create, delete and obtain YANG-Push subscriptions and receiver configurations.</a:t>
            </a:r>
          </a:p>
        </p:txBody>
      </p:sp>
    </p:spTree>
    <p:extLst>
      <p:ext uri="{BB962C8B-B14F-4D97-AF65-F5344CB8AC3E}">
        <p14:creationId xmlns:p14="http://schemas.microsoft.com/office/powerpoint/2010/main" val="3853061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2012EE96-0018-6996-C41B-B7C58E31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53AAD7B6-A6B5-89DF-3082-CF9E15BC3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Notifications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F3AB96-8CC1-4183-B953-FF51D710E24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812F44-20F3-CBF9-494C-95EF44DEAC4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653C64F2-63B1-4B12-29C8-F42780F83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8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56F76BE1-A152-FF58-4794-2D4959E1E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Subscription state change notifications as JSON and PCAP.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Push update and change-update notifications as JSON and PCAP.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EFBEB9-3CD2-E356-4FCC-35FD36EBC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1811" y="1417639"/>
            <a:ext cx="5755669" cy="517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926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A1754DF-BFD9-6CEE-E187-3DBD4CC7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A755E8-EC21-6A3B-4AEA-55AE3AF2094E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4C505-90AC-FBB6-6CD8-D72DCB65D929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E3507CCC-E28A-A9EF-7C54-FE287DD59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9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FFFE766-17F6-D669-4B6B-5FC7ED4069D7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kern="0" dirty="0">
                <a:solidFill>
                  <a:srgbClr val="000000"/>
                </a:solidFill>
              </a:rPr>
              <a:t>YANG-Push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kern="0" dirty="0">
                <a:solidFill>
                  <a:srgbClr val="AEABAB"/>
                </a:solidFill>
              </a:rPr>
              <a:t>IETF </a:t>
            </a:r>
            <a:r>
              <a:rPr lang="de-CH" sz="2667" dirty="0">
                <a:solidFill>
                  <a:srgbClr val="AEABAB"/>
                </a:solidFill>
              </a:rPr>
              <a:t>125 Publisher Implementation </a:t>
            </a:r>
            <a:r>
              <a:rPr lang="de-CH" sz="2667" kern="0" dirty="0">
                <a:solidFill>
                  <a:srgbClr val="AEABAB"/>
                </a:solidFill>
              </a:rPr>
              <a:t>Status</a:t>
            </a:r>
          </a:p>
        </p:txBody>
      </p:sp>
      <p:graphicFrame>
        <p:nvGraphicFramePr>
          <p:cNvPr id="17" name="Google Shape;1617;p55">
            <a:extLst>
              <a:ext uri="{FF2B5EF4-FFF2-40B4-BE49-F238E27FC236}">
                <a16:creationId xmlns:a16="http://schemas.microsoft.com/office/drawing/2014/main" id="{5ECCBFC6-73D0-E6BC-CB73-B40DF9A7AED2}"/>
              </a:ext>
            </a:extLst>
          </p:cNvPr>
          <p:cNvGraphicFramePr/>
          <p:nvPr/>
        </p:nvGraphicFramePr>
        <p:xfrm>
          <a:off x="815424" y="1370031"/>
          <a:ext cx="8662106" cy="460109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061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5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1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796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7323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337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  <a:gridCol w="7259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7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</a:t>
                      </a:r>
                      <a:endParaRPr sz="160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8639 YANG-Push Subscription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8641 YANG-Push Notification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distributed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envelope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notifications-versioning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8525 YANG Library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draft-ietf-netconf-yang-library-augmentation</a:t>
                      </a:r>
                      <a:endParaRPr sz="160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9196 System and Notification 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draft-netana-netconf-yp-transport-capabilities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kern="1200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9254 CBOR Named Identifiers</a:t>
                      </a:r>
                      <a:endParaRPr lang="en-US" sz="1600" u="none" strike="noStrike" kern="1200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796846"/>
                  </a:ext>
                </a:extLst>
              </a:tr>
            </a:tbl>
          </a:graphicData>
        </a:graphic>
      </p:graphicFrame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A350FCEA-6E80-6AEA-E88A-9B2A5E449AD1}"/>
              </a:ext>
            </a:extLst>
          </p:cNvPr>
          <p:cNvSpPr txBox="1"/>
          <p:nvPr/>
        </p:nvSpPr>
        <p:spPr>
          <a:xfrm>
            <a:off x="815425" y="6155149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5A9D6B90-0053-C962-54DC-C5C0EDD4D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5882" y="136820"/>
            <a:ext cx="1725161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3C8B320-ACCB-6CC0-EC45-3317ED62B11B}"/>
              </a:ext>
            </a:extLst>
          </p:cNvPr>
          <p:cNvSpPr txBox="1"/>
          <p:nvPr/>
        </p:nvSpPr>
        <p:spPr>
          <a:xfrm>
            <a:off x="9477531" y="4616909"/>
            <a:ext cx="213924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625519">
              <a:buClr>
                <a:srgbClr val="000000"/>
              </a:buClr>
            </a:pPr>
            <a:r>
              <a:rPr lang="de-CH" sz="16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NetGauze</a:t>
            </a:r>
            <a:endParaRPr lang="de-CH" sz="16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625519">
              <a:buClr>
                <a:srgbClr val="000000"/>
              </a:buClr>
            </a:pPr>
            <a:r>
              <a:rPr lang="de-CH" sz="16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Pmacct</a:t>
            </a:r>
            <a:endParaRPr lang="de-CH" sz="16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625519">
              <a:buClr>
                <a:srgbClr val="000000"/>
              </a:buClr>
            </a:pPr>
            <a:r>
              <a:rPr lang="de-CH" sz="16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udp</a:t>
            </a:r>
            <a:r>
              <a:rPr lang="de-CH" sz="16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-</a:t>
            </a:r>
            <a:r>
              <a:rPr lang="de-CH" sz="16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notif</a:t>
            </a:r>
            <a:r>
              <a:rPr lang="de-CH" sz="16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-c-</a:t>
            </a:r>
            <a:r>
              <a:rPr lang="de-CH" sz="16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collector</a:t>
            </a:r>
            <a:endParaRPr lang="de-CH" sz="16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625519">
              <a:buClr>
                <a:srgbClr val="000000"/>
              </a:buClr>
            </a:pPr>
            <a:r>
              <a:rPr lang="de-CH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yang-library-augmentedby</a:t>
            </a:r>
            <a:r>
              <a:rPr lang="de-CH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 </a:t>
            </a:r>
            <a:endParaRPr lang="de-CH"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4283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529A6BF7-D5ED-B109-4A34-CA3A3637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14971D-785A-BB4F-8B14-17C1A5D4CE4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5CE53-3265-1DD9-3C79-EEBD0A194FC1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3B879DA6-564A-7051-69F5-49C48C8B4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10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AB3B5A3-BA47-369D-3D2B-5283DC573BC2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Operational IETF/IEEE YANG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125 Module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9B870C59-13A4-06EE-06E8-D7BBE5C3B479}"/>
              </a:ext>
            </a:extLst>
          </p:cNvPr>
          <p:cNvSpPr txBox="1"/>
          <p:nvPr/>
        </p:nvSpPr>
        <p:spPr>
          <a:xfrm>
            <a:off x="815425" y="6155149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D3895974-3045-C97E-ABDB-DB5597C97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5882" y="136820"/>
            <a:ext cx="1725161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A107FAE6-D7B4-1153-52E9-1B1F1A1D3AD2}"/>
              </a:ext>
            </a:extLst>
          </p:cNvPr>
          <p:cNvGraphicFramePr/>
          <p:nvPr/>
        </p:nvGraphicFramePr>
        <p:xfrm>
          <a:off x="818716" y="1575375"/>
          <a:ext cx="8666205" cy="4154507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399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86266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6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600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ietf-interfaces.yang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ietf-hardware.yang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ietf-alarms.yang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ieee802-dot1ab-lldp.yang (inventory and state)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ieee802-dot1ax.yang (inventory, state and statistic)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ietf-bfd-ip-sh.yang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ietf-bfd-ip-mh.yang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ietf-bfd-lag.yang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ietf-isis.yang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681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DFCFF128-52DD-5EE6-E9D5-2405CFC8E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27CFBD74-4EA0-E433-223E-AD917E0832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Receiver - NetGauze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F7D465-8606-D6D9-FAEE-BC04F971DA34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FCD727-AF26-910D-A823-293A18EBA0D9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502DE7AF-74A2-8F14-3643-BFC57065B6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11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54D5064D-5A04-675C-5DD9-B67AABA329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Describes how NetGauze organizes and caches YANG modules for a set of YANG-Push Subscriptions with the same YANG schema tree.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Includes generated YANG library and YANG-Push Subscription metadata.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Generates unique cache contend-id. Same principle as with YANG library contend-id on YANG-Push Publisher.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Repository examples with two sets of YANG-Push Subscriptions in two tar.gz files.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7160BC-75EA-3DD5-CACE-A761F4640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691" y="1551389"/>
            <a:ext cx="5043030" cy="491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233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6B82161-D7CA-8B63-3200-F8938FBD2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69E392E2-1979-4812-9FFD-6F95CAE1D6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 Schema Registry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C27686-A5FA-36C2-8E32-0C823FEFD6AA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05C223-16C8-A137-3C24-15B5794E9014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435178AB-518B-0D86-B7C9-C1A034E32F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12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46CA42F8-ECFF-0635-0F45-DA1FBB5162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Examples two YANG schema trees registgered as schema id 516 and 527.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Shows ietf-telemetry-message as the top YANG module and its references.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06CD7-ABAB-DE76-FB96-F95A17C94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839" y="1692277"/>
            <a:ext cx="4964361" cy="33238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B38F414-1E18-7D50-5889-85699FBB8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363" y="3130937"/>
            <a:ext cx="5248650" cy="313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890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EC29A11C-E4DC-92CB-3D01-DEEC0E202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1758EF1A-4DAD-DC84-9418-5B92996464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Message Broker Producer - NetGauze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6B7179-412B-D635-F7E8-C7522FB2575E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F6A702-D8CC-1F7F-6600-D8A873E3FBD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E0B6F508-346B-5924-726F-F92DE20FE3D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13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D31072DB-7FB0-340E-5178-515B5506C2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Shows in tracelogs how NetGauze maps YANG cache contend-id to YANG schema-id.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Troubleshooting can be performed with notificication sequence number per Message Broker telemetry message.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5C9AFC-422A-6D3A-EB67-100632352E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8105" y="1692277"/>
            <a:ext cx="6313097" cy="4694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035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A2EE0297-9989-FC9A-8B19-47FCCEDA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8D4264D9-F631-65B2-A1D5-499EA3E0D4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Message Broker Consumer – NetGauze (1)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38574E-488F-695A-D153-293AD789936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D46D6B-A37B-6C1B-E30F-4DCD0A620B5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BCEF546B-C37E-BA2B-21EC-C01FAC75EDF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14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23828BA4-999F-A457-43A5-F33F109149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Describes how NetGauze organizes and caches YANG modules for a set of YANG-Push Subscriptions with the same YANG schema tree with schema-id.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Includes generated YANG library.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Repository examples with two sets of YANG-Push Subscriptions in two tar.gz files.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FE91E3-71A4-7383-E1C4-31301AA51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1240" y="1771407"/>
            <a:ext cx="6599946" cy="386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871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6142FEA4-BCF5-370A-3483-8334A7DC8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5D881107-FC26-236F-51AA-99B7D6A89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Message Broker Consumer – NetGauze (2)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534E91-262F-E29A-0A62-87D9276ABC30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B6E43F-B2EA-E7B2-51C5-11BE6F063892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4C6FDD9C-CE7F-6446-DA5F-A75D00E573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15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9FD05F93-0418-A95F-FD17-9BF1595517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Shows in tracelogs which Message Broker telemetry message, kafka offset, and notificication sequence number passed YANG schema validation or not.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2EC50A-F8EB-58DE-C318-DA81F10E3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637" y="1797784"/>
            <a:ext cx="6229025" cy="396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9859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A8C7286C-A9A1-4E76-AD48-2673C611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49DB6F02-E0BB-A29E-F028-DC4EA2F8FB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 fontScale="90000"/>
          </a:bodyPr>
          <a:lstStyle/>
          <a:p>
            <a:pPr algn="l">
              <a:buSzPts val="3800"/>
            </a:pPr>
            <a:r>
              <a:rPr lang="en" sz="4533" dirty="0"/>
              <a:t>Message Broker Consumer – Cisco Crosswork (1)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749560-2E17-BB63-D897-E5D4D83B263A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10CF7E-CB8B-5FB6-4B51-0A55BFBD867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99BE356F-6A9B-1323-FA07-2648D2B983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16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BB8D74FA-BFBD-F2E9-6933-639CEAC7EE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Describes how Cisco Crosswork Ingestion Service organizes and caches YANG modules for a set of YANG-Push Subscriptions with the same YANG schema tree with schema-id.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063684-A278-0958-C0CB-E466E0829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845" y="1802406"/>
            <a:ext cx="6368393" cy="356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856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27AB91C0-9FD2-05F7-3612-8AA17FBB9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D1544C04-1AC7-CF90-0AE0-B58E7BB9BD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 fontScale="90000"/>
          </a:bodyPr>
          <a:lstStyle/>
          <a:p>
            <a:pPr algn="l">
              <a:buSzPts val="3800"/>
            </a:pPr>
            <a:r>
              <a:rPr lang="en" sz="4533" dirty="0"/>
              <a:t>Message Broker Consumer – Cisco Crosswork (2)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0B6654-E698-6362-3E6D-0B5D7CE4F104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841B3A-330E-463B-AC17-A821C00FCCA4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345A0DD1-C1D6-6071-B7E4-8368A744E3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17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3F46F3E3-83EF-04BF-B560-596E9BBFBF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Describes how Cisco Crosswork Ingestion Service validates Message Broker telemetry messages against YANG schema tree.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F1BE92-C1E4-757C-B5C4-4A5CF38A2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795070"/>
            <a:ext cx="6736707" cy="4685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0969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678D46F1-2732-B130-ECD8-045B2D490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21E9A0B8-885F-2415-D89A-154D5E56C7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 fontScale="90000"/>
          </a:bodyPr>
          <a:lstStyle/>
          <a:p>
            <a:pPr algn="l">
              <a:buSzPts val="3800"/>
            </a:pPr>
            <a:r>
              <a:rPr lang="en" sz="4533" dirty="0"/>
              <a:t>Message Broker Consumer – Cisco Crosswork (3)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96779F-DA46-9495-3BC6-80D98705D8CD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BBB776-CFB6-1322-DF04-9AD576B6F609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E3B6B746-7AC9-6D63-2E28-85F3A6A359F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18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C6FF514F-20C3-6A3F-E3AB-F5ECF0B880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YANG structure (</a:t>
            </a:r>
            <a:r>
              <a:rPr lang="en" sz="1600" dirty="0">
                <a:ea typeface="Calibri"/>
                <a:cs typeface="Calibri"/>
                <a:sym typeface="Calibri"/>
                <a:hlinkClick r:id="rId3"/>
              </a:rPr>
              <a:t>RFC 8791</a:t>
            </a:r>
            <a:r>
              <a:rPr lang="en" sz="1600" dirty="0">
                <a:ea typeface="Calibri"/>
                <a:cs typeface="Calibri"/>
                <a:sym typeface="Calibri"/>
              </a:rPr>
              <a:t>) support has been merged with </a:t>
            </a:r>
            <a:r>
              <a:rPr lang="en" sz="1600" dirty="0">
                <a:ea typeface="Calibri"/>
                <a:cs typeface="Calibri"/>
                <a:sym typeface="Calibri"/>
                <a:hlinkClick r:id="rId4"/>
              </a:rPr>
              <a:t>PR 41 </a:t>
            </a:r>
            <a:r>
              <a:rPr lang="en" sz="1600" dirty="0">
                <a:ea typeface="Calibri"/>
                <a:cs typeface="Calibri"/>
                <a:sym typeface="Calibri"/>
              </a:rPr>
              <a:t>to yangkit.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YANG anydata validation (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draft-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ietf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netmod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yang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anydata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-validation</a:t>
            </a:r>
            <a:r>
              <a:rPr lang="en" sz="1600" dirty="0">
                <a:ea typeface="Calibri"/>
                <a:cs typeface="Calibri"/>
                <a:sym typeface="Calibri"/>
              </a:rPr>
              <a:t>) is noted as impediment for next IETF 126 hackathon.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Describes how Cisco Crosswork Ingestion Service validates Message Broker telemetry messages against YANG schema tree.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A5B4EB-DCB1-4C81-0B4D-DDE78F7C30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1988" y="1823813"/>
            <a:ext cx="5249008" cy="321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264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13786091-A017-6FC9-0F48-AAC285267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C01454-EB1E-A0B2-7D91-DF1EF096CBF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87497-A9EA-7211-01D3-2DDA431A691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035FA214-16B0-2899-B357-0D4BDF2D0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19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501A433C-2098-C817-EE16-847A004F8D61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YANG Message Broker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125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5A963854-3EC6-087D-C527-92986F221A3B}"/>
              </a:ext>
            </a:extLst>
          </p:cNvPr>
          <p:cNvSpPr txBox="1"/>
          <p:nvPr/>
        </p:nvSpPr>
        <p:spPr>
          <a:xfrm>
            <a:off x="815425" y="6127324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E7699E31-B0AD-E40F-C5F9-5ABC071A86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5882" y="136820"/>
            <a:ext cx="1725161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32D31C8-49EE-517B-5994-DB88257DDD8C}"/>
              </a:ext>
            </a:extLst>
          </p:cNvPr>
          <p:cNvSpPr txBox="1"/>
          <p:nvPr/>
        </p:nvSpPr>
        <p:spPr>
          <a:xfrm>
            <a:off x="9545882" y="4759087"/>
            <a:ext cx="21392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625519">
              <a:buClr>
                <a:srgbClr val="000000"/>
              </a:buClr>
            </a:pPr>
            <a:r>
              <a:rPr lang="de-CH" sz="16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NetGauze</a:t>
            </a:r>
            <a:endParaRPr lang="de-CH" sz="16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625519">
              <a:buClr>
                <a:srgbClr val="000000"/>
              </a:buClr>
            </a:pPr>
            <a:r>
              <a:rPr lang="de-CH" sz="16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Pmacct</a:t>
            </a:r>
            <a:endParaRPr lang="de-CH" sz="16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20D70089-A937-8B76-C6A7-4F44AECC93BB}"/>
              </a:ext>
            </a:extLst>
          </p:cNvPr>
          <p:cNvGraphicFramePr/>
          <p:nvPr/>
        </p:nvGraphicFramePr>
        <p:xfrm>
          <a:off x="815425" y="1534627"/>
          <a:ext cx="8743060" cy="384001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22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23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3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0637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9892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4637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548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NetGauze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Pmacct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Apache</a:t>
                      </a:r>
                      <a:b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Ciena</a:t>
                      </a:r>
                      <a:b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6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Blueplanet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de-CH" sz="16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6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Crosswork</a:t>
                      </a:r>
                      <a:endParaRPr sz="16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nmop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-message-broker-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telemetry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5749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YANG-Push Receiver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Retrieval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35668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Producer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Registry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Consumer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Telemetry Message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against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YANG Schema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7273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netmod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anydata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-validation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Comparison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772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50693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68F82-5D2F-BC90-43F9-81651D860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7DDB-21B5-67D8-ADB5-503A3599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from IETF 124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C2B84D-0952-8FD4-2C86-DD67CE4D80B5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 err="1">
                <a:hlinkClick r:id="rId2"/>
              </a:rPr>
              <a:t>Yanglint</a:t>
            </a:r>
            <a:r>
              <a:rPr lang="en-US" sz="2267" dirty="0"/>
              <a:t>, misses </a:t>
            </a:r>
            <a:r>
              <a:rPr lang="en-US" sz="2267" dirty="0" err="1"/>
              <a:t>anydata</a:t>
            </a:r>
            <a:r>
              <a:rPr lang="en-US" sz="2267" dirty="0"/>
              <a:t> validation support within YANG structures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 err="1">
                <a:hlinkClick r:id="rId3"/>
              </a:rPr>
              <a:t>Pmacct</a:t>
            </a:r>
            <a:r>
              <a:rPr lang="en-US" sz="2267" dirty="0"/>
              <a:t> corrects collection-timestamp to be typedef date-and-time compliant.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 err="1">
                <a:hlinkClick r:id="rId3"/>
              </a:rPr>
              <a:t>Pmacct</a:t>
            </a:r>
            <a:r>
              <a:rPr lang="en-US" sz="2267" dirty="0"/>
              <a:t> corrects encoding value to include </a:t>
            </a:r>
            <a:r>
              <a:rPr lang="en-US" sz="2267" dirty="0" err="1"/>
              <a:t>ietf</a:t>
            </a:r>
            <a:r>
              <a:rPr lang="en-US" sz="2267" dirty="0"/>
              <a:t>-subscribed-notifications namespace in JSON encoding.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 err="1">
                <a:hlinkClick r:id="rId3"/>
              </a:rPr>
              <a:t>Pmacct</a:t>
            </a:r>
            <a:r>
              <a:rPr lang="en-US" sz="2267" dirty="0"/>
              <a:t> corrects network-operator-metadata/labels/</a:t>
            </a:r>
            <a:r>
              <a:rPr lang="en-US" sz="2267" dirty="0" err="1"/>
              <a:t>anydata</a:t>
            </a:r>
            <a:r>
              <a:rPr lang="en-US" sz="2267" dirty="0"/>
              <a:t>-values </a:t>
            </a:r>
            <a:r>
              <a:rPr lang="en-US" sz="2267" dirty="0" err="1"/>
              <a:t>anydata</a:t>
            </a:r>
            <a:r>
              <a:rPr lang="en-US" sz="2267" dirty="0"/>
              <a:t> statement to be valid I-JSON.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4"/>
              </a:rPr>
              <a:t>YANG schema registry </a:t>
            </a:r>
            <a:r>
              <a:rPr lang="en-US" sz="2267" dirty="0"/>
              <a:t>supporting YANG features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 err="1">
                <a:hlinkClick r:id="rId5"/>
              </a:rPr>
              <a:t>NetGauze</a:t>
            </a:r>
            <a:r>
              <a:rPr lang="en-US" sz="2267" dirty="0"/>
              <a:t> supporting </a:t>
            </a:r>
          </a:p>
          <a:p>
            <a:pPr marL="990575" lvl="1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netconf &lt;get&gt; to obtain YANG library content,</a:t>
            </a:r>
          </a:p>
          <a:p>
            <a:pPr marL="990575" lvl="1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YANG validation for YANG-Push notifications,</a:t>
            </a:r>
          </a:p>
          <a:p>
            <a:pPr marL="990575" lvl="1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YANG schema registration.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E706BA-8C31-6027-6A59-19A61A4E92F4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1C530-AF29-FCB1-1AC4-4CF6DC96BEA2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4278CCB4-5174-944F-86E2-7562992D42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" name="Picture 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14E3782D-487C-5895-C400-7CFF02FE9C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9705" y="1802044"/>
            <a:ext cx="548203" cy="548203"/>
          </a:xfrm>
          <a:prstGeom prst="rect">
            <a:avLst/>
          </a:prstGeom>
        </p:spPr>
      </p:pic>
      <p:pic>
        <p:nvPicPr>
          <p:cNvPr id="5" name="Picture 4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7627A04-5ACB-2493-F722-488169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4901" y="2307028"/>
            <a:ext cx="548203" cy="548203"/>
          </a:xfrm>
          <a:prstGeom prst="rect">
            <a:avLst/>
          </a:prstGeom>
        </p:spPr>
      </p:pic>
      <p:pic>
        <p:nvPicPr>
          <p:cNvPr id="8" name="Picture 7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B9EAFCCD-78F9-ED7E-C5F6-4CDC0A9111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1480" y="2810655"/>
            <a:ext cx="548203" cy="548203"/>
          </a:xfrm>
          <a:prstGeom prst="rect">
            <a:avLst/>
          </a:prstGeom>
        </p:spPr>
      </p:pic>
      <p:pic>
        <p:nvPicPr>
          <p:cNvPr id="10" name="Picture 9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44EEFF8-28EB-AABD-B98B-022445B5DE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1480" y="3348625"/>
            <a:ext cx="548203" cy="548203"/>
          </a:xfrm>
          <a:prstGeom prst="rect">
            <a:avLst/>
          </a:prstGeom>
        </p:spPr>
      </p:pic>
      <p:pic>
        <p:nvPicPr>
          <p:cNvPr id="11" name="Picture 10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8E9142F-731D-24E6-01FD-F7E525BD8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1480" y="3962396"/>
            <a:ext cx="548203" cy="548203"/>
          </a:xfrm>
          <a:prstGeom prst="rect">
            <a:avLst/>
          </a:prstGeom>
        </p:spPr>
      </p:pic>
      <p:pic>
        <p:nvPicPr>
          <p:cNvPr id="12" name="Picture 11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78661CE5-AB28-C054-5975-391B82CC0D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1480" y="4434799"/>
            <a:ext cx="548203" cy="548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133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D01D8-A137-56E2-7F33-BDDF3DF7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9892-8D71-893A-C801-A1A88154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for IETF 126 and 127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414349-C8F0-A8B2-1397-DF24059FF38F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Re-do YANG Message Broker Consumer tests on updated testbed with Ciena Blue Planet UAA Workflow Engine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Complete IETF YANG module subscription tests with 6Wind VSR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Compare YANG feature coverage between </a:t>
            </a:r>
            <a:r>
              <a:rPr lang="en-US" sz="2267" dirty="0">
                <a:hlinkClick r:id="rId2"/>
              </a:rPr>
              <a:t>libyang</a:t>
            </a:r>
            <a:r>
              <a:rPr lang="en-US" sz="2267" dirty="0"/>
              <a:t>, </a:t>
            </a:r>
            <a:r>
              <a:rPr lang="en-US" sz="2267" dirty="0">
                <a:hlinkClick r:id="rId3"/>
              </a:rPr>
              <a:t>yangkit</a:t>
            </a:r>
            <a:r>
              <a:rPr lang="en-US" sz="2267" dirty="0"/>
              <a:t> and </a:t>
            </a:r>
            <a:r>
              <a:rPr lang="en-US" sz="2267" dirty="0">
                <a:hlinkClick r:id="rId4"/>
              </a:rPr>
              <a:t>yangtools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de-CH" sz="2400" dirty="0">
                <a:solidFill>
                  <a:schemeClr val="dk1"/>
                </a:solidFill>
                <a:hlinkClick r:id="rId5"/>
              </a:rPr>
              <a:t>draft-</a:t>
            </a:r>
            <a:r>
              <a:rPr lang="de-CH" sz="2400" dirty="0" err="1">
                <a:solidFill>
                  <a:schemeClr val="dk1"/>
                </a:solidFill>
                <a:hlinkClick r:id="rId5"/>
              </a:rPr>
              <a:t>ietf</a:t>
            </a:r>
            <a:r>
              <a:rPr lang="de-CH" sz="24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5"/>
              </a:rPr>
              <a:t>netmod</a:t>
            </a:r>
            <a:r>
              <a:rPr lang="de-CH" sz="24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5"/>
              </a:rPr>
              <a:t>yang</a:t>
            </a:r>
            <a:r>
              <a:rPr lang="de-CH" sz="24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5"/>
              </a:rPr>
              <a:t>anydata</a:t>
            </a:r>
            <a:r>
              <a:rPr lang="de-CH" sz="2400" dirty="0">
                <a:solidFill>
                  <a:schemeClr val="dk1"/>
                </a:solidFill>
                <a:hlinkClick r:id="rId5"/>
              </a:rPr>
              <a:t>-validation</a:t>
            </a:r>
            <a:r>
              <a:rPr lang="de-CH" sz="2400" dirty="0">
                <a:solidFill>
                  <a:schemeClr val="dk1"/>
                </a:solidFill>
              </a:rPr>
              <a:t> in </a:t>
            </a:r>
            <a:r>
              <a:rPr lang="de-CH" sz="2400" dirty="0" err="1">
                <a:solidFill>
                  <a:schemeClr val="dk1"/>
                </a:solidFill>
              </a:rPr>
              <a:t>yangkit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Revert </a:t>
            </a:r>
            <a:r>
              <a:rPr lang="en-US" sz="2267" dirty="0">
                <a:hlinkClick r:id="rId6"/>
              </a:rPr>
              <a:t>import only modules for augmented-by </a:t>
            </a:r>
            <a:r>
              <a:rPr lang="en-US" sz="2267" dirty="0"/>
              <a:t>workaround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7"/>
              </a:rPr>
              <a:t>Preserve cached YANG-Push subscription state across receiver reload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8"/>
              </a:rPr>
              <a:t>Obtain YANG-Push subscription state from publisher if missing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Netconf session queuing for schema retrieval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en-US" sz="2267" dirty="0">
                <a:hlinkClick r:id="rId9"/>
              </a:rPr>
              <a:t>YANG-Push Message Broker Topic Naming</a:t>
            </a:r>
            <a:r>
              <a:rPr lang="en-US" sz="2267" dirty="0"/>
              <a:t> with </a:t>
            </a:r>
            <a:r>
              <a:rPr lang="en-US" sz="2267" dirty="0">
                <a:hlinkClick r:id="rId10"/>
              </a:rPr>
              <a:t>dynamic Apache Kafka topic creation API</a:t>
            </a:r>
            <a:endParaRPr lang="en-US" sz="2267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3CAD4D-8FC5-C49E-F033-C474E654B659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EDFAF-1252-2FB9-75AD-DB4EA57D699F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8AE562E4-22AE-A59B-0126-FD13715431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17" name="Picture 16" descr="A red and white label&#10;&#10;AI-generated content may be incorrect.">
            <a:extLst>
              <a:ext uri="{FF2B5EF4-FFF2-40B4-BE49-F238E27FC236}">
                <a16:creationId xmlns:a16="http://schemas.microsoft.com/office/drawing/2014/main" id="{29BA4C7B-D7E4-6B2C-091B-503723F2D96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5124" y="3070955"/>
            <a:ext cx="358045" cy="358045"/>
          </a:xfrm>
          <a:prstGeom prst="rect">
            <a:avLst/>
          </a:prstGeom>
        </p:spPr>
      </p:pic>
      <p:pic>
        <p:nvPicPr>
          <p:cNvPr id="3" name="Picture 2" descr="A red and white label&#10;&#10;AI-generated content may be incorrect.">
            <a:extLst>
              <a:ext uri="{FF2B5EF4-FFF2-40B4-BE49-F238E27FC236}">
                <a16:creationId xmlns:a16="http://schemas.microsoft.com/office/drawing/2014/main" id="{1983A747-B840-E9CA-7C18-DCEC9909EE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9558" y="3492278"/>
            <a:ext cx="358045" cy="358045"/>
          </a:xfrm>
          <a:prstGeom prst="rect">
            <a:avLst/>
          </a:prstGeom>
        </p:spPr>
      </p:pic>
      <p:pic>
        <p:nvPicPr>
          <p:cNvPr id="5" name="Picture 4" descr="A red and white label&#10;&#10;AI-generated content may be incorrect.">
            <a:extLst>
              <a:ext uri="{FF2B5EF4-FFF2-40B4-BE49-F238E27FC236}">
                <a16:creationId xmlns:a16="http://schemas.microsoft.com/office/drawing/2014/main" id="{F1EB5948-AF15-F73D-B99D-F9E013D914A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9558" y="3911035"/>
            <a:ext cx="358045" cy="358045"/>
          </a:xfrm>
          <a:prstGeom prst="rect">
            <a:avLst/>
          </a:prstGeom>
        </p:spPr>
      </p:pic>
      <p:pic>
        <p:nvPicPr>
          <p:cNvPr id="8" name="Picture 7" descr="A red and white label&#10;&#10;AI-generated content may be incorrect.">
            <a:extLst>
              <a:ext uri="{FF2B5EF4-FFF2-40B4-BE49-F238E27FC236}">
                <a16:creationId xmlns:a16="http://schemas.microsoft.com/office/drawing/2014/main" id="{99F0D138-AEE8-CB17-EDA1-92BCB9E8CB7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9558" y="4306170"/>
            <a:ext cx="358045" cy="358045"/>
          </a:xfrm>
          <a:prstGeom prst="rect">
            <a:avLst/>
          </a:prstGeom>
        </p:spPr>
      </p:pic>
      <p:pic>
        <p:nvPicPr>
          <p:cNvPr id="10" name="Picture 9" descr="A red and white label&#10;&#10;AI-generated content may be incorrect.">
            <a:extLst>
              <a:ext uri="{FF2B5EF4-FFF2-40B4-BE49-F238E27FC236}">
                <a16:creationId xmlns:a16="http://schemas.microsoft.com/office/drawing/2014/main" id="{6944193D-46D1-6535-16F9-F941811D45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9558" y="4701304"/>
            <a:ext cx="358045" cy="358045"/>
          </a:xfrm>
          <a:prstGeom prst="rect">
            <a:avLst/>
          </a:prstGeom>
        </p:spPr>
      </p:pic>
      <p:pic>
        <p:nvPicPr>
          <p:cNvPr id="11" name="Picture 10" descr="A red and white label&#10;&#10;AI-generated content may be incorrect.">
            <a:extLst>
              <a:ext uri="{FF2B5EF4-FFF2-40B4-BE49-F238E27FC236}">
                <a16:creationId xmlns:a16="http://schemas.microsoft.com/office/drawing/2014/main" id="{D300F229-8A7E-A488-E67C-9E5DBA5823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9558" y="5080970"/>
            <a:ext cx="358045" cy="358045"/>
          </a:xfrm>
          <a:prstGeom prst="rect">
            <a:avLst/>
          </a:prstGeom>
        </p:spPr>
      </p:pic>
      <p:pic>
        <p:nvPicPr>
          <p:cNvPr id="12" name="Picture 11" descr="A red and white label&#10;&#10;AI-generated content may be incorrect.">
            <a:extLst>
              <a:ext uri="{FF2B5EF4-FFF2-40B4-BE49-F238E27FC236}">
                <a16:creationId xmlns:a16="http://schemas.microsoft.com/office/drawing/2014/main" id="{9FE52380-46B9-16E4-1BE1-A7FCC78C7C4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2946" y="1917890"/>
            <a:ext cx="358045" cy="358045"/>
          </a:xfrm>
          <a:prstGeom prst="rect">
            <a:avLst/>
          </a:prstGeom>
        </p:spPr>
      </p:pic>
      <p:pic>
        <p:nvPicPr>
          <p:cNvPr id="13" name="Picture 12" descr="A red and white label&#10;&#10;AI-generated content may be incorrect.">
            <a:extLst>
              <a:ext uri="{FF2B5EF4-FFF2-40B4-BE49-F238E27FC236}">
                <a16:creationId xmlns:a16="http://schemas.microsoft.com/office/drawing/2014/main" id="{A3B993C9-B476-E507-AC15-A1BDF82A41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2946" y="2655920"/>
            <a:ext cx="358045" cy="358045"/>
          </a:xfrm>
          <a:prstGeom prst="rect">
            <a:avLst/>
          </a:prstGeom>
        </p:spPr>
      </p:pic>
      <p:pic>
        <p:nvPicPr>
          <p:cNvPr id="14" name="Picture 13" descr="A red and white label&#10;&#10;AI-generated content may be incorrect.">
            <a:extLst>
              <a:ext uri="{FF2B5EF4-FFF2-40B4-BE49-F238E27FC236}">
                <a16:creationId xmlns:a16="http://schemas.microsoft.com/office/drawing/2014/main" id="{5811DA5E-FCEA-CF0C-2230-8CADE738134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2946" y="5460635"/>
            <a:ext cx="358045" cy="358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95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5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4400"/>
            </a:pPr>
            <a:r>
              <a:rPr lang="en-US" dirty="0"/>
              <a:t>Thanks to…</a:t>
            </a:r>
          </a:p>
        </p:txBody>
      </p:sp>
      <p:sp>
        <p:nvSpPr>
          <p:cNvPr id="1652" name="Google Shape;1652;p59"/>
          <p:cNvSpPr txBox="1">
            <a:spLocks noGrp="1"/>
          </p:cNvSpPr>
          <p:nvPr>
            <p:ph type="body" idx="1"/>
          </p:nvPr>
        </p:nvSpPr>
        <p:spPr>
          <a:xfrm>
            <a:off x="719434" y="1417640"/>
            <a:ext cx="4939687" cy="53007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Paolo Lucente – </a:t>
            </a:r>
            <a:r>
              <a:rPr lang="en-US" sz="2133" dirty="0" err="1"/>
              <a:t>Pmacct</a:t>
            </a:r>
            <a:endParaRPr lang="en-US" sz="2133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Qin Wu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Michael Mackey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/>
              <a:t>Scott Huang </a:t>
            </a:r>
            <a:r>
              <a:rPr lang="en-US" sz="2133" dirty="0"/>
              <a:t>-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Rob Wilton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Dan Voyer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Sivakumar Sundaravadivel – Ciena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2133" dirty="0"/>
              <a:t>IJsbrand Wijnands – </a:t>
            </a:r>
            <a:r>
              <a:rPr lang="de-CH" sz="2133" dirty="0" err="1"/>
              <a:t>Arrcus</a:t>
            </a:r>
            <a:endParaRPr lang="de-CH" sz="2133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2133" dirty="0"/>
              <a:t>Irfan Mohammad – </a:t>
            </a:r>
            <a:r>
              <a:rPr lang="de-CH" sz="2133" dirty="0" err="1"/>
              <a:t>Arrcus</a:t>
            </a:r>
            <a:endParaRPr lang="de-CH" sz="2133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Benoit Claise - Everything OPS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Wanting Du –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Rafael Julio –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Leonardo Rodoni -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Ahmed Elhassany –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2133" dirty="0"/>
              <a:t>Thomas Graf – Swisscom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85942-4EFE-2A7C-6BC7-685C09AA345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" name="Google Shape;1523;p45">
            <a:extLst>
              <a:ext uri="{FF2B5EF4-FFF2-40B4-BE49-F238E27FC236}">
                <a16:creationId xmlns:a16="http://schemas.microsoft.com/office/drawing/2014/main" id="{57606C87-9C1E-6457-318F-CEFD173CD5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2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2130D3-D5E4-140D-AC74-7554E8B5290B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5" name="Google Shape;1652;p59">
            <a:extLst>
              <a:ext uri="{FF2B5EF4-FFF2-40B4-BE49-F238E27FC236}">
                <a16:creationId xmlns:a16="http://schemas.microsoft.com/office/drawing/2014/main" id="{7AC0F6D0-09C7-5DA3-2396-EC6BDBBAFEDC}"/>
              </a:ext>
            </a:extLst>
          </p:cNvPr>
          <p:cNvSpPr txBox="1">
            <a:spLocks/>
          </p:cNvSpPr>
          <p:nvPr/>
        </p:nvSpPr>
        <p:spPr>
          <a:xfrm>
            <a:off x="5095261" y="4917440"/>
            <a:ext cx="5789512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buSzPts val="1300"/>
              <a:buNone/>
            </a:pPr>
            <a:r>
              <a:rPr lang="en-US" sz="2667" b="1" dirty="0">
                <a:solidFill>
                  <a:schemeClr val="tx1"/>
                </a:solidFill>
              </a:rPr>
              <a:t>Want </a:t>
            </a:r>
            <a:r>
              <a:rPr lang="en-US" sz="2667" b="1">
                <a:solidFill>
                  <a:schemeClr val="tx1"/>
                </a:solidFill>
              </a:rPr>
              <a:t>to know </a:t>
            </a:r>
            <a:r>
              <a:rPr lang="en-US" sz="2667" b="1" dirty="0">
                <a:solidFill>
                  <a:schemeClr val="tx1"/>
                </a:solidFill>
              </a:rPr>
              <a:t>more than join us at…</a:t>
            </a:r>
            <a:br>
              <a:rPr lang="en-US" sz="2667" b="1" dirty="0">
                <a:solidFill>
                  <a:schemeClr val="tx1"/>
                </a:solidFill>
              </a:rPr>
            </a:br>
            <a:r>
              <a:rPr lang="en-US" sz="1733" dirty="0"/>
              <a:t> </a:t>
            </a:r>
          </a:p>
          <a:p>
            <a:pPr marL="380990" indent="-38099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733" dirty="0"/>
              <a:t>NMOP on </a:t>
            </a:r>
            <a:r>
              <a:rPr lang="en-US" sz="1733" b="1" dirty="0"/>
              <a:t>Friday 09:00 – 11:00</a:t>
            </a:r>
            <a:r>
              <a:rPr lang="en-US" sz="1733" dirty="0"/>
              <a:t> at the Grand Ballroom 1 for Message Broker, Telemetry Message and Message Key document updates and hackathon related details.</a:t>
            </a:r>
          </a:p>
        </p:txBody>
      </p:sp>
      <p:pic>
        <p:nvPicPr>
          <p:cNvPr id="1026" name="3F91650C-2427-4F17-BB5E-2B8AA9BBCEED" descr="IMG_5241.JPG">
            <a:extLst>
              <a:ext uri="{FF2B5EF4-FFF2-40B4-BE49-F238E27FC236}">
                <a16:creationId xmlns:a16="http://schemas.microsoft.com/office/drawing/2014/main" id="{5F1ABF85-44F3-317B-5F08-2E3C4A6190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2516" y="479640"/>
            <a:ext cx="2340469" cy="41608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4093C-DC3C-6F06-B43A-DA49375F2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23839-2C3F-C4EE-4589-82ED2EE031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70480"/>
            <a:ext cx="10886440" cy="3606484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7200" dirty="0">
                <a:latin typeface="Calibri Body"/>
              </a:rPr>
              <a:t>Backup</a:t>
            </a:r>
            <a:endParaRPr lang="en-US" sz="7200" dirty="0">
              <a:solidFill>
                <a:srgbClr val="FF0000"/>
              </a:solidFill>
              <a:latin typeface="Calibri Body"/>
            </a:endParaRP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D039C72B-B5FE-3699-647F-08CDE22C4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de-CH" sz="1400" smtClean="0"/>
              <a:t>23</a:t>
            </a:fld>
            <a:endParaRPr lang="de-CH" sz="1400" dirty="0"/>
          </a:p>
        </p:txBody>
      </p:sp>
    </p:spTree>
    <p:extLst>
      <p:ext uri="{BB962C8B-B14F-4D97-AF65-F5344CB8AC3E}">
        <p14:creationId xmlns:p14="http://schemas.microsoft.com/office/powerpoint/2010/main" val="19112188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B90EF-8FB5-5112-4E13-96584E18D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63DE5-D7A4-3591-E3FF-650F77756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An Architecture for YANG-Push to Message Broker Integration</a:t>
            </a:r>
            <a:br>
              <a:rPr lang="en-US" sz="3600" dirty="0"/>
            </a:br>
            <a:r>
              <a:rPr lang="en-US" sz="2700" dirty="0">
                <a:solidFill>
                  <a:schemeClr val="bg2">
                    <a:lumMod val="75000"/>
                  </a:schemeClr>
                </a:solidFill>
              </a:rPr>
              <a:t>Normative References, State and Reviewers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2350B8A-B723-6442-A68D-9157CC58C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en-US" sz="1400" smtClean="0"/>
              <a:t>24</a:t>
            </a:fld>
            <a:endParaRPr lang="en-US" sz="1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6837E2C-7DD9-62B8-E009-509CDFF94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3367"/>
              </p:ext>
            </p:extLst>
          </p:nvPr>
        </p:nvGraphicFramePr>
        <p:xfrm>
          <a:off x="919479" y="1601042"/>
          <a:ext cx="10927079" cy="512572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753468">
                  <a:extLst>
                    <a:ext uri="{9D8B030D-6E8A-4147-A177-3AD203B41FA5}">
                      <a16:colId xmlns:a16="http://schemas.microsoft.com/office/drawing/2014/main" val="862637982"/>
                    </a:ext>
                  </a:extLst>
                </a:gridCol>
                <a:gridCol w="3725470">
                  <a:extLst>
                    <a:ext uri="{9D8B030D-6E8A-4147-A177-3AD203B41FA5}">
                      <a16:colId xmlns:a16="http://schemas.microsoft.com/office/drawing/2014/main" val="3802101120"/>
                    </a:ext>
                  </a:extLst>
                </a:gridCol>
                <a:gridCol w="1893954">
                  <a:extLst>
                    <a:ext uri="{9D8B030D-6E8A-4147-A177-3AD203B41FA5}">
                      <a16:colId xmlns:a16="http://schemas.microsoft.com/office/drawing/2014/main" val="2584922424"/>
                    </a:ext>
                  </a:extLst>
                </a:gridCol>
                <a:gridCol w="3554187">
                  <a:extLst>
                    <a:ext uri="{9D8B030D-6E8A-4147-A177-3AD203B41FA5}">
                      <a16:colId xmlns:a16="http://schemas.microsoft.com/office/drawing/2014/main" val="35086052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Working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Document</a:t>
                      </a:r>
                      <a:r>
                        <a:rPr lang="de-CH" dirty="0"/>
                        <a:t>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Document</a:t>
                      </a:r>
                      <a:r>
                        <a:rPr lang="de-CH" dirty="0"/>
                        <a:t>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Reviews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16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sz="1200" dirty="0"/>
                        <a:t>NETCONF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2"/>
                        </a:rPr>
                        <a:t>draft-ietf-netconf-notif-envelope-04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WG Document (passed working group last call) and is looking for a shepherd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OPSDIR Early review by Joe Clarke</a:t>
                      </a:r>
                    </a:p>
                    <a:p>
                      <a:r>
                        <a:rPr lang="en-US" sz="1200" dirty="0"/>
                        <a:t>YANGDOCTORS Early review (of -02) by Jürgen Schönwälder</a:t>
                      </a:r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11646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dirty="0"/>
                        <a:t>NETCONF</a:t>
                      </a:r>
                    </a:p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3"/>
                        </a:rPr>
                        <a:t>draft-ietf-netconf-yang-library-augmentedby-17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RFC editor queue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OPSDIR Early review (of -08 and -14) by Sheng Jiang, Xiao Min</a:t>
                      </a:r>
                    </a:p>
                    <a:p>
                      <a:r>
                        <a:rPr lang="en-US" sz="1200" dirty="0"/>
                        <a:t>YANGDOCTORS Early review (of -07 and -13) by Andy Bierman</a:t>
                      </a:r>
                    </a:p>
                    <a:p>
                      <a:r>
                        <a:rPr lang="de-CH" sz="1200" dirty="0"/>
                        <a:t>SECDIR review (of -14 and -15) </a:t>
                      </a:r>
                      <a:r>
                        <a:rPr lang="de-CH" sz="1200" dirty="0" err="1"/>
                        <a:t>by</a:t>
                      </a:r>
                      <a:r>
                        <a:rPr lang="de-CH" sz="1200" dirty="0"/>
                        <a:t> Rich Salz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2679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dirty="0"/>
                        <a:t>NETCONF</a:t>
                      </a:r>
                    </a:p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4"/>
                        </a:rPr>
                        <a:t>draft-ietf-netconf-yang-notifications-versioning-11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Working group last call past- Pending shepherd review.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YANGDOCTORS Early Review due 2025-10-29</a:t>
                      </a:r>
                    </a:p>
                    <a:p>
                      <a:r>
                        <a:rPr lang="en-US" sz="1200" dirty="0"/>
                        <a:t>OPSDIR review (of -10) by Gabriele Galimberti</a:t>
                      </a:r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805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dirty="0"/>
                        <a:t>NETCONF</a:t>
                      </a:r>
                    </a:p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5"/>
                        </a:rPr>
                        <a:t>draft-ietf-netconf-yp-transport-capabilities-05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Submitted to IESG for Publication 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OPSDIR IETF Last Call review by Xiao Min</a:t>
                      </a:r>
                    </a:p>
                    <a:p>
                      <a:r>
                        <a:rPr lang="en-US" sz="1200" dirty="0"/>
                        <a:t>TSVART IETF Last Call review by Tommy Pauly</a:t>
                      </a:r>
                    </a:p>
                    <a:p>
                      <a:r>
                        <a:rPr lang="en-US" sz="1200" dirty="0"/>
                        <a:t>YANGDOCTORS IETF Last Call review by Jan Lindblad</a:t>
                      </a:r>
                    </a:p>
                    <a:p>
                      <a:r>
                        <a:rPr lang="en-US" sz="1200" dirty="0"/>
                        <a:t>OPSDIR Early review (of -03) by Xiao Min</a:t>
                      </a:r>
                    </a:p>
                    <a:p>
                      <a:r>
                        <a:rPr lang="en-US" sz="1200" dirty="0"/>
                        <a:t>YANGDOCTORS Early review (of -01) by Jan Lindblad</a:t>
                      </a:r>
                    </a:p>
                    <a:p>
                      <a:r>
                        <a:rPr lang="en-US" sz="1200" dirty="0"/>
                        <a:t>SECDIR IETF Last Call Review due 2025-10-18</a:t>
                      </a:r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993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sz="1200" dirty="0"/>
                        <a:t>NMOP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6"/>
                        </a:rPr>
                        <a:t>draft-ietf-nmop-yang-message-broker-integration-11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WG Document (request for working group last call at IETF 124)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5303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sz="1200" dirty="0"/>
                        <a:t>NMOP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7"/>
                        </a:rPr>
                        <a:t>draft-ietf-nmop-message-broker-telemetry-message-04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WG Document (request for working group last call at IETF 125)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YANGDOCTORS Early review (of -02) by Martin Björklund</a:t>
                      </a:r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76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7027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DB363-D8A8-5600-4493-8EBF33E93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B38BF-943B-E87B-35FF-EC15CB8E4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An Architecture for YANG-Push to Message Broker Integration</a:t>
            </a:r>
            <a:br>
              <a:rPr lang="en-US" sz="3600" dirty="0"/>
            </a:br>
            <a:r>
              <a:rPr lang="en-US" sz="2700" dirty="0">
                <a:solidFill>
                  <a:schemeClr val="bg2">
                    <a:lumMod val="75000"/>
                  </a:schemeClr>
                </a:solidFill>
              </a:rPr>
              <a:t>Informative References, State and Reviewers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2B59FCFE-20E3-BD78-B5F4-C48AB55E6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7892" y="6361637"/>
            <a:ext cx="414251" cy="365125"/>
          </a:xfrm>
        </p:spPr>
        <p:txBody>
          <a:bodyPr/>
          <a:lstStyle/>
          <a:p>
            <a:fld id="{FC4AC485-25DE-431E-B345-9C0A15BB7F8A}" type="slidenum">
              <a:rPr lang="en-US" sz="1400" smtClean="0"/>
              <a:t>25</a:t>
            </a:fld>
            <a:endParaRPr lang="en-US" sz="1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E7CEF41-5DBF-BE8C-3E2D-7F5D56B757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3148338"/>
              </p:ext>
            </p:extLst>
          </p:nvPr>
        </p:nvGraphicFramePr>
        <p:xfrm>
          <a:off x="919480" y="1601359"/>
          <a:ext cx="10927079" cy="440436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753468">
                  <a:extLst>
                    <a:ext uri="{9D8B030D-6E8A-4147-A177-3AD203B41FA5}">
                      <a16:colId xmlns:a16="http://schemas.microsoft.com/office/drawing/2014/main" val="862637982"/>
                    </a:ext>
                  </a:extLst>
                </a:gridCol>
                <a:gridCol w="3725470">
                  <a:extLst>
                    <a:ext uri="{9D8B030D-6E8A-4147-A177-3AD203B41FA5}">
                      <a16:colId xmlns:a16="http://schemas.microsoft.com/office/drawing/2014/main" val="3802101120"/>
                    </a:ext>
                  </a:extLst>
                </a:gridCol>
                <a:gridCol w="1893954">
                  <a:extLst>
                    <a:ext uri="{9D8B030D-6E8A-4147-A177-3AD203B41FA5}">
                      <a16:colId xmlns:a16="http://schemas.microsoft.com/office/drawing/2014/main" val="2584922424"/>
                    </a:ext>
                  </a:extLst>
                </a:gridCol>
                <a:gridCol w="3554187">
                  <a:extLst>
                    <a:ext uri="{9D8B030D-6E8A-4147-A177-3AD203B41FA5}">
                      <a16:colId xmlns:a16="http://schemas.microsoft.com/office/drawing/2014/main" val="35086052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Working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Document</a:t>
                      </a:r>
                      <a:r>
                        <a:rPr lang="de-CH" dirty="0"/>
                        <a:t>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Document</a:t>
                      </a:r>
                      <a:r>
                        <a:rPr lang="de-CH" dirty="0"/>
                        <a:t>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Reviews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16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sz="1200" dirty="0"/>
                        <a:t>NETCONF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2"/>
                        </a:rPr>
                        <a:t>draft-ietf-netconf-udp-notif-25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AD review received. Pending confirmation.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OPSDIR Early review (of -21) by Tina Tsou</a:t>
                      </a:r>
                    </a:p>
                    <a:p>
                      <a:r>
                        <a:rPr lang="en-US" sz="1200" dirty="0"/>
                        <a:t>YANGDOCTORS Early review (of -20) by Jürgen Schönwälder</a:t>
                      </a:r>
                    </a:p>
                    <a:p>
                      <a:r>
                        <a:rPr lang="en-US" sz="1200" dirty="0"/>
                        <a:t>TSVART Early review (of -11) by Michael </a:t>
                      </a:r>
                      <a:r>
                        <a:rPr lang="en-US" sz="1200" dirty="0" err="1"/>
                        <a:t>Tüxen</a:t>
                      </a:r>
                      <a:endParaRPr lang="en-US" sz="1200" dirty="0"/>
                    </a:p>
                    <a:p>
                      <a:r>
                        <a:rPr lang="en-US" sz="1200" dirty="0"/>
                        <a:t>TSVART Early Review due 2025-10-23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11646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dirty="0"/>
                        <a:t>NETCONF</a:t>
                      </a:r>
                    </a:p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3"/>
                        </a:rPr>
                        <a:t>draft-ietf-netconf-udp-client-server-10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Publication Requested 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OPSDIR Early review (of -07) by Ran Chen</a:t>
                      </a:r>
                    </a:p>
                    <a:p>
                      <a:r>
                        <a:rPr lang="en-US" sz="1200" dirty="0"/>
                        <a:t>TSVART Early review (of -06) by Joerg Ott </a:t>
                      </a:r>
                    </a:p>
                    <a:p>
                      <a:r>
                        <a:rPr lang="en-US" sz="1200" dirty="0"/>
                        <a:t>YANGDOCTORS Early review (of -06) by Jürgen Schönwälder</a:t>
                      </a:r>
                    </a:p>
                    <a:p>
                      <a:r>
                        <a:rPr lang="en-US" sz="1200" dirty="0"/>
                        <a:t>GENART review (of -09) by Elwin Davies</a:t>
                      </a:r>
                    </a:p>
                    <a:p>
                      <a:r>
                        <a:rPr lang="en-US" sz="1200" dirty="0"/>
                        <a:t>DNSDIR review (of -09) by Peter Van Dijk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2679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dirty="0"/>
                        <a:t>NETCONF</a:t>
                      </a:r>
                    </a:p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4"/>
                        </a:rPr>
                        <a:t>draft-ietf-netconf-distributed-notif-18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AD review received. Pending confirmation.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OPSDIR Early review (of -14) by Jürgen Schönwälder</a:t>
                      </a:r>
                    </a:p>
                    <a:p>
                      <a:r>
                        <a:rPr lang="en-US" sz="1200" dirty="0"/>
                        <a:t>YANGDOCTORS Early review (of -13 and -17) by Martin Björklund </a:t>
                      </a:r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8055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dirty="0"/>
                        <a:t>NETMOD</a:t>
                      </a:r>
                    </a:p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200" dirty="0">
                          <a:hlinkClick r:id="rId5"/>
                        </a:rPr>
                        <a:t>draft-ietf-nmop-yang-anydata-validation-00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Working group adopted at IETF 124.</a:t>
                      </a:r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993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5303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768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76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2313</Words>
  <Application>Microsoft Office PowerPoint</Application>
  <PresentationFormat>Widescreen</PresentationFormat>
  <Paragraphs>414</Paragraphs>
  <Slides>25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Arial</vt:lpstr>
      <vt:lpstr>Calibri</vt:lpstr>
      <vt:lpstr>Calibri Body</vt:lpstr>
      <vt:lpstr>Calibri Light</vt:lpstr>
      <vt:lpstr>Courier New</vt:lpstr>
      <vt:lpstr>Noto Sans Symbols</vt:lpstr>
      <vt:lpstr>Wingdings</vt:lpstr>
      <vt:lpstr>Office Theme</vt:lpstr>
      <vt:lpstr>PowerPoint Presentation</vt:lpstr>
      <vt:lpstr>An Architecture for YANG-Push to Message Broker Integration Status from -10 and -11 and Next Steps</vt:lpstr>
      <vt:lpstr>Validate YANG-Push to Message Broker End-To-End Data Processing Chain IETF 125 Hackathon, March 14-15th 2026</vt:lpstr>
      <vt:lpstr>Hackathon Plan, Software and Website</vt:lpstr>
      <vt:lpstr>Hackathon – Repositories</vt:lpstr>
      <vt:lpstr>An Architecture for YANG-Push  to Message Broker Integration  draft-ietf-nmop-yang-message-broker-integration draft-ietf-nmop-message-broker-telemetry-message draft-ietf-nmop-yang-message-broker-message-key draft-netana-nmop-message-broker-bmp-telemetry-message </vt:lpstr>
      <vt:lpstr>YANG-Push Publisher - Subscription</vt:lpstr>
      <vt:lpstr>YANG-Push Publisher - Notifications</vt:lpstr>
      <vt:lpstr>PowerPoint Presentation</vt:lpstr>
      <vt:lpstr>PowerPoint Presentation</vt:lpstr>
      <vt:lpstr>YANG-Push Receiver - NetGauze</vt:lpstr>
      <vt:lpstr>YANG Schema Registry</vt:lpstr>
      <vt:lpstr>Message Broker Producer - NetGauze</vt:lpstr>
      <vt:lpstr>Message Broker Consumer – NetGauze (1)</vt:lpstr>
      <vt:lpstr>Message Broker Consumer – NetGauze (2)</vt:lpstr>
      <vt:lpstr>Message Broker Consumer – Cisco Crosswork (1)</vt:lpstr>
      <vt:lpstr>Message Broker Consumer – Cisco Crosswork (2)</vt:lpstr>
      <vt:lpstr>Message Broker Consumer – Cisco Crosswork (3)</vt:lpstr>
      <vt:lpstr>PowerPoint Presentation</vt:lpstr>
      <vt:lpstr>Next Steps from IETF 124 Hackathon…</vt:lpstr>
      <vt:lpstr>Next Steps for IETF 126 and 127 Hackathon…</vt:lpstr>
      <vt:lpstr>Thanks to…</vt:lpstr>
      <vt:lpstr>PowerPoint Presentation</vt:lpstr>
      <vt:lpstr>An Architecture for YANG-Push to Message Broker Integration Normative References, State and Reviewers</vt:lpstr>
      <vt:lpstr>An Architecture for YANG-Push to Message Broker Integration Informative References, State and Reviewers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 Präsentation</dc:title>
  <dc:creator>Graf Thomas, INI-ONE-WSN-DCF</dc:creator>
  <cp:lastModifiedBy>Graf Thomas, SCS-INI-NET-VNC-E2E</cp:lastModifiedBy>
  <cp:revision>263</cp:revision>
  <dcterms:created xsi:type="dcterms:W3CDTF">2019-11-29T14:22:02Z</dcterms:created>
  <dcterms:modified xsi:type="dcterms:W3CDTF">2026-03-18T01:33:56Z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1fccfb-80ca-4fe1-a574-1516544edb53_Enabled">
    <vt:lpwstr>true</vt:lpwstr>
  </property>
  <property fmtid="{D5CDD505-2E9C-101B-9397-08002B2CF9AE}" pid="3" name="MSIP_Label_2e1fccfb-80ca-4fe1-a574-1516544edb53_SetDate">
    <vt:lpwstr>2023-03-20T10:46:29Z</vt:lpwstr>
  </property>
  <property fmtid="{D5CDD505-2E9C-101B-9397-08002B2CF9AE}" pid="4" name="MSIP_Label_2e1fccfb-80ca-4fe1-a574-1516544edb53_Method">
    <vt:lpwstr>Standard</vt:lpwstr>
  </property>
  <property fmtid="{D5CDD505-2E9C-101B-9397-08002B2CF9AE}" pid="5" name="MSIP_Label_2e1fccfb-80ca-4fe1-a574-1516544edb53_Name">
    <vt:lpwstr>C2 Internal</vt:lpwstr>
  </property>
  <property fmtid="{D5CDD505-2E9C-101B-9397-08002B2CF9AE}" pid="6" name="MSIP_Label_2e1fccfb-80ca-4fe1-a574-1516544edb53_SiteId">
    <vt:lpwstr>364e5b87-c1c7-420d-9bee-c35d19b557a1</vt:lpwstr>
  </property>
  <property fmtid="{D5CDD505-2E9C-101B-9397-08002B2CF9AE}" pid="7" name="MSIP_Label_2e1fccfb-80ca-4fe1-a574-1516544edb53_ActionId">
    <vt:lpwstr>f20e7325-fc30-45a7-a02f-991797c0d813</vt:lpwstr>
  </property>
  <property fmtid="{D5CDD505-2E9C-101B-9397-08002B2CF9AE}" pid="8" name="MSIP_Label_2e1fccfb-80ca-4fe1-a574-1516544edb53_ContentBits">
    <vt:lpwstr>0</vt:lpwstr>
  </property>
  <property fmtid="{D5CDD505-2E9C-101B-9397-08002B2CF9AE}" pid="9" name="Sensitivity">
    <vt:lpwstr>C2 General</vt:lpwstr>
  </property>
</Properties>
</file>