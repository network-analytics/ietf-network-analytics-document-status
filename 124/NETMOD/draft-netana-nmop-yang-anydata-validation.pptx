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1041" r:id="rId2"/>
    <p:sldId id="2145706247" r:id="rId3"/>
    <p:sldId id="2145706245" r:id="rId4"/>
    <p:sldId id="2145706255" r:id="rId5"/>
    <p:sldId id="2145706249" r:id="rId6"/>
    <p:sldId id="2145706248" r:id="rId7"/>
    <p:sldId id="2145706253" r:id="rId8"/>
    <p:sldId id="2145706252" r:id="rId9"/>
    <p:sldId id="2145706246" r:id="rId10"/>
    <p:sldId id="2145706254" r:id="rId11"/>
    <p:sldId id="2145706250" r:id="rId12"/>
    <p:sldId id="2145706251"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54" autoAdjust="0"/>
    <p:restoredTop sz="94660"/>
  </p:normalViewPr>
  <p:slideViewPr>
    <p:cSldViewPr snapToGrid="0">
      <p:cViewPr varScale="1">
        <p:scale>
          <a:sx n="212" d="100"/>
          <a:sy n="212" d="100"/>
        </p:scale>
        <p:origin x="1504" y="2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INI-NET-VNC-HCS" userId="487bc3e3-9ce7-4cdd-b7b4-8899ea88d289" providerId="ADAL" clId="{FF1E8771-B1E8-4CEC-B725-4345F27D3194}"/>
    <pc:docChg chg="undo redo custSel addSld delSld modSld sldOrd">
      <pc:chgData name="Graf Thomas, INI-NET-VNC-HCS" userId="487bc3e3-9ce7-4cdd-b7b4-8899ea88d289" providerId="ADAL" clId="{FF1E8771-B1E8-4CEC-B725-4345F27D3194}" dt="2023-11-07T12:40:28.631" v="4365" actId="20577"/>
      <pc:docMkLst>
        <pc:docMk/>
      </pc:docMkLst>
      <pc:sldChg chg="modSp add mod">
        <pc:chgData name="Graf Thomas, INI-NET-VNC-HCS" userId="487bc3e3-9ce7-4cdd-b7b4-8899ea88d289" providerId="ADAL" clId="{FF1E8771-B1E8-4CEC-B725-4345F27D3194}" dt="2023-10-29T07:51:39.100" v="2599"/>
        <pc:sldMkLst>
          <pc:docMk/>
          <pc:sldMk cId="3578665336" sldId="1041"/>
        </pc:sldMkLst>
        <pc:spChg chg="mod">
          <ac:chgData name="Graf Thomas, INI-NET-VNC-HCS" userId="487bc3e3-9ce7-4cdd-b7b4-8899ea88d289" providerId="ADAL" clId="{FF1E8771-B1E8-4CEC-B725-4345F27D3194}" dt="2023-10-29T07:51:39.100" v="2599"/>
          <ac:spMkLst>
            <pc:docMk/>
            <pc:sldMk cId="3578665336" sldId="1041"/>
            <ac:spMk id="5" creationId="{C26208B2-0D10-4C23-B2DE-372A62E98644}"/>
          </ac:spMkLst>
        </pc:spChg>
        <pc:spChg chg="mod">
          <ac:chgData name="Graf Thomas, INI-NET-VNC-HCS" userId="487bc3e3-9ce7-4cdd-b7b4-8899ea88d289" providerId="ADAL" clId="{FF1E8771-B1E8-4CEC-B725-4345F27D3194}" dt="2023-10-29T07:51:14.112" v="2596" actId="20577"/>
          <ac:spMkLst>
            <pc:docMk/>
            <pc:sldMk cId="3578665336" sldId="1041"/>
            <ac:spMk id="6" creationId="{6CAA0765-1318-4A03-8F91-D3ECC43D8FA7}"/>
          </ac:spMkLst>
        </pc:spChg>
      </pc:sldChg>
      <pc:sldChg chg="del">
        <pc:chgData name="Graf Thomas, INI-NET-VNC-HCS" userId="487bc3e3-9ce7-4cdd-b7b4-8899ea88d289" providerId="ADAL" clId="{FF1E8771-B1E8-4CEC-B725-4345F27D3194}" dt="2023-10-28T09:18:27.609" v="1522" actId="47"/>
        <pc:sldMkLst>
          <pc:docMk/>
          <pc:sldMk cId="958437681" sldId="26413"/>
        </pc:sldMkLst>
      </pc:sldChg>
      <pc:sldChg chg="del">
        <pc:chgData name="Graf Thomas, INI-NET-VNC-HCS" userId="487bc3e3-9ce7-4cdd-b7b4-8899ea88d289" providerId="ADAL" clId="{FF1E8771-B1E8-4CEC-B725-4345F27D3194}" dt="2023-10-28T09:18:13.119" v="1521" actId="47"/>
        <pc:sldMkLst>
          <pc:docMk/>
          <pc:sldMk cId="731853391" sldId="26414"/>
        </pc:sldMkLst>
      </pc:sldChg>
      <pc:sldChg chg="modSp mod ord">
        <pc:chgData name="Graf Thomas, INI-NET-VNC-HCS" userId="487bc3e3-9ce7-4cdd-b7b4-8899ea88d289" providerId="ADAL" clId="{FF1E8771-B1E8-4CEC-B725-4345F27D3194}" dt="2023-11-07T12:40:28.631" v="4365" actId="20577"/>
        <pc:sldMkLst>
          <pc:docMk/>
          <pc:sldMk cId="2578889968" sldId="26415"/>
        </pc:sldMkLst>
        <pc:spChg chg="mod">
          <ac:chgData name="Graf Thomas, INI-NET-VNC-HCS" userId="487bc3e3-9ce7-4cdd-b7b4-8899ea88d289" providerId="ADAL" clId="{FF1E8771-B1E8-4CEC-B725-4345F27D3194}" dt="2023-10-29T08:40:06.208" v="3878" actId="20577"/>
          <ac:spMkLst>
            <pc:docMk/>
            <pc:sldMk cId="2578889968" sldId="26415"/>
            <ac:spMk id="2" creationId="{FF20F271-6F0D-4AC0-BB1D-F5C338165C13}"/>
          </ac:spMkLst>
        </pc:spChg>
        <pc:spChg chg="mod">
          <ac:chgData name="Graf Thomas, INI-NET-VNC-HCS" userId="487bc3e3-9ce7-4cdd-b7b4-8899ea88d289" providerId="ADAL" clId="{FF1E8771-B1E8-4CEC-B725-4345F27D3194}" dt="2023-11-07T12:40:28.631" v="4365" actId="20577"/>
          <ac:spMkLst>
            <pc:docMk/>
            <pc:sldMk cId="2578889968" sldId="26415"/>
            <ac:spMk id="3" creationId="{29C0DFD4-432D-4B0C-93DF-790441DCF5B9}"/>
          </ac:spMkLst>
        </pc:spChg>
        <pc:spChg chg="mod">
          <ac:chgData name="Graf Thomas, INI-NET-VNC-HCS" userId="487bc3e3-9ce7-4cdd-b7b4-8899ea88d289" providerId="ADAL" clId="{FF1E8771-B1E8-4CEC-B725-4345F27D3194}" dt="2023-10-29T08:54:59.184" v="4181" actId="20577"/>
          <ac:spMkLst>
            <pc:docMk/>
            <pc:sldMk cId="2578889968" sldId="26415"/>
            <ac:spMk id="7" creationId="{BF6DCC5D-2508-4A9B-B734-C8C5147F93FB}"/>
          </ac:spMkLst>
        </pc:spChg>
        <pc:picChg chg="mod">
          <ac:chgData name="Graf Thomas, INI-NET-VNC-HCS" userId="487bc3e3-9ce7-4cdd-b7b4-8899ea88d289" providerId="ADAL" clId="{FF1E8771-B1E8-4CEC-B725-4345F27D3194}" dt="2023-10-29T08:40:13.984" v="3880" actId="1076"/>
          <ac:picMkLst>
            <pc:docMk/>
            <pc:sldMk cId="2578889968" sldId="26415"/>
            <ac:picMk id="6" creationId="{D4F5E154-1C25-441B-90CF-A1443F6D1EF8}"/>
          </ac:picMkLst>
        </pc:picChg>
      </pc:sldChg>
      <pc:sldChg chg="del">
        <pc:chgData name="Graf Thomas, INI-NET-VNC-HCS" userId="487bc3e3-9ce7-4cdd-b7b4-8899ea88d289" providerId="ADAL" clId="{FF1E8771-B1E8-4CEC-B725-4345F27D3194}" dt="2023-10-28T09:18:13.119" v="1521" actId="47"/>
        <pc:sldMkLst>
          <pc:docMk/>
          <pc:sldMk cId="491102176" sldId="26417"/>
        </pc:sldMkLst>
      </pc:sldChg>
      <pc:sldChg chg="del">
        <pc:chgData name="Graf Thomas, INI-NET-VNC-HCS" userId="487bc3e3-9ce7-4cdd-b7b4-8899ea88d289" providerId="ADAL" clId="{FF1E8771-B1E8-4CEC-B725-4345F27D3194}" dt="2023-10-28T09:18:27.609" v="1522" actId="47"/>
        <pc:sldMkLst>
          <pc:docMk/>
          <pc:sldMk cId="3264932988" sldId="26418"/>
        </pc:sldMkLst>
      </pc:sldChg>
      <pc:sldChg chg="del">
        <pc:chgData name="Graf Thomas, INI-NET-VNC-HCS" userId="487bc3e3-9ce7-4cdd-b7b4-8899ea88d289" providerId="ADAL" clId="{FF1E8771-B1E8-4CEC-B725-4345F27D3194}" dt="2023-10-28T09:18:13.119" v="1521" actId="47"/>
        <pc:sldMkLst>
          <pc:docMk/>
          <pc:sldMk cId="1845302357" sldId="26419"/>
        </pc:sldMkLst>
      </pc:sldChg>
      <pc:sldChg chg="del">
        <pc:chgData name="Graf Thomas, INI-NET-VNC-HCS" userId="487bc3e3-9ce7-4cdd-b7b4-8899ea88d289" providerId="ADAL" clId="{FF1E8771-B1E8-4CEC-B725-4345F27D3194}" dt="2023-10-28T09:18:13.119" v="1521" actId="47"/>
        <pc:sldMkLst>
          <pc:docMk/>
          <pc:sldMk cId="1791309709" sldId="26420"/>
        </pc:sldMkLst>
      </pc:sldChg>
      <pc:sldChg chg="del">
        <pc:chgData name="Graf Thomas, INI-NET-VNC-HCS" userId="487bc3e3-9ce7-4cdd-b7b4-8899ea88d289" providerId="ADAL" clId="{FF1E8771-B1E8-4CEC-B725-4345F27D3194}" dt="2023-10-28T09:18:13.119" v="1521" actId="47"/>
        <pc:sldMkLst>
          <pc:docMk/>
          <pc:sldMk cId="1585153174" sldId="26421"/>
        </pc:sldMkLst>
      </pc:sldChg>
      <pc:sldChg chg="del">
        <pc:chgData name="Graf Thomas, INI-NET-VNC-HCS" userId="487bc3e3-9ce7-4cdd-b7b4-8899ea88d289" providerId="ADAL" clId="{FF1E8771-B1E8-4CEC-B725-4345F27D3194}" dt="2023-10-28T09:18:13.119" v="1521" actId="47"/>
        <pc:sldMkLst>
          <pc:docMk/>
          <pc:sldMk cId="1088069469" sldId="26422"/>
        </pc:sldMkLst>
      </pc:sldChg>
      <pc:sldChg chg="del">
        <pc:chgData name="Graf Thomas, INI-NET-VNC-HCS" userId="487bc3e3-9ce7-4cdd-b7b4-8899ea88d289" providerId="ADAL" clId="{FF1E8771-B1E8-4CEC-B725-4345F27D3194}" dt="2023-10-28T09:18:13.119" v="1521" actId="47"/>
        <pc:sldMkLst>
          <pc:docMk/>
          <pc:sldMk cId="1407006386" sldId="26423"/>
        </pc:sldMkLst>
      </pc:sldChg>
      <pc:sldChg chg="addSp delSp modSp mod">
        <pc:chgData name="Graf Thomas, INI-NET-VNC-HCS" userId="487bc3e3-9ce7-4cdd-b7b4-8899ea88d289" providerId="ADAL" clId="{FF1E8771-B1E8-4CEC-B725-4345F27D3194}" dt="2023-10-29T08:55:21.493" v="4206" actId="20577"/>
        <pc:sldMkLst>
          <pc:docMk/>
          <pc:sldMk cId="320697580" sldId="26425"/>
        </pc:sldMkLst>
        <pc:spChg chg="del mod">
          <ac:chgData name="Graf Thomas, INI-NET-VNC-HCS" userId="487bc3e3-9ce7-4cdd-b7b4-8899ea88d289" providerId="ADAL" clId="{FF1E8771-B1E8-4CEC-B725-4345F27D3194}" dt="2023-10-29T08:45:49.401" v="4026" actId="478"/>
          <ac:spMkLst>
            <pc:docMk/>
            <pc:sldMk cId="320697580" sldId="26425"/>
            <ac:spMk id="2" creationId="{FF20F271-6F0D-4AC0-BB1D-F5C338165C13}"/>
          </ac:spMkLst>
        </pc:spChg>
        <pc:spChg chg="mod">
          <ac:chgData name="Graf Thomas, INI-NET-VNC-HCS" userId="487bc3e3-9ce7-4cdd-b7b4-8899ea88d289" providerId="ADAL" clId="{FF1E8771-B1E8-4CEC-B725-4345F27D3194}" dt="2023-10-29T08:49:12.517" v="4109" actId="20577"/>
          <ac:spMkLst>
            <pc:docMk/>
            <pc:sldMk cId="320697580" sldId="26425"/>
            <ac:spMk id="3" creationId="{29C0DFD4-432D-4B0C-93DF-790441DCF5B9}"/>
          </ac:spMkLst>
        </pc:spChg>
        <pc:spChg chg="add del mod">
          <ac:chgData name="Graf Thomas, INI-NET-VNC-HCS" userId="487bc3e3-9ce7-4cdd-b7b4-8899ea88d289" providerId="ADAL" clId="{FF1E8771-B1E8-4CEC-B725-4345F27D3194}" dt="2023-10-29T08:45:52.946" v="4027" actId="478"/>
          <ac:spMkLst>
            <pc:docMk/>
            <pc:sldMk cId="320697580" sldId="26425"/>
            <ac:spMk id="5" creationId="{12A9AC5C-B00D-CFD0-CBCF-2955AEF6878A}"/>
          </ac:spMkLst>
        </pc:spChg>
        <pc:spChg chg="add mod">
          <ac:chgData name="Graf Thomas, INI-NET-VNC-HCS" userId="487bc3e3-9ce7-4cdd-b7b4-8899ea88d289" providerId="ADAL" clId="{FF1E8771-B1E8-4CEC-B725-4345F27D3194}" dt="2023-10-29T08:55:21.493" v="4206" actId="20577"/>
          <ac:spMkLst>
            <pc:docMk/>
            <pc:sldMk cId="320697580" sldId="26425"/>
            <ac:spMk id="6" creationId="{ABB61075-2877-B162-7D8F-97EC17B8DF39}"/>
          </ac:spMkLst>
        </pc:spChg>
        <pc:spChg chg="add mod">
          <ac:chgData name="Graf Thomas, INI-NET-VNC-HCS" userId="487bc3e3-9ce7-4cdd-b7b4-8899ea88d289" providerId="ADAL" clId="{FF1E8771-B1E8-4CEC-B725-4345F27D3194}" dt="2023-10-29T08:49:45.941" v="4112" actId="692"/>
          <ac:spMkLst>
            <pc:docMk/>
            <pc:sldMk cId="320697580" sldId="26425"/>
            <ac:spMk id="7" creationId="{E751AA3A-A181-4E76-CC75-041686EB2C20}"/>
          </ac:spMkLst>
        </pc:spChg>
        <pc:spChg chg="add mod">
          <ac:chgData name="Graf Thomas, INI-NET-VNC-HCS" userId="487bc3e3-9ce7-4cdd-b7b4-8899ea88d289" providerId="ADAL" clId="{FF1E8771-B1E8-4CEC-B725-4345F27D3194}" dt="2023-10-29T08:49:56.491" v="4114" actId="692"/>
          <ac:spMkLst>
            <pc:docMk/>
            <pc:sldMk cId="320697580" sldId="26425"/>
            <ac:spMk id="8" creationId="{8F5B7433-6C2C-9F79-E743-B4F7F3199C49}"/>
          </ac:spMkLst>
        </pc:spChg>
        <pc:spChg chg="add mod">
          <ac:chgData name="Graf Thomas, INI-NET-VNC-HCS" userId="487bc3e3-9ce7-4cdd-b7b4-8899ea88d289" providerId="ADAL" clId="{FF1E8771-B1E8-4CEC-B725-4345F27D3194}" dt="2023-10-29T08:50:02.554" v="4116" actId="207"/>
          <ac:spMkLst>
            <pc:docMk/>
            <pc:sldMk cId="320697580" sldId="26425"/>
            <ac:spMk id="9" creationId="{94BED9E1-5205-DBA5-3A77-348AA6C3053F}"/>
          </ac:spMkLst>
        </pc:spChg>
        <pc:spChg chg="del">
          <ac:chgData name="Graf Thomas, INI-NET-VNC-HCS" userId="487bc3e3-9ce7-4cdd-b7b4-8899ea88d289" providerId="ADAL" clId="{FF1E8771-B1E8-4CEC-B725-4345F27D3194}" dt="2023-10-29T08:46:23.047" v="4074" actId="478"/>
          <ac:spMkLst>
            <pc:docMk/>
            <pc:sldMk cId="320697580" sldId="26425"/>
            <ac:spMk id="10" creationId="{DD44A8BB-E798-49BE-808F-AC92A5F105A6}"/>
          </ac:spMkLst>
        </pc:spChg>
        <pc:spChg chg="add mod">
          <ac:chgData name="Graf Thomas, INI-NET-VNC-HCS" userId="487bc3e3-9ce7-4cdd-b7b4-8899ea88d289" providerId="ADAL" clId="{FF1E8771-B1E8-4CEC-B725-4345F27D3194}" dt="2023-10-29T08:48:54.193" v="4101" actId="1076"/>
          <ac:spMkLst>
            <pc:docMk/>
            <pc:sldMk cId="320697580" sldId="26425"/>
            <ac:spMk id="12" creationId="{90965FCC-A737-3300-B8E1-B0BE166E90FD}"/>
          </ac:spMkLst>
        </pc:spChg>
        <pc:spChg chg="mod">
          <ac:chgData name="Graf Thomas, INI-NET-VNC-HCS" userId="487bc3e3-9ce7-4cdd-b7b4-8899ea88d289" providerId="ADAL" clId="{FF1E8771-B1E8-4CEC-B725-4345F27D3194}" dt="2023-10-29T08:47:58.159" v="4090" actId="1076"/>
          <ac:spMkLst>
            <pc:docMk/>
            <pc:sldMk cId="320697580" sldId="26425"/>
            <ac:spMk id="17" creationId="{8F78EE4C-6EFD-4363-A98F-3E5608669DF5}"/>
          </ac:spMkLst>
        </pc:spChg>
        <pc:spChg chg="add del mod">
          <ac:chgData name="Graf Thomas, INI-NET-VNC-HCS" userId="487bc3e3-9ce7-4cdd-b7b4-8899ea88d289" providerId="ADAL" clId="{FF1E8771-B1E8-4CEC-B725-4345F27D3194}" dt="2023-10-29T08:47:51.266" v="4087" actId="14100"/>
          <ac:spMkLst>
            <pc:docMk/>
            <pc:sldMk cId="320697580" sldId="26425"/>
            <ac:spMk id="19" creationId="{B0AC9776-B227-44FD-A2AC-1FDE0B6F1445}"/>
          </ac:spMkLst>
        </pc:spChg>
        <pc:spChg chg="del">
          <ac:chgData name="Graf Thomas, INI-NET-VNC-HCS" userId="487bc3e3-9ce7-4cdd-b7b4-8899ea88d289" providerId="ADAL" clId="{FF1E8771-B1E8-4CEC-B725-4345F27D3194}" dt="2023-10-29T08:47:26.210" v="4079" actId="478"/>
          <ac:spMkLst>
            <pc:docMk/>
            <pc:sldMk cId="320697580" sldId="26425"/>
            <ac:spMk id="20" creationId="{63E8849D-2264-4DF7-A868-9C9CF1546A76}"/>
          </ac:spMkLst>
        </pc:spChg>
        <pc:cxnChg chg="add mod">
          <ac:chgData name="Graf Thomas, INI-NET-VNC-HCS" userId="487bc3e3-9ce7-4cdd-b7b4-8899ea88d289" providerId="ADAL" clId="{FF1E8771-B1E8-4CEC-B725-4345F27D3194}" dt="2023-10-29T08:50:27.376" v="4125" actId="1076"/>
          <ac:cxnSpMkLst>
            <pc:docMk/>
            <pc:sldMk cId="320697580" sldId="26425"/>
            <ac:cxnSpMk id="13" creationId="{ABDEEB90-F9DE-4579-466A-4391823DABF7}"/>
          </ac:cxnSpMkLst>
        </pc:cxnChg>
        <pc:cxnChg chg="add mod">
          <ac:chgData name="Graf Thomas, INI-NET-VNC-HCS" userId="487bc3e3-9ce7-4cdd-b7b4-8899ea88d289" providerId="ADAL" clId="{FF1E8771-B1E8-4CEC-B725-4345F27D3194}" dt="2023-10-29T08:50:30.550" v="4127" actId="1076"/>
          <ac:cxnSpMkLst>
            <pc:docMk/>
            <pc:sldMk cId="320697580" sldId="26425"/>
            <ac:cxnSpMk id="14" creationId="{971CE727-7DCB-9E98-7B9C-B1ACC28EC9FF}"/>
          </ac:cxnSpMkLst>
        </pc:cxnChg>
        <pc:cxnChg chg="add del mod">
          <ac:chgData name="Graf Thomas, INI-NET-VNC-HCS" userId="487bc3e3-9ce7-4cdd-b7b4-8899ea88d289" providerId="ADAL" clId="{FF1E8771-B1E8-4CEC-B725-4345F27D3194}" dt="2023-10-29T08:50:24.693" v="4124" actId="1076"/>
          <ac:cxnSpMkLst>
            <pc:docMk/>
            <pc:sldMk cId="320697580" sldId="26425"/>
            <ac:cxnSpMk id="22" creationId="{5EE7A184-4440-4663-A713-45C43FB41FBD}"/>
          </ac:cxnSpMkLst>
        </pc:cxnChg>
        <pc:cxnChg chg="add del mod">
          <ac:chgData name="Graf Thomas, INI-NET-VNC-HCS" userId="487bc3e3-9ce7-4cdd-b7b4-8899ea88d289" providerId="ADAL" clId="{FF1E8771-B1E8-4CEC-B725-4345F27D3194}" dt="2023-10-29T08:50:28.713" v="4126" actId="1076"/>
          <ac:cxnSpMkLst>
            <pc:docMk/>
            <pc:sldMk cId="320697580" sldId="26425"/>
            <ac:cxnSpMk id="23" creationId="{D8988D8C-34C7-42B3-BD73-F0A5B399F9DF}"/>
          </ac:cxnSpMkLst>
        </pc:cxnChg>
      </pc:sldChg>
      <pc:sldChg chg="addSp delSp modSp mod">
        <pc:chgData name="Graf Thomas, INI-NET-VNC-HCS" userId="487bc3e3-9ce7-4cdd-b7b4-8899ea88d289" providerId="ADAL" clId="{FF1E8771-B1E8-4CEC-B725-4345F27D3194}" dt="2023-10-29T07:56:40.704" v="2735" actId="1076"/>
        <pc:sldMkLst>
          <pc:docMk/>
          <pc:sldMk cId="3241116723" sldId="2145706200"/>
        </pc:sldMkLst>
        <pc:spChg chg="add del mod">
          <ac:chgData name="Graf Thomas, INI-NET-VNC-HCS" userId="487bc3e3-9ce7-4cdd-b7b4-8899ea88d289" providerId="ADAL" clId="{FF1E8771-B1E8-4CEC-B725-4345F27D3194}" dt="2023-10-28T08:18:25.939" v="43" actId="478"/>
          <ac:spMkLst>
            <pc:docMk/>
            <pc:sldMk cId="3241116723" sldId="2145706200"/>
            <ac:spMk id="3" creationId="{78B40BFC-2F8D-85F7-4EE0-A8FAC5717580}"/>
          </ac:spMkLst>
        </pc:spChg>
        <pc:spChg chg="add del">
          <ac:chgData name="Graf Thomas, INI-NET-VNC-HCS" userId="487bc3e3-9ce7-4cdd-b7b4-8899ea88d289" providerId="ADAL" clId="{FF1E8771-B1E8-4CEC-B725-4345F27D3194}" dt="2023-10-28T08:19:09.481" v="49" actId="478"/>
          <ac:spMkLst>
            <pc:docMk/>
            <pc:sldMk cId="3241116723" sldId="2145706200"/>
            <ac:spMk id="4" creationId="{D81DEC37-A600-4F6C-AE22-C81D97BEC259}"/>
          </ac:spMkLst>
        </pc:spChg>
        <pc:spChg chg="mod">
          <ac:chgData name="Graf Thomas, INI-NET-VNC-HCS" userId="487bc3e3-9ce7-4cdd-b7b4-8899ea88d289" providerId="ADAL" clId="{FF1E8771-B1E8-4CEC-B725-4345F27D3194}" dt="2023-10-29T07:56:40.704" v="2735" actId="1076"/>
          <ac:spMkLst>
            <pc:docMk/>
            <pc:sldMk cId="3241116723" sldId="2145706200"/>
            <ac:spMk id="5" creationId="{8CAEE21E-0CF2-4355-A68A-655C5FDE8F93}"/>
          </ac:spMkLst>
        </pc:spChg>
        <pc:spChg chg="add del mod">
          <ac:chgData name="Graf Thomas, INI-NET-VNC-HCS" userId="487bc3e3-9ce7-4cdd-b7b4-8899ea88d289" providerId="ADAL" clId="{FF1E8771-B1E8-4CEC-B725-4345F27D3194}" dt="2023-10-28T08:19:12.196" v="50" actId="478"/>
          <ac:spMkLst>
            <pc:docMk/>
            <pc:sldMk cId="3241116723" sldId="2145706200"/>
            <ac:spMk id="9" creationId="{C220B36C-3F68-7216-8D84-0F727CFA5B77}"/>
          </ac:spMkLst>
        </pc:spChg>
        <pc:spChg chg="add del">
          <ac:chgData name="Graf Thomas, INI-NET-VNC-HCS" userId="487bc3e3-9ce7-4cdd-b7b4-8899ea88d289" providerId="ADAL" clId="{FF1E8771-B1E8-4CEC-B725-4345F27D3194}" dt="2023-10-29T07:52:06.892" v="2602" actId="478"/>
          <ac:spMkLst>
            <pc:docMk/>
            <pc:sldMk cId="3241116723" sldId="2145706200"/>
            <ac:spMk id="11" creationId="{7082F2AB-F540-FA93-63CF-435C58904E21}"/>
          </ac:spMkLst>
        </pc:spChg>
        <pc:spChg chg="add mod">
          <ac:chgData name="Graf Thomas, INI-NET-VNC-HCS" userId="487bc3e3-9ce7-4cdd-b7b4-8899ea88d289" providerId="ADAL" clId="{FF1E8771-B1E8-4CEC-B725-4345F27D3194}" dt="2023-10-29T07:53:49.732" v="2688" actId="20577"/>
          <ac:spMkLst>
            <pc:docMk/>
            <pc:sldMk cId="3241116723" sldId="2145706200"/>
            <ac:spMk id="13" creationId="{509802C0-BFFB-9B0F-A529-E60CDD518439}"/>
          </ac:spMkLst>
        </pc:spChg>
        <pc:spChg chg="add mod">
          <ac:chgData name="Graf Thomas, INI-NET-VNC-HCS" userId="487bc3e3-9ce7-4cdd-b7b4-8899ea88d289" providerId="ADAL" clId="{FF1E8771-B1E8-4CEC-B725-4345F27D3194}" dt="2023-10-29T07:56:15.662" v="2732" actId="313"/>
          <ac:spMkLst>
            <pc:docMk/>
            <pc:sldMk cId="3241116723" sldId="2145706200"/>
            <ac:spMk id="16" creationId="{54281388-E93D-AC26-49A1-DA5D5EEB0D3B}"/>
          </ac:spMkLst>
        </pc:spChg>
        <pc:picChg chg="add mod">
          <ac:chgData name="Graf Thomas, INI-NET-VNC-HCS" userId="487bc3e3-9ce7-4cdd-b7b4-8899ea88d289" providerId="ADAL" clId="{FF1E8771-B1E8-4CEC-B725-4345F27D3194}" dt="2023-10-29T07:56:40.704" v="2735" actId="1076"/>
          <ac:picMkLst>
            <pc:docMk/>
            <pc:sldMk cId="3241116723" sldId="2145706200"/>
            <ac:picMk id="7" creationId="{EABEFBDA-754E-5E90-E343-A2FC2B103139}"/>
          </ac:picMkLst>
        </pc:picChg>
        <pc:picChg chg="del">
          <ac:chgData name="Graf Thomas, INI-NET-VNC-HCS" userId="487bc3e3-9ce7-4cdd-b7b4-8899ea88d289" providerId="ADAL" clId="{FF1E8771-B1E8-4CEC-B725-4345F27D3194}" dt="2023-10-28T08:18:28.415" v="44" actId="478"/>
          <ac:picMkLst>
            <pc:docMk/>
            <pc:sldMk cId="3241116723" sldId="2145706200"/>
            <ac:picMk id="12" creationId="{640B9623-81DE-4C90-ABB0-B84BCC0CD700}"/>
          </ac:picMkLst>
        </pc:picChg>
        <pc:picChg chg="add mod">
          <ac:chgData name="Graf Thomas, INI-NET-VNC-HCS" userId="487bc3e3-9ce7-4cdd-b7b4-8899ea88d289" providerId="ADAL" clId="{FF1E8771-B1E8-4CEC-B725-4345F27D3194}" dt="2023-10-29T07:56:21.258" v="2734" actId="14100"/>
          <ac:picMkLst>
            <pc:docMk/>
            <pc:sldMk cId="3241116723" sldId="2145706200"/>
            <ac:picMk id="14" creationId="{0546AC53-5398-E0CF-0807-B7B55276F143}"/>
          </ac:picMkLst>
        </pc:picChg>
      </pc:sldChg>
      <pc:sldChg chg="del">
        <pc:chgData name="Graf Thomas, INI-NET-VNC-HCS" userId="487bc3e3-9ce7-4cdd-b7b4-8899ea88d289" providerId="ADAL" clId="{FF1E8771-B1E8-4CEC-B725-4345F27D3194}" dt="2023-10-28T09:18:13.119" v="1521" actId="47"/>
        <pc:sldMkLst>
          <pc:docMk/>
          <pc:sldMk cId="670772560" sldId="2145706220"/>
        </pc:sldMkLst>
      </pc:sldChg>
      <pc:sldChg chg="del">
        <pc:chgData name="Graf Thomas, INI-NET-VNC-HCS" userId="487bc3e3-9ce7-4cdd-b7b4-8899ea88d289" providerId="ADAL" clId="{FF1E8771-B1E8-4CEC-B725-4345F27D3194}" dt="2023-10-28T09:18:27.609" v="1522" actId="47"/>
        <pc:sldMkLst>
          <pc:docMk/>
          <pc:sldMk cId="187382668" sldId="2145706221"/>
        </pc:sldMkLst>
      </pc:sldChg>
      <pc:sldChg chg="modSp add del mod">
        <pc:chgData name="Graf Thomas, INI-NET-VNC-HCS" userId="487bc3e3-9ce7-4cdd-b7b4-8899ea88d289" providerId="ADAL" clId="{FF1E8771-B1E8-4CEC-B725-4345F27D3194}" dt="2023-10-29T07:51:43.118" v="2600" actId="2696"/>
        <pc:sldMkLst>
          <pc:docMk/>
          <pc:sldMk cId="3877386623" sldId="2145706222"/>
        </pc:sldMkLst>
        <pc:spChg chg="mod">
          <ac:chgData name="Graf Thomas, INI-NET-VNC-HCS" userId="487bc3e3-9ce7-4cdd-b7b4-8899ea88d289" providerId="ADAL" clId="{FF1E8771-B1E8-4CEC-B725-4345F27D3194}" dt="2023-10-28T09:26:58.012" v="1968" actId="255"/>
          <ac:spMkLst>
            <pc:docMk/>
            <pc:sldMk cId="3877386623" sldId="2145706222"/>
            <ac:spMk id="5" creationId="{C26208B2-0D10-4C23-B2DE-372A62E98644}"/>
          </ac:spMkLst>
        </pc:spChg>
        <pc:spChg chg="mod">
          <ac:chgData name="Graf Thomas, INI-NET-VNC-HCS" userId="487bc3e3-9ce7-4cdd-b7b4-8899ea88d289" providerId="ADAL" clId="{FF1E8771-B1E8-4CEC-B725-4345F27D3194}" dt="2023-10-28T08:16:54.027" v="41" actId="6549"/>
          <ac:spMkLst>
            <pc:docMk/>
            <pc:sldMk cId="3877386623" sldId="2145706222"/>
            <ac:spMk id="6" creationId="{6CAA0765-1318-4A03-8F91-D3ECC43D8FA7}"/>
          </ac:spMkLst>
        </pc:spChg>
      </pc:sldChg>
      <pc:sldChg chg="addSp delSp modSp add mod">
        <pc:chgData name="Graf Thomas, INI-NET-VNC-HCS" userId="487bc3e3-9ce7-4cdd-b7b4-8899ea88d289" providerId="ADAL" clId="{FF1E8771-B1E8-4CEC-B725-4345F27D3194}" dt="2023-10-29T07:59:33.748" v="2765" actId="20577"/>
        <pc:sldMkLst>
          <pc:docMk/>
          <pc:sldMk cId="4069880896" sldId="2145706223"/>
        </pc:sldMkLst>
        <pc:spChg chg="mod">
          <ac:chgData name="Graf Thomas, INI-NET-VNC-HCS" userId="487bc3e3-9ce7-4cdd-b7b4-8899ea88d289" providerId="ADAL" clId="{FF1E8771-B1E8-4CEC-B725-4345F27D3194}" dt="2023-10-29T07:59:33.748" v="2765" actId="20577"/>
          <ac:spMkLst>
            <pc:docMk/>
            <pc:sldMk cId="4069880896" sldId="2145706223"/>
            <ac:spMk id="5" creationId="{8CAEE21E-0CF2-4355-A68A-655C5FDE8F93}"/>
          </ac:spMkLst>
        </pc:spChg>
        <pc:spChg chg="add mod">
          <ac:chgData name="Graf Thomas, INI-NET-VNC-HCS" userId="487bc3e3-9ce7-4cdd-b7b4-8899ea88d289" providerId="ADAL" clId="{FF1E8771-B1E8-4CEC-B725-4345F27D3194}" dt="2023-10-29T07:59:21.014" v="2750"/>
          <ac:spMkLst>
            <pc:docMk/>
            <pc:sldMk cId="4069880896" sldId="2145706223"/>
            <ac:spMk id="11" creationId="{40A04100-F076-DAB6-1085-5E0EF7172DAB}"/>
          </ac:spMkLst>
        </pc:spChg>
        <pc:picChg chg="add mod">
          <ac:chgData name="Graf Thomas, INI-NET-VNC-HCS" userId="487bc3e3-9ce7-4cdd-b7b4-8899ea88d289" providerId="ADAL" clId="{FF1E8771-B1E8-4CEC-B725-4345F27D3194}" dt="2023-10-29T07:58:03.592" v="2749" actId="1076"/>
          <ac:picMkLst>
            <pc:docMk/>
            <pc:sldMk cId="4069880896" sldId="2145706223"/>
            <ac:picMk id="2" creationId="{CAC6AFE7-9E00-8F75-F11B-1BCC7C44516F}"/>
          </ac:picMkLst>
        </pc:picChg>
        <pc:picChg chg="add mod">
          <ac:chgData name="Graf Thomas, INI-NET-VNC-HCS" userId="487bc3e3-9ce7-4cdd-b7b4-8899ea88d289" providerId="ADAL" clId="{FF1E8771-B1E8-4CEC-B725-4345F27D3194}" dt="2023-10-29T07:58:03.592" v="2749" actId="1076"/>
          <ac:picMkLst>
            <pc:docMk/>
            <pc:sldMk cId="4069880896" sldId="2145706223"/>
            <ac:picMk id="3" creationId="{821EFBD6-787D-0C6C-ED10-A605F40A8D8F}"/>
          </ac:picMkLst>
        </pc:picChg>
        <pc:picChg chg="add mod">
          <ac:chgData name="Graf Thomas, INI-NET-VNC-HCS" userId="487bc3e3-9ce7-4cdd-b7b4-8899ea88d289" providerId="ADAL" clId="{FF1E8771-B1E8-4CEC-B725-4345F27D3194}" dt="2023-10-29T07:58:03.592" v="2749" actId="1076"/>
          <ac:picMkLst>
            <pc:docMk/>
            <pc:sldMk cId="4069880896" sldId="2145706223"/>
            <ac:picMk id="4" creationId="{ACAFE401-33F5-F82C-0DC6-613499D4D48D}"/>
          </ac:picMkLst>
        </pc:picChg>
        <pc:picChg chg="del">
          <ac:chgData name="Graf Thomas, INI-NET-VNC-HCS" userId="487bc3e3-9ce7-4cdd-b7b4-8899ea88d289" providerId="ADAL" clId="{FF1E8771-B1E8-4CEC-B725-4345F27D3194}" dt="2023-10-28T08:24:35.575" v="110" actId="478"/>
          <ac:picMkLst>
            <pc:docMk/>
            <pc:sldMk cId="4069880896" sldId="2145706223"/>
            <ac:picMk id="7" creationId="{EABEFBDA-754E-5E90-E343-A2FC2B103139}"/>
          </ac:picMkLst>
        </pc:picChg>
        <pc:picChg chg="add mod">
          <ac:chgData name="Graf Thomas, INI-NET-VNC-HCS" userId="487bc3e3-9ce7-4cdd-b7b4-8899ea88d289" providerId="ADAL" clId="{FF1E8771-B1E8-4CEC-B725-4345F27D3194}" dt="2023-10-29T07:58:03.592" v="2749" actId="1076"/>
          <ac:picMkLst>
            <pc:docMk/>
            <pc:sldMk cId="4069880896" sldId="2145706223"/>
            <ac:picMk id="8" creationId="{2D995290-8F96-2A23-C57A-20F3C56E2489}"/>
          </ac:picMkLst>
        </pc:picChg>
        <pc:picChg chg="add mod ord">
          <ac:chgData name="Graf Thomas, INI-NET-VNC-HCS" userId="487bc3e3-9ce7-4cdd-b7b4-8899ea88d289" providerId="ADAL" clId="{FF1E8771-B1E8-4CEC-B725-4345F27D3194}" dt="2023-10-29T07:58:03.592" v="2749" actId="1076"/>
          <ac:picMkLst>
            <pc:docMk/>
            <pc:sldMk cId="4069880896" sldId="2145706223"/>
            <ac:picMk id="9" creationId="{1A48724C-7346-9984-24F3-0B26A0AECD57}"/>
          </ac:picMkLst>
        </pc:picChg>
        <pc:picChg chg="add mod">
          <ac:chgData name="Graf Thomas, INI-NET-VNC-HCS" userId="487bc3e3-9ce7-4cdd-b7b4-8899ea88d289" providerId="ADAL" clId="{FF1E8771-B1E8-4CEC-B725-4345F27D3194}" dt="2023-10-29T07:58:03.592" v="2749" actId="1076"/>
          <ac:picMkLst>
            <pc:docMk/>
            <pc:sldMk cId="4069880896" sldId="2145706223"/>
            <ac:picMk id="10" creationId="{4DDF3E02-EF53-608C-EDDD-DE4670241A69}"/>
          </ac:picMkLst>
        </pc:picChg>
      </pc:sldChg>
      <pc:sldChg chg="addSp delSp modSp add del mod">
        <pc:chgData name="Graf Thomas, INI-NET-VNC-HCS" userId="487bc3e3-9ce7-4cdd-b7b4-8899ea88d289" providerId="ADAL" clId="{FF1E8771-B1E8-4CEC-B725-4345F27D3194}" dt="2023-10-29T07:57:05.291" v="2736" actId="2696"/>
        <pc:sldMkLst>
          <pc:docMk/>
          <pc:sldMk cId="3605676960" sldId="2145706224"/>
        </pc:sldMkLst>
        <pc:spChg chg="mod">
          <ac:chgData name="Graf Thomas, INI-NET-VNC-HCS" userId="487bc3e3-9ce7-4cdd-b7b4-8899ea88d289" providerId="ADAL" clId="{FF1E8771-B1E8-4CEC-B725-4345F27D3194}" dt="2023-10-29T07:40:56.736" v="2517" actId="20577"/>
          <ac:spMkLst>
            <pc:docMk/>
            <pc:sldMk cId="3605676960" sldId="2145706224"/>
            <ac:spMk id="5" creationId="{8CAEE21E-0CF2-4355-A68A-655C5FDE8F93}"/>
          </ac:spMkLst>
        </pc:spChg>
        <pc:picChg chg="del">
          <ac:chgData name="Graf Thomas, INI-NET-VNC-HCS" userId="487bc3e3-9ce7-4cdd-b7b4-8899ea88d289" providerId="ADAL" clId="{FF1E8771-B1E8-4CEC-B725-4345F27D3194}" dt="2023-10-28T08:29:11.143" v="186" actId="478"/>
          <ac:picMkLst>
            <pc:docMk/>
            <pc:sldMk cId="3605676960" sldId="2145706224"/>
            <ac:picMk id="2" creationId="{CAC6AFE7-9E00-8F75-F11B-1BCC7C44516F}"/>
          </ac:picMkLst>
        </pc:picChg>
        <pc:picChg chg="del">
          <ac:chgData name="Graf Thomas, INI-NET-VNC-HCS" userId="487bc3e3-9ce7-4cdd-b7b4-8899ea88d289" providerId="ADAL" clId="{FF1E8771-B1E8-4CEC-B725-4345F27D3194}" dt="2023-10-28T08:29:11.143" v="186" actId="478"/>
          <ac:picMkLst>
            <pc:docMk/>
            <pc:sldMk cId="3605676960" sldId="2145706224"/>
            <ac:picMk id="3" creationId="{821EFBD6-787D-0C6C-ED10-A605F40A8D8F}"/>
          </ac:picMkLst>
        </pc:picChg>
        <pc:picChg chg="del">
          <ac:chgData name="Graf Thomas, INI-NET-VNC-HCS" userId="487bc3e3-9ce7-4cdd-b7b4-8899ea88d289" providerId="ADAL" clId="{FF1E8771-B1E8-4CEC-B725-4345F27D3194}" dt="2023-10-28T08:29:11.143" v="186" actId="478"/>
          <ac:picMkLst>
            <pc:docMk/>
            <pc:sldMk cId="3605676960" sldId="2145706224"/>
            <ac:picMk id="4" creationId="{ACAFE401-33F5-F82C-0DC6-613499D4D48D}"/>
          </ac:picMkLst>
        </pc:picChg>
        <pc:picChg chg="add del mod">
          <ac:chgData name="Graf Thomas, INI-NET-VNC-HCS" userId="487bc3e3-9ce7-4cdd-b7b4-8899ea88d289" providerId="ADAL" clId="{FF1E8771-B1E8-4CEC-B725-4345F27D3194}" dt="2023-10-28T08:29:50.360" v="200" actId="478"/>
          <ac:picMkLst>
            <pc:docMk/>
            <pc:sldMk cId="3605676960" sldId="2145706224"/>
            <ac:picMk id="7" creationId="{D5A15702-762E-F19B-3860-E4BC9987E9D3}"/>
          </ac:picMkLst>
        </pc:picChg>
        <pc:picChg chg="del">
          <ac:chgData name="Graf Thomas, INI-NET-VNC-HCS" userId="487bc3e3-9ce7-4cdd-b7b4-8899ea88d289" providerId="ADAL" clId="{FF1E8771-B1E8-4CEC-B725-4345F27D3194}" dt="2023-10-28T08:29:11.143" v="186" actId="478"/>
          <ac:picMkLst>
            <pc:docMk/>
            <pc:sldMk cId="3605676960" sldId="2145706224"/>
            <ac:picMk id="8" creationId="{2D995290-8F96-2A23-C57A-20F3C56E2489}"/>
          </ac:picMkLst>
        </pc:picChg>
        <pc:picChg chg="del">
          <ac:chgData name="Graf Thomas, INI-NET-VNC-HCS" userId="487bc3e3-9ce7-4cdd-b7b4-8899ea88d289" providerId="ADAL" clId="{FF1E8771-B1E8-4CEC-B725-4345F27D3194}" dt="2023-10-28T08:29:11.143" v="186" actId="478"/>
          <ac:picMkLst>
            <pc:docMk/>
            <pc:sldMk cId="3605676960" sldId="2145706224"/>
            <ac:picMk id="9" creationId="{1A48724C-7346-9984-24F3-0B26A0AECD57}"/>
          </ac:picMkLst>
        </pc:picChg>
        <pc:picChg chg="del">
          <ac:chgData name="Graf Thomas, INI-NET-VNC-HCS" userId="487bc3e3-9ce7-4cdd-b7b4-8899ea88d289" providerId="ADAL" clId="{FF1E8771-B1E8-4CEC-B725-4345F27D3194}" dt="2023-10-28T08:29:11.143" v="186" actId="478"/>
          <ac:picMkLst>
            <pc:docMk/>
            <pc:sldMk cId="3605676960" sldId="2145706224"/>
            <ac:picMk id="10" creationId="{4DDF3E02-EF53-608C-EDDD-DE4670241A69}"/>
          </ac:picMkLst>
        </pc:picChg>
        <pc:picChg chg="add del mod">
          <ac:chgData name="Graf Thomas, INI-NET-VNC-HCS" userId="487bc3e3-9ce7-4cdd-b7b4-8899ea88d289" providerId="ADAL" clId="{FF1E8771-B1E8-4CEC-B725-4345F27D3194}" dt="2023-10-28T08:32:00.603" v="208" actId="478"/>
          <ac:picMkLst>
            <pc:docMk/>
            <pc:sldMk cId="3605676960" sldId="2145706224"/>
            <ac:picMk id="12" creationId="{FF03ED57-FD10-C6DA-EE91-945F96AC2E4B}"/>
          </ac:picMkLst>
        </pc:picChg>
        <pc:picChg chg="add mod">
          <ac:chgData name="Graf Thomas, INI-NET-VNC-HCS" userId="487bc3e3-9ce7-4cdd-b7b4-8899ea88d289" providerId="ADAL" clId="{FF1E8771-B1E8-4CEC-B725-4345F27D3194}" dt="2023-10-28T08:33:52.401" v="224" actId="1076"/>
          <ac:picMkLst>
            <pc:docMk/>
            <pc:sldMk cId="3605676960" sldId="2145706224"/>
            <ac:picMk id="14" creationId="{791A1741-3313-42A8-1084-2A489832CDC0}"/>
          </ac:picMkLst>
        </pc:picChg>
      </pc:sldChg>
      <pc:sldChg chg="addSp delSp modSp add mod">
        <pc:chgData name="Graf Thomas, INI-NET-VNC-HCS" userId="487bc3e3-9ce7-4cdd-b7b4-8899ea88d289" providerId="ADAL" clId="{FF1E8771-B1E8-4CEC-B725-4345F27D3194}" dt="2023-10-29T08:03:54.656" v="2848" actId="1076"/>
        <pc:sldMkLst>
          <pc:docMk/>
          <pc:sldMk cId="1081037514" sldId="2145706225"/>
        </pc:sldMkLst>
        <pc:spChg chg="mod">
          <ac:chgData name="Graf Thomas, INI-NET-VNC-HCS" userId="487bc3e3-9ce7-4cdd-b7b4-8899ea88d289" providerId="ADAL" clId="{FF1E8771-B1E8-4CEC-B725-4345F27D3194}" dt="2023-10-28T08:37:02.109" v="250"/>
          <ac:spMkLst>
            <pc:docMk/>
            <pc:sldMk cId="1081037514" sldId="2145706225"/>
            <ac:spMk id="3" creationId="{21A2E246-8977-0C56-8169-DA0A27B49547}"/>
          </ac:spMkLst>
        </pc:spChg>
        <pc:spChg chg="mod">
          <ac:chgData name="Graf Thomas, INI-NET-VNC-HCS" userId="487bc3e3-9ce7-4cdd-b7b4-8899ea88d289" providerId="ADAL" clId="{FF1E8771-B1E8-4CEC-B725-4345F27D3194}" dt="2023-10-28T08:37:02.109" v="250"/>
          <ac:spMkLst>
            <pc:docMk/>
            <pc:sldMk cId="1081037514" sldId="2145706225"/>
            <ac:spMk id="4" creationId="{A20B2D5A-928F-260A-3CF1-C2C4CAA43CFA}"/>
          </ac:spMkLst>
        </pc:spChg>
        <pc:spChg chg="del mod">
          <ac:chgData name="Graf Thomas, INI-NET-VNC-HCS" userId="487bc3e3-9ce7-4cdd-b7b4-8899ea88d289" providerId="ADAL" clId="{FF1E8771-B1E8-4CEC-B725-4345F27D3194}" dt="2023-10-29T08:03:28.913" v="2844" actId="478"/>
          <ac:spMkLst>
            <pc:docMk/>
            <pc:sldMk cId="1081037514" sldId="2145706225"/>
            <ac:spMk id="5" creationId="{8CAEE21E-0CF2-4355-A68A-655C5FDE8F93}"/>
          </ac:spMkLst>
        </pc:spChg>
        <pc:spChg chg="mod">
          <ac:chgData name="Graf Thomas, INI-NET-VNC-HCS" userId="487bc3e3-9ce7-4cdd-b7b4-8899ea88d289" providerId="ADAL" clId="{FF1E8771-B1E8-4CEC-B725-4345F27D3194}" dt="2023-10-28T08:37:02.109" v="250"/>
          <ac:spMkLst>
            <pc:docMk/>
            <pc:sldMk cId="1081037514" sldId="2145706225"/>
            <ac:spMk id="8" creationId="{677D70B8-28D4-9C31-9D94-D3052A1620BA}"/>
          </ac:spMkLst>
        </pc:spChg>
        <pc:spChg chg="mod">
          <ac:chgData name="Graf Thomas, INI-NET-VNC-HCS" userId="487bc3e3-9ce7-4cdd-b7b4-8899ea88d289" providerId="ADAL" clId="{FF1E8771-B1E8-4CEC-B725-4345F27D3194}" dt="2023-10-28T08:37:02.109" v="250"/>
          <ac:spMkLst>
            <pc:docMk/>
            <pc:sldMk cId="1081037514" sldId="2145706225"/>
            <ac:spMk id="9" creationId="{A7D4BF0B-6AC3-4AA9-E8BD-1253A110E4C1}"/>
          </ac:spMkLst>
        </pc:spChg>
        <pc:spChg chg="mod">
          <ac:chgData name="Graf Thomas, INI-NET-VNC-HCS" userId="487bc3e3-9ce7-4cdd-b7b4-8899ea88d289" providerId="ADAL" clId="{FF1E8771-B1E8-4CEC-B725-4345F27D3194}" dt="2023-10-28T08:37:02.109" v="250"/>
          <ac:spMkLst>
            <pc:docMk/>
            <pc:sldMk cId="1081037514" sldId="2145706225"/>
            <ac:spMk id="11" creationId="{BC202C79-EF00-4794-A5E7-54FD1AD6FFEC}"/>
          </ac:spMkLst>
        </pc:spChg>
        <pc:spChg chg="mod">
          <ac:chgData name="Graf Thomas, INI-NET-VNC-HCS" userId="487bc3e3-9ce7-4cdd-b7b4-8899ea88d289" providerId="ADAL" clId="{FF1E8771-B1E8-4CEC-B725-4345F27D3194}" dt="2023-10-28T08:37:02.109" v="250"/>
          <ac:spMkLst>
            <pc:docMk/>
            <pc:sldMk cId="1081037514" sldId="2145706225"/>
            <ac:spMk id="12" creationId="{D0BEF0AD-9BD5-957F-DF20-EA76A3E6320A}"/>
          </ac:spMkLst>
        </pc:spChg>
        <pc:spChg chg="mod">
          <ac:chgData name="Graf Thomas, INI-NET-VNC-HCS" userId="487bc3e3-9ce7-4cdd-b7b4-8899ea88d289" providerId="ADAL" clId="{FF1E8771-B1E8-4CEC-B725-4345F27D3194}" dt="2023-10-28T08:37:02.109" v="250"/>
          <ac:spMkLst>
            <pc:docMk/>
            <pc:sldMk cId="1081037514" sldId="2145706225"/>
            <ac:spMk id="15" creationId="{F228A6D5-55A8-F878-625A-2CFBC2A4CC8C}"/>
          </ac:spMkLst>
        </pc:spChg>
        <pc:spChg chg="mod">
          <ac:chgData name="Graf Thomas, INI-NET-VNC-HCS" userId="487bc3e3-9ce7-4cdd-b7b4-8899ea88d289" providerId="ADAL" clId="{FF1E8771-B1E8-4CEC-B725-4345F27D3194}" dt="2023-10-28T08:37:02.109" v="250"/>
          <ac:spMkLst>
            <pc:docMk/>
            <pc:sldMk cId="1081037514" sldId="2145706225"/>
            <ac:spMk id="16" creationId="{B76F4586-6C16-9488-8080-DC2366DDC57B}"/>
          </ac:spMkLst>
        </pc:spChg>
        <pc:spChg chg="mod">
          <ac:chgData name="Graf Thomas, INI-NET-VNC-HCS" userId="487bc3e3-9ce7-4cdd-b7b4-8899ea88d289" providerId="ADAL" clId="{FF1E8771-B1E8-4CEC-B725-4345F27D3194}" dt="2023-10-28T08:37:02.109" v="250"/>
          <ac:spMkLst>
            <pc:docMk/>
            <pc:sldMk cId="1081037514" sldId="2145706225"/>
            <ac:spMk id="18" creationId="{710443C2-A213-C93E-D7DE-9256AD74C9AA}"/>
          </ac:spMkLst>
        </pc:spChg>
        <pc:spChg chg="mod">
          <ac:chgData name="Graf Thomas, INI-NET-VNC-HCS" userId="487bc3e3-9ce7-4cdd-b7b4-8899ea88d289" providerId="ADAL" clId="{FF1E8771-B1E8-4CEC-B725-4345F27D3194}" dt="2023-10-28T08:37:02.109" v="250"/>
          <ac:spMkLst>
            <pc:docMk/>
            <pc:sldMk cId="1081037514" sldId="2145706225"/>
            <ac:spMk id="19" creationId="{B0C54029-2E2D-F6C0-FCED-13B25FD81DFE}"/>
          </ac:spMkLst>
        </pc:spChg>
        <pc:spChg chg="mod">
          <ac:chgData name="Graf Thomas, INI-NET-VNC-HCS" userId="487bc3e3-9ce7-4cdd-b7b4-8899ea88d289" providerId="ADAL" clId="{FF1E8771-B1E8-4CEC-B725-4345F27D3194}" dt="2023-10-28T08:37:02.109" v="250"/>
          <ac:spMkLst>
            <pc:docMk/>
            <pc:sldMk cId="1081037514" sldId="2145706225"/>
            <ac:spMk id="21" creationId="{8B96C491-62EA-C102-02AE-9C35C6819F7C}"/>
          </ac:spMkLst>
        </pc:spChg>
        <pc:spChg chg="mod">
          <ac:chgData name="Graf Thomas, INI-NET-VNC-HCS" userId="487bc3e3-9ce7-4cdd-b7b4-8899ea88d289" providerId="ADAL" clId="{FF1E8771-B1E8-4CEC-B725-4345F27D3194}" dt="2023-10-28T08:37:02.109" v="250"/>
          <ac:spMkLst>
            <pc:docMk/>
            <pc:sldMk cId="1081037514" sldId="2145706225"/>
            <ac:spMk id="22" creationId="{CD5EEA4E-05C6-79F3-6419-252AE948AC1F}"/>
          </ac:spMkLst>
        </pc:spChg>
        <pc:spChg chg="mod">
          <ac:chgData name="Graf Thomas, INI-NET-VNC-HCS" userId="487bc3e3-9ce7-4cdd-b7b4-8899ea88d289" providerId="ADAL" clId="{FF1E8771-B1E8-4CEC-B725-4345F27D3194}" dt="2023-10-28T08:37:02.109" v="250"/>
          <ac:spMkLst>
            <pc:docMk/>
            <pc:sldMk cId="1081037514" sldId="2145706225"/>
            <ac:spMk id="24" creationId="{AF618EBE-6571-2ABA-C463-166B9EC84BF4}"/>
          </ac:spMkLst>
        </pc:spChg>
        <pc:spChg chg="mod">
          <ac:chgData name="Graf Thomas, INI-NET-VNC-HCS" userId="487bc3e3-9ce7-4cdd-b7b4-8899ea88d289" providerId="ADAL" clId="{FF1E8771-B1E8-4CEC-B725-4345F27D3194}" dt="2023-10-28T08:37:02.109" v="250"/>
          <ac:spMkLst>
            <pc:docMk/>
            <pc:sldMk cId="1081037514" sldId="2145706225"/>
            <ac:spMk id="25" creationId="{6E4AAC49-253A-16CD-EEDC-0B1795F09A96}"/>
          </ac:spMkLst>
        </pc:spChg>
        <pc:spChg chg="add mod">
          <ac:chgData name="Graf Thomas, INI-NET-VNC-HCS" userId="487bc3e3-9ce7-4cdd-b7b4-8899ea88d289" providerId="ADAL" clId="{FF1E8771-B1E8-4CEC-B725-4345F27D3194}" dt="2023-10-29T08:03:44" v="2846" actId="1076"/>
          <ac:spMkLst>
            <pc:docMk/>
            <pc:sldMk cId="1081037514" sldId="2145706225"/>
            <ac:spMk id="29" creationId="{5DF5E834-66E3-AE49-4040-1D628970A3FC}"/>
          </ac:spMkLst>
        </pc:spChg>
        <pc:spChg chg="add mod">
          <ac:chgData name="Graf Thomas, INI-NET-VNC-HCS" userId="487bc3e3-9ce7-4cdd-b7b4-8899ea88d289" providerId="ADAL" clId="{FF1E8771-B1E8-4CEC-B725-4345F27D3194}" dt="2023-10-29T08:03:44" v="2846" actId="1076"/>
          <ac:spMkLst>
            <pc:docMk/>
            <pc:sldMk cId="1081037514" sldId="2145706225"/>
            <ac:spMk id="30" creationId="{BA1C20F7-8218-7EF6-0AE8-992862F0E030}"/>
          </ac:spMkLst>
        </pc:spChg>
        <pc:spChg chg="add mod">
          <ac:chgData name="Graf Thomas, INI-NET-VNC-HCS" userId="487bc3e3-9ce7-4cdd-b7b4-8899ea88d289" providerId="ADAL" clId="{FF1E8771-B1E8-4CEC-B725-4345F27D3194}" dt="2023-10-29T08:03:44" v="2846" actId="1076"/>
          <ac:spMkLst>
            <pc:docMk/>
            <pc:sldMk cId="1081037514" sldId="2145706225"/>
            <ac:spMk id="39" creationId="{E2C5DAC4-E571-363C-E57D-8F3EA7B6E611}"/>
          </ac:spMkLst>
        </pc:spChg>
        <pc:spChg chg="add mod">
          <ac:chgData name="Graf Thomas, INI-NET-VNC-HCS" userId="487bc3e3-9ce7-4cdd-b7b4-8899ea88d289" providerId="ADAL" clId="{FF1E8771-B1E8-4CEC-B725-4345F27D3194}" dt="2023-10-29T08:03:44" v="2846" actId="1076"/>
          <ac:spMkLst>
            <pc:docMk/>
            <pc:sldMk cId="1081037514" sldId="2145706225"/>
            <ac:spMk id="41" creationId="{1686B893-78A4-3D56-EECA-A2AEF814D57E}"/>
          </ac:spMkLst>
        </pc:spChg>
        <pc:spChg chg="add mod">
          <ac:chgData name="Graf Thomas, INI-NET-VNC-HCS" userId="487bc3e3-9ce7-4cdd-b7b4-8899ea88d289" providerId="ADAL" clId="{FF1E8771-B1E8-4CEC-B725-4345F27D3194}" dt="2023-10-29T08:03:44" v="2846" actId="1076"/>
          <ac:spMkLst>
            <pc:docMk/>
            <pc:sldMk cId="1081037514" sldId="2145706225"/>
            <ac:spMk id="44" creationId="{0633B95D-D798-3465-C482-2E6F7E2DFE46}"/>
          </ac:spMkLst>
        </pc:spChg>
        <pc:spChg chg="add mod">
          <ac:chgData name="Graf Thomas, INI-NET-VNC-HCS" userId="487bc3e3-9ce7-4cdd-b7b4-8899ea88d289" providerId="ADAL" clId="{FF1E8771-B1E8-4CEC-B725-4345F27D3194}" dt="2023-10-29T08:03:44" v="2846" actId="1076"/>
          <ac:spMkLst>
            <pc:docMk/>
            <pc:sldMk cId="1081037514" sldId="2145706225"/>
            <ac:spMk id="46" creationId="{910C6A2B-4068-DF2D-9256-79E34275A27E}"/>
          </ac:spMkLst>
        </pc:spChg>
        <pc:spChg chg="add mod">
          <ac:chgData name="Graf Thomas, INI-NET-VNC-HCS" userId="487bc3e3-9ce7-4cdd-b7b4-8899ea88d289" providerId="ADAL" clId="{FF1E8771-B1E8-4CEC-B725-4345F27D3194}" dt="2023-10-29T08:03:54.656" v="2848" actId="1076"/>
          <ac:spMkLst>
            <pc:docMk/>
            <pc:sldMk cId="1081037514" sldId="2145706225"/>
            <ac:spMk id="48" creationId="{A48B1DB7-BCDC-5D18-F56D-8A1447F1B8BA}"/>
          </ac:spMkLst>
        </pc:spChg>
        <pc:grpChg chg="add mod">
          <ac:chgData name="Graf Thomas, INI-NET-VNC-HCS" userId="487bc3e3-9ce7-4cdd-b7b4-8899ea88d289" providerId="ADAL" clId="{FF1E8771-B1E8-4CEC-B725-4345F27D3194}" dt="2023-10-29T08:03:44" v="2846" actId="1076"/>
          <ac:grpSpMkLst>
            <pc:docMk/>
            <pc:sldMk cId="1081037514" sldId="2145706225"/>
            <ac:grpSpMk id="2" creationId="{593A3D2C-AF3C-4647-1B02-6C5086C62287}"/>
          </ac:grpSpMkLst>
        </pc:grpChg>
        <pc:grpChg chg="add mod">
          <ac:chgData name="Graf Thomas, INI-NET-VNC-HCS" userId="487bc3e3-9ce7-4cdd-b7b4-8899ea88d289" providerId="ADAL" clId="{FF1E8771-B1E8-4CEC-B725-4345F27D3194}" dt="2023-10-29T08:03:44" v="2846" actId="1076"/>
          <ac:grpSpMkLst>
            <pc:docMk/>
            <pc:sldMk cId="1081037514" sldId="2145706225"/>
            <ac:grpSpMk id="7" creationId="{746914D8-DC97-6FCE-CCEC-831AF8343A92}"/>
          </ac:grpSpMkLst>
        </pc:grpChg>
        <pc:grpChg chg="add mod">
          <ac:chgData name="Graf Thomas, INI-NET-VNC-HCS" userId="487bc3e3-9ce7-4cdd-b7b4-8899ea88d289" providerId="ADAL" clId="{FF1E8771-B1E8-4CEC-B725-4345F27D3194}" dt="2023-10-29T08:03:44" v="2846" actId="1076"/>
          <ac:grpSpMkLst>
            <pc:docMk/>
            <pc:sldMk cId="1081037514" sldId="2145706225"/>
            <ac:grpSpMk id="10" creationId="{2A39462A-F04D-B596-7A41-2767D485510C}"/>
          </ac:grpSpMkLst>
        </pc:grpChg>
        <pc:grpChg chg="add mod">
          <ac:chgData name="Graf Thomas, INI-NET-VNC-HCS" userId="487bc3e3-9ce7-4cdd-b7b4-8899ea88d289" providerId="ADAL" clId="{FF1E8771-B1E8-4CEC-B725-4345F27D3194}" dt="2023-10-29T08:03:44" v="2846" actId="1076"/>
          <ac:grpSpMkLst>
            <pc:docMk/>
            <pc:sldMk cId="1081037514" sldId="2145706225"/>
            <ac:grpSpMk id="13" creationId="{C27136FF-F3FA-F76D-A713-2F31CB874934}"/>
          </ac:grpSpMkLst>
        </pc:grpChg>
        <pc:grpChg chg="add mod">
          <ac:chgData name="Graf Thomas, INI-NET-VNC-HCS" userId="487bc3e3-9ce7-4cdd-b7b4-8899ea88d289" providerId="ADAL" clId="{FF1E8771-B1E8-4CEC-B725-4345F27D3194}" dt="2023-10-29T08:03:44" v="2846" actId="1076"/>
          <ac:grpSpMkLst>
            <pc:docMk/>
            <pc:sldMk cId="1081037514" sldId="2145706225"/>
            <ac:grpSpMk id="17" creationId="{CEB0384D-AE7F-401C-F7FF-BDAEA866A31A}"/>
          </ac:grpSpMkLst>
        </pc:grpChg>
        <pc:grpChg chg="add mod">
          <ac:chgData name="Graf Thomas, INI-NET-VNC-HCS" userId="487bc3e3-9ce7-4cdd-b7b4-8899ea88d289" providerId="ADAL" clId="{FF1E8771-B1E8-4CEC-B725-4345F27D3194}" dt="2023-10-29T08:03:44" v="2846" actId="1076"/>
          <ac:grpSpMkLst>
            <pc:docMk/>
            <pc:sldMk cId="1081037514" sldId="2145706225"/>
            <ac:grpSpMk id="20" creationId="{1B5435B3-AE86-5E3B-7DD7-612D9AD30695}"/>
          </ac:grpSpMkLst>
        </pc:grpChg>
        <pc:grpChg chg="add mod">
          <ac:chgData name="Graf Thomas, INI-NET-VNC-HCS" userId="487bc3e3-9ce7-4cdd-b7b4-8899ea88d289" providerId="ADAL" clId="{FF1E8771-B1E8-4CEC-B725-4345F27D3194}" dt="2023-10-29T08:03:44" v="2846" actId="1076"/>
          <ac:grpSpMkLst>
            <pc:docMk/>
            <pc:sldMk cId="1081037514" sldId="2145706225"/>
            <ac:grpSpMk id="23" creationId="{43DA79DF-E42D-79DA-2E63-37571E43F0EB}"/>
          </ac:grpSpMkLst>
        </pc:grpChg>
        <pc:picChg chg="del">
          <ac:chgData name="Graf Thomas, INI-NET-VNC-HCS" userId="487bc3e3-9ce7-4cdd-b7b4-8899ea88d289" providerId="ADAL" clId="{FF1E8771-B1E8-4CEC-B725-4345F27D3194}" dt="2023-10-28T08:37:01.554" v="249" actId="478"/>
          <ac:picMkLst>
            <pc:docMk/>
            <pc:sldMk cId="1081037514" sldId="2145706225"/>
            <ac:picMk id="14" creationId="{791A1741-3313-42A8-1084-2A489832CDC0}"/>
          </ac:picMkLst>
        </pc:picChg>
        <pc:picChg chg="add mod">
          <ac:chgData name="Graf Thomas, INI-NET-VNC-HCS" userId="487bc3e3-9ce7-4cdd-b7b4-8899ea88d289" providerId="ADAL" clId="{FF1E8771-B1E8-4CEC-B725-4345F27D3194}" dt="2023-10-29T08:03:44" v="2846" actId="1076"/>
          <ac:picMkLst>
            <pc:docMk/>
            <pc:sldMk cId="1081037514" sldId="2145706225"/>
            <ac:picMk id="27" creationId="{2C9830F3-CBF4-D372-DBC5-8AB3BCB5DD2A}"/>
          </ac:picMkLst>
        </pc:picChg>
        <pc:picChg chg="add mod">
          <ac:chgData name="Graf Thomas, INI-NET-VNC-HCS" userId="487bc3e3-9ce7-4cdd-b7b4-8899ea88d289" providerId="ADAL" clId="{FF1E8771-B1E8-4CEC-B725-4345F27D3194}" dt="2023-10-29T08:03:44" v="2846" actId="1076"/>
          <ac:picMkLst>
            <pc:docMk/>
            <pc:sldMk cId="1081037514" sldId="2145706225"/>
            <ac:picMk id="28" creationId="{17EB060B-2351-6AC0-7856-F33CB052400F}"/>
          </ac:picMkLst>
        </pc:picChg>
        <pc:picChg chg="add mod">
          <ac:chgData name="Graf Thomas, INI-NET-VNC-HCS" userId="487bc3e3-9ce7-4cdd-b7b4-8899ea88d289" providerId="ADAL" clId="{FF1E8771-B1E8-4CEC-B725-4345F27D3194}" dt="2023-10-29T08:03:44" v="2846" actId="1076"/>
          <ac:picMkLst>
            <pc:docMk/>
            <pc:sldMk cId="1081037514" sldId="2145706225"/>
            <ac:picMk id="31" creationId="{17DF8467-9125-3982-1295-79F29C9B0DC8}"/>
          </ac:picMkLst>
        </pc:picChg>
        <pc:picChg chg="add mod">
          <ac:chgData name="Graf Thomas, INI-NET-VNC-HCS" userId="487bc3e3-9ce7-4cdd-b7b4-8899ea88d289" providerId="ADAL" clId="{FF1E8771-B1E8-4CEC-B725-4345F27D3194}" dt="2023-10-29T08:03:44" v="2846" actId="1076"/>
          <ac:picMkLst>
            <pc:docMk/>
            <pc:sldMk cId="1081037514" sldId="2145706225"/>
            <ac:picMk id="32" creationId="{C770A491-1DB5-77FC-712B-35F7A47E2F99}"/>
          </ac:picMkLst>
        </pc:picChg>
        <pc:picChg chg="add mod">
          <ac:chgData name="Graf Thomas, INI-NET-VNC-HCS" userId="487bc3e3-9ce7-4cdd-b7b4-8899ea88d289" providerId="ADAL" clId="{FF1E8771-B1E8-4CEC-B725-4345F27D3194}" dt="2023-10-29T08:03:44" v="2846" actId="1076"/>
          <ac:picMkLst>
            <pc:docMk/>
            <pc:sldMk cId="1081037514" sldId="2145706225"/>
            <ac:picMk id="33" creationId="{17CD1AF5-AD78-AA80-9E26-C4515CC45BFA}"/>
          </ac:picMkLst>
        </pc:picChg>
        <pc:picChg chg="add mod">
          <ac:chgData name="Graf Thomas, INI-NET-VNC-HCS" userId="487bc3e3-9ce7-4cdd-b7b4-8899ea88d289" providerId="ADAL" clId="{FF1E8771-B1E8-4CEC-B725-4345F27D3194}" dt="2023-10-29T08:03:44" v="2846" actId="1076"/>
          <ac:picMkLst>
            <pc:docMk/>
            <pc:sldMk cId="1081037514" sldId="2145706225"/>
            <ac:picMk id="34" creationId="{0DF49D5E-4B86-6869-98D7-DE092FC30B18}"/>
          </ac:picMkLst>
        </pc:picChg>
        <pc:picChg chg="add mod">
          <ac:chgData name="Graf Thomas, INI-NET-VNC-HCS" userId="487bc3e3-9ce7-4cdd-b7b4-8899ea88d289" providerId="ADAL" clId="{FF1E8771-B1E8-4CEC-B725-4345F27D3194}" dt="2023-10-29T08:03:44" v="2846" actId="1076"/>
          <ac:picMkLst>
            <pc:docMk/>
            <pc:sldMk cId="1081037514" sldId="2145706225"/>
            <ac:picMk id="35" creationId="{76768564-2BA7-E325-FE43-6D4CE762CDAA}"/>
          </ac:picMkLst>
        </pc:picChg>
        <pc:picChg chg="add mod">
          <ac:chgData name="Graf Thomas, INI-NET-VNC-HCS" userId="487bc3e3-9ce7-4cdd-b7b4-8899ea88d289" providerId="ADAL" clId="{FF1E8771-B1E8-4CEC-B725-4345F27D3194}" dt="2023-10-29T08:03:44" v="2846" actId="1076"/>
          <ac:picMkLst>
            <pc:docMk/>
            <pc:sldMk cId="1081037514" sldId="2145706225"/>
            <ac:picMk id="36" creationId="{BA0A7074-FC27-6B8B-F899-8DDE2533BB10}"/>
          </ac:picMkLst>
        </pc:picChg>
        <pc:picChg chg="add mod">
          <ac:chgData name="Graf Thomas, INI-NET-VNC-HCS" userId="487bc3e3-9ce7-4cdd-b7b4-8899ea88d289" providerId="ADAL" clId="{FF1E8771-B1E8-4CEC-B725-4345F27D3194}" dt="2023-10-29T08:03:44" v="2846" actId="1076"/>
          <ac:picMkLst>
            <pc:docMk/>
            <pc:sldMk cId="1081037514" sldId="2145706225"/>
            <ac:picMk id="37" creationId="{D966A7CE-25D4-DED2-6D45-788D6CB73BA2}"/>
          </ac:picMkLst>
        </pc:picChg>
        <pc:picChg chg="add mod">
          <ac:chgData name="Graf Thomas, INI-NET-VNC-HCS" userId="487bc3e3-9ce7-4cdd-b7b4-8899ea88d289" providerId="ADAL" clId="{FF1E8771-B1E8-4CEC-B725-4345F27D3194}" dt="2023-10-29T08:03:44" v="2846" actId="1076"/>
          <ac:picMkLst>
            <pc:docMk/>
            <pc:sldMk cId="1081037514" sldId="2145706225"/>
            <ac:picMk id="43" creationId="{D8C02CC5-A9C9-F866-A5DB-BA4EC3307654}"/>
          </ac:picMkLst>
        </pc:picChg>
        <pc:picChg chg="add mod">
          <ac:chgData name="Graf Thomas, INI-NET-VNC-HCS" userId="487bc3e3-9ce7-4cdd-b7b4-8899ea88d289" providerId="ADAL" clId="{FF1E8771-B1E8-4CEC-B725-4345F27D3194}" dt="2023-10-29T08:03:44" v="2846" actId="1076"/>
          <ac:picMkLst>
            <pc:docMk/>
            <pc:sldMk cId="1081037514" sldId="2145706225"/>
            <ac:picMk id="45" creationId="{EFDD0C3B-512D-293E-E727-46B89BD86D4B}"/>
          </ac:picMkLst>
        </pc:picChg>
        <pc:cxnChg chg="add mod">
          <ac:chgData name="Graf Thomas, INI-NET-VNC-HCS" userId="487bc3e3-9ce7-4cdd-b7b4-8899ea88d289" providerId="ADAL" clId="{FF1E8771-B1E8-4CEC-B725-4345F27D3194}" dt="2023-10-29T08:03:44" v="2846" actId="1076"/>
          <ac:cxnSpMkLst>
            <pc:docMk/>
            <pc:sldMk cId="1081037514" sldId="2145706225"/>
            <ac:cxnSpMk id="26" creationId="{E14B17EC-9407-E3A2-1F7C-D47095BE2DDB}"/>
          </ac:cxnSpMkLst>
        </pc:cxnChg>
        <pc:cxnChg chg="add mod">
          <ac:chgData name="Graf Thomas, INI-NET-VNC-HCS" userId="487bc3e3-9ce7-4cdd-b7b4-8899ea88d289" providerId="ADAL" clId="{FF1E8771-B1E8-4CEC-B725-4345F27D3194}" dt="2023-10-29T08:03:44" v="2846" actId="1076"/>
          <ac:cxnSpMkLst>
            <pc:docMk/>
            <pc:sldMk cId="1081037514" sldId="2145706225"/>
            <ac:cxnSpMk id="38" creationId="{10DC3853-02C8-D495-EDB1-B0129F6F9E30}"/>
          </ac:cxnSpMkLst>
        </pc:cxnChg>
        <pc:cxnChg chg="add mod">
          <ac:chgData name="Graf Thomas, INI-NET-VNC-HCS" userId="487bc3e3-9ce7-4cdd-b7b4-8899ea88d289" providerId="ADAL" clId="{FF1E8771-B1E8-4CEC-B725-4345F27D3194}" dt="2023-10-29T08:03:44" v="2846" actId="1076"/>
          <ac:cxnSpMkLst>
            <pc:docMk/>
            <pc:sldMk cId="1081037514" sldId="2145706225"/>
            <ac:cxnSpMk id="40" creationId="{9BC6E6D7-2688-CCDB-6A6C-7880291A8339}"/>
          </ac:cxnSpMkLst>
        </pc:cxnChg>
        <pc:cxnChg chg="add mod">
          <ac:chgData name="Graf Thomas, INI-NET-VNC-HCS" userId="487bc3e3-9ce7-4cdd-b7b4-8899ea88d289" providerId="ADAL" clId="{FF1E8771-B1E8-4CEC-B725-4345F27D3194}" dt="2023-10-29T08:03:44" v="2846" actId="1076"/>
          <ac:cxnSpMkLst>
            <pc:docMk/>
            <pc:sldMk cId="1081037514" sldId="2145706225"/>
            <ac:cxnSpMk id="42" creationId="{3CD8EA4A-314A-BB28-E712-414D5F01E35F}"/>
          </ac:cxnSpMkLst>
        </pc:cxnChg>
        <pc:cxnChg chg="add mod">
          <ac:chgData name="Graf Thomas, INI-NET-VNC-HCS" userId="487bc3e3-9ce7-4cdd-b7b4-8899ea88d289" providerId="ADAL" clId="{FF1E8771-B1E8-4CEC-B725-4345F27D3194}" dt="2023-10-29T08:03:44" v="2846" actId="1076"/>
          <ac:cxnSpMkLst>
            <pc:docMk/>
            <pc:sldMk cId="1081037514" sldId="2145706225"/>
            <ac:cxnSpMk id="47" creationId="{1E3CC50D-6BF1-E751-D746-D130EE998D4B}"/>
          </ac:cxnSpMkLst>
        </pc:cxnChg>
      </pc:sldChg>
      <pc:sldChg chg="addSp delSp modSp add mod ord">
        <pc:chgData name="Graf Thomas, INI-NET-VNC-HCS" userId="487bc3e3-9ce7-4cdd-b7b4-8899ea88d289" providerId="ADAL" clId="{FF1E8771-B1E8-4CEC-B725-4345F27D3194}" dt="2023-10-29T08:31:13.021" v="3854" actId="113"/>
        <pc:sldMkLst>
          <pc:docMk/>
          <pc:sldMk cId="3384652948" sldId="2145706226"/>
        </pc:sldMkLst>
        <pc:spChg chg="add mod">
          <ac:chgData name="Graf Thomas, INI-NET-VNC-HCS" userId="487bc3e3-9ce7-4cdd-b7b4-8899ea88d289" providerId="ADAL" clId="{FF1E8771-B1E8-4CEC-B725-4345F27D3194}" dt="2023-10-29T08:30:32.668" v="3850" actId="108"/>
          <ac:spMkLst>
            <pc:docMk/>
            <pc:sldMk cId="3384652948" sldId="2145706226"/>
            <ac:spMk id="2" creationId="{0E0DAD8A-94CD-EADA-C24A-D442928BA111}"/>
          </ac:spMkLst>
        </pc:spChg>
        <pc:spChg chg="add mod">
          <ac:chgData name="Graf Thomas, INI-NET-VNC-HCS" userId="487bc3e3-9ce7-4cdd-b7b4-8899ea88d289" providerId="ADAL" clId="{FF1E8771-B1E8-4CEC-B725-4345F27D3194}" dt="2023-10-29T08:31:13.021" v="3854" actId="113"/>
          <ac:spMkLst>
            <pc:docMk/>
            <pc:sldMk cId="3384652948" sldId="2145706226"/>
            <ac:spMk id="3" creationId="{01913334-AF3D-1C65-5BD7-83A59BC04A95}"/>
          </ac:spMkLst>
        </pc:spChg>
        <pc:spChg chg="add mod">
          <ac:chgData name="Graf Thomas, INI-NET-VNC-HCS" userId="487bc3e3-9ce7-4cdd-b7b4-8899ea88d289" providerId="ADAL" clId="{FF1E8771-B1E8-4CEC-B725-4345F27D3194}" dt="2023-10-29T08:05:27.480" v="3003" actId="790"/>
          <ac:spMkLst>
            <pc:docMk/>
            <pc:sldMk cId="3384652948" sldId="2145706226"/>
            <ac:spMk id="4" creationId="{24F2E4A1-9E2D-0EF1-0811-4E46B062701C}"/>
          </ac:spMkLst>
        </pc:spChg>
        <pc:spChg chg="del">
          <ac:chgData name="Graf Thomas, INI-NET-VNC-HCS" userId="487bc3e3-9ce7-4cdd-b7b4-8899ea88d289" providerId="ADAL" clId="{FF1E8771-B1E8-4CEC-B725-4345F27D3194}" dt="2023-10-28T08:40:29.778" v="293" actId="478"/>
          <ac:spMkLst>
            <pc:docMk/>
            <pc:sldMk cId="3384652948" sldId="2145706226"/>
            <ac:spMk id="5" creationId="{8CAEE21E-0CF2-4355-A68A-655C5FDE8F93}"/>
          </ac:spMkLst>
        </pc:spChg>
        <pc:spChg chg="mod">
          <ac:chgData name="Graf Thomas, INI-NET-VNC-HCS" userId="487bc3e3-9ce7-4cdd-b7b4-8899ea88d289" providerId="ADAL" clId="{FF1E8771-B1E8-4CEC-B725-4345F27D3194}" dt="2023-10-29T08:05:27.480" v="3003" actId="790"/>
          <ac:spMkLst>
            <pc:docMk/>
            <pc:sldMk cId="3384652948" sldId="2145706226"/>
            <ac:spMk id="6" creationId="{024DC3B6-499C-4E15-9336-2F15A0DFB843}"/>
          </ac:spMkLst>
        </pc:spChg>
        <pc:spChg chg="add mod">
          <ac:chgData name="Graf Thomas, INI-NET-VNC-HCS" userId="487bc3e3-9ce7-4cdd-b7b4-8899ea88d289" providerId="ADAL" clId="{FF1E8771-B1E8-4CEC-B725-4345F27D3194}" dt="2023-10-29T08:05:27.480" v="3003" actId="790"/>
          <ac:spMkLst>
            <pc:docMk/>
            <pc:sldMk cId="3384652948" sldId="2145706226"/>
            <ac:spMk id="7" creationId="{2727A73F-4E58-7304-CF16-627D8D6C87D5}"/>
          </ac:spMkLst>
        </pc:spChg>
        <pc:spChg chg="add mod">
          <ac:chgData name="Graf Thomas, INI-NET-VNC-HCS" userId="487bc3e3-9ce7-4cdd-b7b4-8899ea88d289" providerId="ADAL" clId="{FF1E8771-B1E8-4CEC-B725-4345F27D3194}" dt="2023-10-29T08:05:27.480" v="3003" actId="790"/>
          <ac:spMkLst>
            <pc:docMk/>
            <pc:sldMk cId="3384652948" sldId="2145706226"/>
            <ac:spMk id="8" creationId="{AC97AA67-80C3-B6F7-F631-98BE70FEFABA}"/>
          </ac:spMkLst>
        </pc:spChg>
        <pc:spChg chg="add mod">
          <ac:chgData name="Graf Thomas, INI-NET-VNC-HCS" userId="487bc3e3-9ce7-4cdd-b7b4-8899ea88d289" providerId="ADAL" clId="{FF1E8771-B1E8-4CEC-B725-4345F27D3194}" dt="2023-10-29T08:05:27.480" v="3003" actId="790"/>
          <ac:spMkLst>
            <pc:docMk/>
            <pc:sldMk cId="3384652948" sldId="2145706226"/>
            <ac:spMk id="9" creationId="{AE8C7DD3-D1F1-0DFF-EE87-6F292DE4F59F}"/>
          </ac:spMkLst>
        </pc:spChg>
        <pc:spChg chg="add mod">
          <ac:chgData name="Graf Thomas, INI-NET-VNC-HCS" userId="487bc3e3-9ce7-4cdd-b7b4-8899ea88d289" providerId="ADAL" clId="{FF1E8771-B1E8-4CEC-B725-4345F27D3194}" dt="2023-10-29T08:05:27.480" v="3003" actId="790"/>
          <ac:spMkLst>
            <pc:docMk/>
            <pc:sldMk cId="3384652948" sldId="2145706226"/>
            <ac:spMk id="12" creationId="{F823DFEB-60B2-6861-BABA-41683121FBF6}"/>
          </ac:spMkLst>
        </pc:spChg>
        <pc:spChg chg="add mod">
          <ac:chgData name="Graf Thomas, INI-NET-VNC-HCS" userId="487bc3e3-9ce7-4cdd-b7b4-8899ea88d289" providerId="ADAL" clId="{FF1E8771-B1E8-4CEC-B725-4345F27D3194}" dt="2023-10-29T08:05:30.714" v="3004" actId="20577"/>
          <ac:spMkLst>
            <pc:docMk/>
            <pc:sldMk cId="3384652948" sldId="2145706226"/>
            <ac:spMk id="16" creationId="{2D8B3AFB-4500-052D-4E96-82B4FC5CC5DF}"/>
          </ac:spMkLst>
        </pc:spChg>
        <pc:picChg chg="add mod">
          <ac:chgData name="Graf Thomas, INI-NET-VNC-HCS" userId="487bc3e3-9ce7-4cdd-b7b4-8899ea88d289" providerId="ADAL" clId="{FF1E8771-B1E8-4CEC-B725-4345F27D3194}" dt="2023-10-29T08:04:20.843" v="2892" actId="1037"/>
          <ac:picMkLst>
            <pc:docMk/>
            <pc:sldMk cId="3384652948" sldId="2145706226"/>
            <ac:picMk id="10" creationId="{EF8CBE0D-416F-8BAD-1E56-FA9713FABCF5}"/>
          </ac:picMkLst>
        </pc:picChg>
        <pc:picChg chg="add mod">
          <ac:chgData name="Graf Thomas, INI-NET-VNC-HCS" userId="487bc3e3-9ce7-4cdd-b7b4-8899ea88d289" providerId="ADAL" clId="{FF1E8771-B1E8-4CEC-B725-4345F27D3194}" dt="2023-10-29T08:04:20.843" v="2892" actId="1037"/>
          <ac:picMkLst>
            <pc:docMk/>
            <pc:sldMk cId="3384652948" sldId="2145706226"/>
            <ac:picMk id="11" creationId="{0B68DB88-2125-5D8A-E234-D104730CD789}"/>
          </ac:picMkLst>
        </pc:picChg>
        <pc:picChg chg="add mod">
          <ac:chgData name="Graf Thomas, INI-NET-VNC-HCS" userId="487bc3e3-9ce7-4cdd-b7b4-8899ea88d289" providerId="ADAL" clId="{FF1E8771-B1E8-4CEC-B725-4345F27D3194}" dt="2023-10-29T08:04:20.843" v="2892" actId="1037"/>
          <ac:picMkLst>
            <pc:docMk/>
            <pc:sldMk cId="3384652948" sldId="2145706226"/>
            <ac:picMk id="13" creationId="{F95B0A8A-AF7B-BD55-22AA-98E6E6CF536D}"/>
          </ac:picMkLst>
        </pc:picChg>
        <pc:picChg chg="del">
          <ac:chgData name="Graf Thomas, INI-NET-VNC-HCS" userId="487bc3e3-9ce7-4cdd-b7b4-8899ea88d289" providerId="ADAL" clId="{FF1E8771-B1E8-4CEC-B725-4345F27D3194}" dt="2023-10-28T08:40:29.778" v="293" actId="478"/>
          <ac:picMkLst>
            <pc:docMk/>
            <pc:sldMk cId="3384652948" sldId="2145706226"/>
            <ac:picMk id="14" creationId="{791A1741-3313-42A8-1084-2A489832CDC0}"/>
          </ac:picMkLst>
        </pc:picChg>
        <pc:picChg chg="add mod">
          <ac:chgData name="Graf Thomas, INI-NET-VNC-HCS" userId="487bc3e3-9ce7-4cdd-b7b4-8899ea88d289" providerId="ADAL" clId="{FF1E8771-B1E8-4CEC-B725-4345F27D3194}" dt="2023-10-29T08:04:49.011" v="2958" actId="1036"/>
          <ac:picMkLst>
            <pc:docMk/>
            <pc:sldMk cId="3384652948" sldId="2145706226"/>
            <ac:picMk id="15" creationId="{D722580C-E14C-C31D-D703-E102C17A75C2}"/>
          </ac:picMkLst>
        </pc:picChg>
      </pc:sldChg>
      <pc:sldChg chg="addSp delSp modSp add mod">
        <pc:chgData name="Graf Thomas, INI-NET-VNC-HCS" userId="487bc3e3-9ce7-4cdd-b7b4-8899ea88d289" providerId="ADAL" clId="{FF1E8771-B1E8-4CEC-B725-4345F27D3194}" dt="2023-10-29T08:37:18.583" v="3857" actId="113"/>
        <pc:sldMkLst>
          <pc:docMk/>
          <pc:sldMk cId="4235116615" sldId="2145706227"/>
        </pc:sldMkLst>
        <pc:spChg chg="del">
          <ac:chgData name="Graf Thomas, INI-NET-VNC-HCS" userId="487bc3e3-9ce7-4cdd-b7b4-8899ea88d289" providerId="ADAL" clId="{FF1E8771-B1E8-4CEC-B725-4345F27D3194}" dt="2023-10-28T08:49:26.480" v="390" actId="478"/>
          <ac:spMkLst>
            <pc:docMk/>
            <pc:sldMk cId="4235116615" sldId="2145706227"/>
            <ac:spMk id="2" creationId="{0E0DAD8A-94CD-EADA-C24A-D442928BA111}"/>
          </ac:spMkLst>
        </pc:spChg>
        <pc:spChg chg="del mod">
          <ac:chgData name="Graf Thomas, INI-NET-VNC-HCS" userId="487bc3e3-9ce7-4cdd-b7b4-8899ea88d289" providerId="ADAL" clId="{FF1E8771-B1E8-4CEC-B725-4345F27D3194}" dt="2023-10-28T08:48:36.620" v="379" actId="21"/>
          <ac:spMkLst>
            <pc:docMk/>
            <pc:sldMk cId="4235116615" sldId="2145706227"/>
            <ac:spMk id="3" creationId="{01913334-AF3D-1C65-5BD7-83A59BC04A95}"/>
          </ac:spMkLst>
        </pc:spChg>
        <pc:spChg chg="del">
          <ac:chgData name="Graf Thomas, INI-NET-VNC-HCS" userId="487bc3e3-9ce7-4cdd-b7b4-8899ea88d289" providerId="ADAL" clId="{FF1E8771-B1E8-4CEC-B725-4345F27D3194}" dt="2023-10-28T08:48:50.033" v="380" actId="478"/>
          <ac:spMkLst>
            <pc:docMk/>
            <pc:sldMk cId="4235116615" sldId="2145706227"/>
            <ac:spMk id="4" creationId="{24F2E4A1-9E2D-0EF1-0811-4E46B062701C}"/>
          </ac:spMkLst>
        </pc:spChg>
        <pc:spChg chg="add mod">
          <ac:chgData name="Graf Thomas, INI-NET-VNC-HCS" userId="487bc3e3-9ce7-4cdd-b7b4-8899ea88d289" providerId="ADAL" clId="{FF1E8771-B1E8-4CEC-B725-4345F27D3194}" dt="2023-10-29T08:37:18.583" v="3857" actId="113"/>
          <ac:spMkLst>
            <pc:docMk/>
            <pc:sldMk cId="4235116615" sldId="2145706227"/>
            <ac:spMk id="5" creationId="{0194B37B-813A-99FE-7B78-4D87D8C30D44}"/>
          </ac:spMkLst>
        </pc:spChg>
        <pc:spChg chg="del">
          <ac:chgData name="Graf Thomas, INI-NET-VNC-HCS" userId="487bc3e3-9ce7-4cdd-b7b4-8899ea88d289" providerId="ADAL" clId="{FF1E8771-B1E8-4CEC-B725-4345F27D3194}" dt="2023-10-28T08:48:50.033" v="380" actId="478"/>
          <ac:spMkLst>
            <pc:docMk/>
            <pc:sldMk cId="4235116615" sldId="2145706227"/>
            <ac:spMk id="7" creationId="{2727A73F-4E58-7304-CF16-627D8D6C87D5}"/>
          </ac:spMkLst>
        </pc:spChg>
        <pc:spChg chg="del">
          <ac:chgData name="Graf Thomas, INI-NET-VNC-HCS" userId="487bc3e3-9ce7-4cdd-b7b4-8899ea88d289" providerId="ADAL" clId="{FF1E8771-B1E8-4CEC-B725-4345F27D3194}" dt="2023-10-28T08:48:50.033" v="380" actId="478"/>
          <ac:spMkLst>
            <pc:docMk/>
            <pc:sldMk cId="4235116615" sldId="2145706227"/>
            <ac:spMk id="8" creationId="{AC97AA67-80C3-B6F7-F631-98BE70FEFABA}"/>
          </ac:spMkLst>
        </pc:spChg>
        <pc:spChg chg="del">
          <ac:chgData name="Graf Thomas, INI-NET-VNC-HCS" userId="487bc3e3-9ce7-4cdd-b7b4-8899ea88d289" providerId="ADAL" clId="{FF1E8771-B1E8-4CEC-B725-4345F27D3194}" dt="2023-10-28T08:48:50.033" v="380" actId="478"/>
          <ac:spMkLst>
            <pc:docMk/>
            <pc:sldMk cId="4235116615" sldId="2145706227"/>
            <ac:spMk id="9" creationId="{AE8C7DD3-D1F1-0DFF-EE87-6F292DE4F59F}"/>
          </ac:spMkLst>
        </pc:spChg>
        <pc:spChg chg="del">
          <ac:chgData name="Graf Thomas, INI-NET-VNC-HCS" userId="487bc3e3-9ce7-4cdd-b7b4-8899ea88d289" providerId="ADAL" clId="{FF1E8771-B1E8-4CEC-B725-4345F27D3194}" dt="2023-10-28T08:48:50.033" v="380" actId="478"/>
          <ac:spMkLst>
            <pc:docMk/>
            <pc:sldMk cId="4235116615" sldId="2145706227"/>
            <ac:spMk id="12" creationId="{F823DFEB-60B2-6861-BABA-41683121FBF6}"/>
          </ac:spMkLst>
        </pc:spChg>
        <pc:spChg chg="add del mod">
          <ac:chgData name="Graf Thomas, INI-NET-VNC-HCS" userId="487bc3e3-9ce7-4cdd-b7b4-8899ea88d289" providerId="ADAL" clId="{FF1E8771-B1E8-4CEC-B725-4345F27D3194}" dt="2023-10-28T08:50:31.377" v="398" actId="478"/>
          <ac:spMkLst>
            <pc:docMk/>
            <pc:sldMk cId="4235116615" sldId="2145706227"/>
            <ac:spMk id="16" creationId="{C1705712-54CE-C75B-B19E-EE932C9DC9A8}"/>
          </ac:spMkLst>
        </pc:spChg>
        <pc:spChg chg="add mod">
          <ac:chgData name="Graf Thomas, INI-NET-VNC-HCS" userId="487bc3e3-9ce7-4cdd-b7b4-8899ea88d289" providerId="ADAL" clId="{FF1E8771-B1E8-4CEC-B725-4345F27D3194}" dt="2023-10-29T08:07:38.980" v="3084" actId="1076"/>
          <ac:spMkLst>
            <pc:docMk/>
            <pc:sldMk cId="4235116615" sldId="2145706227"/>
            <ac:spMk id="18" creationId="{B283EDB4-CFDF-D6B9-8AF9-9CFA563360E3}"/>
          </ac:spMkLst>
        </pc:spChg>
        <pc:spChg chg="add mod">
          <ac:chgData name="Graf Thomas, INI-NET-VNC-HCS" userId="487bc3e3-9ce7-4cdd-b7b4-8899ea88d289" providerId="ADAL" clId="{FF1E8771-B1E8-4CEC-B725-4345F27D3194}" dt="2023-10-29T08:08:36.678" v="3098" actId="207"/>
          <ac:spMkLst>
            <pc:docMk/>
            <pc:sldMk cId="4235116615" sldId="2145706227"/>
            <ac:spMk id="19" creationId="{56D79134-17A9-8BC8-B7D0-97BCFFB9A6B2}"/>
          </ac:spMkLst>
        </pc:spChg>
        <pc:picChg chg="del">
          <ac:chgData name="Graf Thomas, INI-NET-VNC-HCS" userId="487bc3e3-9ce7-4cdd-b7b4-8899ea88d289" providerId="ADAL" clId="{FF1E8771-B1E8-4CEC-B725-4345F27D3194}" dt="2023-10-28T08:48:50.033" v="380" actId="478"/>
          <ac:picMkLst>
            <pc:docMk/>
            <pc:sldMk cId="4235116615" sldId="2145706227"/>
            <ac:picMk id="10" creationId="{EF8CBE0D-416F-8BAD-1E56-FA9713FABCF5}"/>
          </ac:picMkLst>
        </pc:picChg>
        <pc:picChg chg="del">
          <ac:chgData name="Graf Thomas, INI-NET-VNC-HCS" userId="487bc3e3-9ce7-4cdd-b7b4-8899ea88d289" providerId="ADAL" clId="{FF1E8771-B1E8-4CEC-B725-4345F27D3194}" dt="2023-10-28T08:48:50.033" v="380" actId="478"/>
          <ac:picMkLst>
            <pc:docMk/>
            <pc:sldMk cId="4235116615" sldId="2145706227"/>
            <ac:picMk id="11" creationId="{0B68DB88-2125-5D8A-E234-D104730CD789}"/>
          </ac:picMkLst>
        </pc:picChg>
        <pc:picChg chg="del">
          <ac:chgData name="Graf Thomas, INI-NET-VNC-HCS" userId="487bc3e3-9ce7-4cdd-b7b4-8899ea88d289" providerId="ADAL" clId="{FF1E8771-B1E8-4CEC-B725-4345F27D3194}" dt="2023-10-28T08:48:50.033" v="380" actId="478"/>
          <ac:picMkLst>
            <pc:docMk/>
            <pc:sldMk cId="4235116615" sldId="2145706227"/>
            <ac:picMk id="13" creationId="{F95B0A8A-AF7B-BD55-22AA-98E6E6CF536D}"/>
          </ac:picMkLst>
        </pc:picChg>
        <pc:picChg chg="del">
          <ac:chgData name="Graf Thomas, INI-NET-VNC-HCS" userId="487bc3e3-9ce7-4cdd-b7b4-8899ea88d289" providerId="ADAL" clId="{FF1E8771-B1E8-4CEC-B725-4345F27D3194}" dt="2023-10-28T08:49:21.736" v="389" actId="478"/>
          <ac:picMkLst>
            <pc:docMk/>
            <pc:sldMk cId="4235116615" sldId="2145706227"/>
            <ac:picMk id="15" creationId="{D722580C-E14C-C31D-D703-E102C17A75C2}"/>
          </ac:picMkLst>
        </pc:picChg>
      </pc:sldChg>
      <pc:sldChg chg="modSp add del mod">
        <pc:chgData name="Graf Thomas, INI-NET-VNC-HCS" userId="487bc3e3-9ce7-4cdd-b7b4-8899ea88d289" providerId="ADAL" clId="{FF1E8771-B1E8-4CEC-B725-4345F27D3194}" dt="2023-10-29T08:09:34.611" v="3105" actId="2696"/>
        <pc:sldMkLst>
          <pc:docMk/>
          <pc:sldMk cId="1555683917" sldId="2145706228"/>
        </pc:sldMkLst>
        <pc:spChg chg="mod">
          <ac:chgData name="Graf Thomas, INI-NET-VNC-HCS" userId="487bc3e3-9ce7-4cdd-b7b4-8899ea88d289" providerId="ADAL" clId="{FF1E8771-B1E8-4CEC-B725-4345F27D3194}" dt="2023-10-28T08:54:47.304" v="430" actId="6549"/>
          <ac:spMkLst>
            <pc:docMk/>
            <pc:sldMk cId="1555683917" sldId="2145706228"/>
            <ac:spMk id="5" creationId="{0194B37B-813A-99FE-7B78-4D87D8C30D44}"/>
          </ac:spMkLst>
        </pc:spChg>
        <pc:spChg chg="mod">
          <ac:chgData name="Graf Thomas, INI-NET-VNC-HCS" userId="487bc3e3-9ce7-4cdd-b7b4-8899ea88d289" providerId="ADAL" clId="{FF1E8771-B1E8-4CEC-B725-4345F27D3194}" dt="2023-10-28T08:56:15.765" v="440" actId="20577"/>
          <ac:spMkLst>
            <pc:docMk/>
            <pc:sldMk cId="1555683917" sldId="2145706228"/>
            <ac:spMk id="18" creationId="{B283EDB4-CFDF-D6B9-8AF9-9CFA563360E3}"/>
          </ac:spMkLst>
        </pc:spChg>
      </pc:sldChg>
      <pc:sldChg chg="addSp delSp modSp add del mod">
        <pc:chgData name="Graf Thomas, INI-NET-VNC-HCS" userId="487bc3e3-9ce7-4cdd-b7b4-8899ea88d289" providerId="ADAL" clId="{FF1E8771-B1E8-4CEC-B725-4345F27D3194}" dt="2023-10-29T08:23:29.627" v="3785" actId="2696"/>
        <pc:sldMkLst>
          <pc:docMk/>
          <pc:sldMk cId="3961431955" sldId="2145706229"/>
        </pc:sldMkLst>
        <pc:spChg chg="add del mod">
          <ac:chgData name="Graf Thomas, INI-NET-VNC-HCS" userId="487bc3e3-9ce7-4cdd-b7b4-8899ea88d289" providerId="ADAL" clId="{FF1E8771-B1E8-4CEC-B725-4345F27D3194}" dt="2023-10-28T09:06:11.606" v="1204" actId="478"/>
          <ac:spMkLst>
            <pc:docMk/>
            <pc:sldMk cId="3961431955" sldId="2145706229"/>
            <ac:spMk id="3" creationId="{9463888C-F368-0D7F-11DF-2722F3E5392C}"/>
          </ac:spMkLst>
        </pc:spChg>
        <pc:spChg chg="mod">
          <ac:chgData name="Graf Thomas, INI-NET-VNC-HCS" userId="487bc3e3-9ce7-4cdd-b7b4-8899ea88d289" providerId="ADAL" clId="{FF1E8771-B1E8-4CEC-B725-4345F27D3194}" dt="2023-10-29T07:42:02.296" v="2548" actId="14100"/>
          <ac:spMkLst>
            <pc:docMk/>
            <pc:sldMk cId="3961431955" sldId="2145706229"/>
            <ac:spMk id="5" creationId="{0194B37B-813A-99FE-7B78-4D87D8C30D44}"/>
          </ac:spMkLst>
        </pc:spChg>
        <pc:spChg chg="del mod">
          <ac:chgData name="Graf Thomas, INI-NET-VNC-HCS" userId="487bc3e3-9ce7-4cdd-b7b4-8899ea88d289" providerId="ADAL" clId="{FF1E8771-B1E8-4CEC-B725-4345F27D3194}" dt="2023-10-28T09:31:59.117" v="2322" actId="478"/>
          <ac:spMkLst>
            <pc:docMk/>
            <pc:sldMk cId="3961431955" sldId="2145706229"/>
            <ac:spMk id="18" creationId="{B283EDB4-CFDF-D6B9-8AF9-9CFA563360E3}"/>
          </ac:spMkLst>
        </pc:spChg>
      </pc:sldChg>
      <pc:sldChg chg="modSp add del mod">
        <pc:chgData name="Graf Thomas, INI-NET-VNC-HCS" userId="487bc3e3-9ce7-4cdd-b7b4-8899ea88d289" providerId="ADAL" clId="{FF1E8771-B1E8-4CEC-B725-4345F27D3194}" dt="2023-10-29T08:25:24.199" v="3806" actId="2696"/>
        <pc:sldMkLst>
          <pc:docMk/>
          <pc:sldMk cId="722930201" sldId="2145706230"/>
        </pc:sldMkLst>
        <pc:spChg chg="mod">
          <ac:chgData name="Graf Thomas, INI-NET-VNC-HCS" userId="487bc3e3-9ce7-4cdd-b7b4-8899ea88d289" providerId="ADAL" clId="{FF1E8771-B1E8-4CEC-B725-4345F27D3194}" dt="2023-10-28T09:35:11.064" v="2450" actId="20577"/>
          <ac:spMkLst>
            <pc:docMk/>
            <pc:sldMk cId="722930201" sldId="2145706230"/>
            <ac:spMk id="5" creationId="{0194B37B-813A-99FE-7B78-4D87D8C30D44}"/>
          </ac:spMkLst>
        </pc:spChg>
        <pc:spChg chg="mod">
          <ac:chgData name="Graf Thomas, INI-NET-VNC-HCS" userId="487bc3e3-9ce7-4cdd-b7b4-8899ea88d289" providerId="ADAL" clId="{FF1E8771-B1E8-4CEC-B725-4345F27D3194}" dt="2023-10-28T09:16:39.012" v="1496" actId="1076"/>
          <ac:spMkLst>
            <pc:docMk/>
            <pc:sldMk cId="722930201" sldId="2145706230"/>
            <ac:spMk id="18" creationId="{B283EDB4-CFDF-D6B9-8AF9-9CFA563360E3}"/>
          </ac:spMkLst>
        </pc:spChg>
      </pc:sldChg>
      <pc:sldChg chg="modSp add del mod">
        <pc:chgData name="Graf Thomas, INI-NET-VNC-HCS" userId="487bc3e3-9ce7-4cdd-b7b4-8899ea88d289" providerId="ADAL" clId="{FF1E8771-B1E8-4CEC-B725-4345F27D3194}" dt="2023-10-29T08:39:02.145" v="3871" actId="47"/>
        <pc:sldMkLst>
          <pc:docMk/>
          <pc:sldMk cId="3784233057" sldId="2145706231"/>
        </pc:sldMkLst>
        <pc:spChg chg="mod">
          <ac:chgData name="Graf Thomas, INI-NET-VNC-HCS" userId="487bc3e3-9ce7-4cdd-b7b4-8899ea88d289" providerId="ADAL" clId="{FF1E8771-B1E8-4CEC-B725-4345F27D3194}" dt="2023-10-28T09:25:27.862" v="1957" actId="20577"/>
          <ac:spMkLst>
            <pc:docMk/>
            <pc:sldMk cId="3784233057" sldId="2145706231"/>
            <ac:spMk id="5" creationId="{0194B37B-813A-99FE-7B78-4D87D8C30D44}"/>
          </ac:spMkLst>
        </pc:spChg>
      </pc:sldChg>
      <pc:sldChg chg="modSp add mod">
        <pc:chgData name="Graf Thomas, INI-NET-VNC-HCS" userId="487bc3e3-9ce7-4cdd-b7b4-8899ea88d289" providerId="ADAL" clId="{FF1E8771-B1E8-4CEC-B725-4345F27D3194}" dt="2023-10-29T08:37:32.982" v="3860" actId="113"/>
        <pc:sldMkLst>
          <pc:docMk/>
          <pc:sldMk cId="508096634" sldId="2145706232"/>
        </pc:sldMkLst>
        <pc:spChg chg="mod">
          <ac:chgData name="Graf Thomas, INI-NET-VNC-HCS" userId="487bc3e3-9ce7-4cdd-b7b4-8899ea88d289" providerId="ADAL" clId="{FF1E8771-B1E8-4CEC-B725-4345F27D3194}" dt="2023-10-29T08:37:32.982" v="3860" actId="113"/>
          <ac:spMkLst>
            <pc:docMk/>
            <pc:sldMk cId="508096634" sldId="2145706232"/>
            <ac:spMk id="5" creationId="{0194B37B-813A-99FE-7B78-4D87D8C30D44}"/>
          </ac:spMkLst>
        </pc:spChg>
        <pc:spChg chg="mod">
          <ac:chgData name="Graf Thomas, INI-NET-VNC-HCS" userId="487bc3e3-9ce7-4cdd-b7b4-8899ea88d289" providerId="ADAL" clId="{FF1E8771-B1E8-4CEC-B725-4345F27D3194}" dt="2023-10-29T08:09:19.749" v="3103" actId="207"/>
          <ac:spMkLst>
            <pc:docMk/>
            <pc:sldMk cId="508096634" sldId="2145706232"/>
            <ac:spMk id="18" creationId="{B283EDB4-CFDF-D6B9-8AF9-9CFA563360E3}"/>
          </ac:spMkLst>
        </pc:spChg>
        <pc:spChg chg="mod">
          <ac:chgData name="Graf Thomas, INI-NET-VNC-HCS" userId="487bc3e3-9ce7-4cdd-b7b4-8899ea88d289" providerId="ADAL" clId="{FF1E8771-B1E8-4CEC-B725-4345F27D3194}" dt="2023-10-29T08:08:41.157" v="3099" actId="207"/>
          <ac:spMkLst>
            <pc:docMk/>
            <pc:sldMk cId="508096634" sldId="2145706232"/>
            <ac:spMk id="19" creationId="{56D79134-17A9-8BC8-B7D0-97BCFFB9A6B2}"/>
          </ac:spMkLst>
        </pc:spChg>
      </pc:sldChg>
      <pc:sldChg chg="delSp modSp add mod">
        <pc:chgData name="Graf Thomas, INI-NET-VNC-HCS" userId="487bc3e3-9ce7-4cdd-b7b4-8899ea88d289" providerId="ADAL" clId="{FF1E8771-B1E8-4CEC-B725-4345F27D3194}" dt="2023-10-29T08:37:52.353" v="3865" actId="207"/>
        <pc:sldMkLst>
          <pc:docMk/>
          <pc:sldMk cId="1609255611" sldId="2145706233"/>
        </pc:sldMkLst>
        <pc:spChg chg="mod">
          <ac:chgData name="Graf Thomas, INI-NET-VNC-HCS" userId="487bc3e3-9ce7-4cdd-b7b4-8899ea88d289" providerId="ADAL" clId="{FF1E8771-B1E8-4CEC-B725-4345F27D3194}" dt="2023-10-29T08:37:45.393" v="3864" actId="113"/>
          <ac:spMkLst>
            <pc:docMk/>
            <pc:sldMk cId="1609255611" sldId="2145706233"/>
            <ac:spMk id="5" creationId="{0194B37B-813A-99FE-7B78-4D87D8C30D44}"/>
          </ac:spMkLst>
        </pc:spChg>
        <pc:spChg chg="del">
          <ac:chgData name="Graf Thomas, INI-NET-VNC-HCS" userId="487bc3e3-9ce7-4cdd-b7b4-8899ea88d289" providerId="ADAL" clId="{FF1E8771-B1E8-4CEC-B725-4345F27D3194}" dt="2023-10-29T08:23:18.091" v="3782" actId="478"/>
          <ac:spMkLst>
            <pc:docMk/>
            <pc:sldMk cId="1609255611" sldId="2145706233"/>
            <ac:spMk id="18" creationId="{B283EDB4-CFDF-D6B9-8AF9-9CFA563360E3}"/>
          </ac:spMkLst>
        </pc:spChg>
        <pc:spChg chg="mod">
          <ac:chgData name="Graf Thomas, INI-NET-VNC-HCS" userId="487bc3e3-9ce7-4cdd-b7b4-8899ea88d289" providerId="ADAL" clId="{FF1E8771-B1E8-4CEC-B725-4345F27D3194}" dt="2023-10-29T08:37:52.353" v="3865" actId="207"/>
          <ac:spMkLst>
            <pc:docMk/>
            <pc:sldMk cId="1609255611" sldId="2145706233"/>
            <ac:spMk id="19" creationId="{56D79134-17A9-8BC8-B7D0-97BCFFB9A6B2}"/>
          </ac:spMkLst>
        </pc:spChg>
      </pc:sldChg>
      <pc:sldChg chg="modSp add mod ord">
        <pc:chgData name="Graf Thomas, INI-NET-VNC-HCS" userId="487bc3e3-9ce7-4cdd-b7b4-8899ea88d289" providerId="ADAL" clId="{FF1E8771-B1E8-4CEC-B725-4345F27D3194}" dt="2023-10-29T08:45:08.885" v="4020"/>
        <pc:sldMkLst>
          <pc:docMk/>
          <pc:sldMk cId="663711217" sldId="2145706234"/>
        </pc:sldMkLst>
        <pc:spChg chg="mod">
          <ac:chgData name="Graf Thomas, INI-NET-VNC-HCS" userId="487bc3e3-9ce7-4cdd-b7b4-8899ea88d289" providerId="ADAL" clId="{FF1E8771-B1E8-4CEC-B725-4345F27D3194}" dt="2023-10-29T08:44:47.065" v="4016" actId="113"/>
          <ac:spMkLst>
            <pc:docMk/>
            <pc:sldMk cId="663711217" sldId="2145706234"/>
            <ac:spMk id="5" creationId="{0194B37B-813A-99FE-7B78-4D87D8C30D44}"/>
          </ac:spMkLst>
        </pc:spChg>
        <pc:spChg chg="mod">
          <ac:chgData name="Graf Thomas, INI-NET-VNC-HCS" userId="487bc3e3-9ce7-4cdd-b7b4-8899ea88d289" providerId="ADAL" clId="{FF1E8771-B1E8-4CEC-B725-4345F27D3194}" dt="2023-10-29T08:28:43.114" v="3846" actId="207"/>
          <ac:spMkLst>
            <pc:docMk/>
            <pc:sldMk cId="663711217" sldId="2145706234"/>
            <ac:spMk id="18" creationId="{B283EDB4-CFDF-D6B9-8AF9-9CFA563360E3}"/>
          </ac:spMkLst>
        </pc:spChg>
        <pc:spChg chg="mod">
          <ac:chgData name="Graf Thomas, INI-NET-VNC-HCS" userId="487bc3e3-9ce7-4cdd-b7b4-8899ea88d289" providerId="ADAL" clId="{FF1E8771-B1E8-4CEC-B725-4345F27D3194}" dt="2023-10-29T08:25:02.434" v="3803" actId="207"/>
          <ac:spMkLst>
            <pc:docMk/>
            <pc:sldMk cId="663711217" sldId="2145706234"/>
            <ac:spMk id="19" creationId="{56D79134-17A9-8BC8-B7D0-97BCFFB9A6B2}"/>
          </ac:spMkLst>
        </pc:spChg>
      </pc:sldChg>
      <pc:sldChg chg="addSp delSp modSp add mod">
        <pc:chgData name="Graf Thomas, INI-NET-VNC-HCS" userId="487bc3e3-9ce7-4cdd-b7b4-8899ea88d289" providerId="ADAL" clId="{FF1E8771-B1E8-4CEC-B725-4345F27D3194}" dt="2023-10-29T08:55:26.855" v="4218" actId="20577"/>
        <pc:sldMkLst>
          <pc:docMk/>
          <pc:sldMk cId="2256840188" sldId="2145706235"/>
        </pc:sldMkLst>
        <pc:spChg chg="mod">
          <ac:chgData name="Graf Thomas, INI-NET-VNC-HCS" userId="487bc3e3-9ce7-4cdd-b7b4-8899ea88d289" providerId="ADAL" clId="{FF1E8771-B1E8-4CEC-B725-4345F27D3194}" dt="2023-10-29T08:55:26.855" v="4218" actId="20577"/>
          <ac:spMkLst>
            <pc:docMk/>
            <pc:sldMk cId="2256840188" sldId="2145706235"/>
            <ac:spMk id="6" creationId="{ABB61075-2877-B162-7D8F-97EC17B8DF39}"/>
          </ac:spMkLst>
        </pc:spChg>
        <pc:spChg chg="add del mod">
          <ac:chgData name="Graf Thomas, INI-NET-VNC-HCS" userId="487bc3e3-9ce7-4cdd-b7b4-8899ea88d289" providerId="ADAL" clId="{FF1E8771-B1E8-4CEC-B725-4345F27D3194}" dt="2023-10-29T08:54:14.949" v="4162" actId="14100"/>
          <ac:spMkLst>
            <pc:docMk/>
            <pc:sldMk cId="2256840188" sldId="2145706235"/>
            <ac:spMk id="7" creationId="{E751AA3A-A181-4E76-CC75-041686EB2C20}"/>
          </ac:spMkLst>
        </pc:spChg>
        <pc:spChg chg="mod">
          <ac:chgData name="Graf Thomas, INI-NET-VNC-HCS" userId="487bc3e3-9ce7-4cdd-b7b4-8899ea88d289" providerId="ADAL" clId="{FF1E8771-B1E8-4CEC-B725-4345F27D3194}" dt="2023-10-29T08:54:18.551" v="4163" actId="1076"/>
          <ac:spMkLst>
            <pc:docMk/>
            <pc:sldMk cId="2256840188" sldId="2145706235"/>
            <ac:spMk id="8" creationId="{8F5B7433-6C2C-9F79-E743-B4F7F3199C49}"/>
          </ac:spMkLst>
        </pc:spChg>
        <pc:spChg chg="add del">
          <ac:chgData name="Graf Thomas, INI-NET-VNC-HCS" userId="487bc3e3-9ce7-4cdd-b7b4-8899ea88d289" providerId="ADAL" clId="{FF1E8771-B1E8-4CEC-B725-4345F27D3194}" dt="2023-10-29T08:54:06.206" v="4159" actId="478"/>
          <ac:spMkLst>
            <pc:docMk/>
            <pc:sldMk cId="2256840188" sldId="2145706235"/>
            <ac:spMk id="9" creationId="{94BED9E1-5205-DBA5-3A77-348AA6C3053F}"/>
          </ac:spMkLst>
        </pc:spChg>
        <pc:spChg chg="add del">
          <ac:chgData name="Graf Thomas, INI-NET-VNC-HCS" userId="487bc3e3-9ce7-4cdd-b7b4-8899ea88d289" providerId="ADAL" clId="{FF1E8771-B1E8-4CEC-B725-4345F27D3194}" dt="2023-10-29T08:54:20.153" v="4164" actId="478"/>
          <ac:spMkLst>
            <pc:docMk/>
            <pc:sldMk cId="2256840188" sldId="2145706235"/>
            <ac:spMk id="12" creationId="{90965FCC-A737-3300-B8E1-B0BE166E90FD}"/>
          </ac:spMkLst>
        </pc:spChg>
        <pc:spChg chg="mod">
          <ac:chgData name="Graf Thomas, INI-NET-VNC-HCS" userId="487bc3e3-9ce7-4cdd-b7b4-8899ea88d289" providerId="ADAL" clId="{FF1E8771-B1E8-4CEC-B725-4345F27D3194}" dt="2023-10-29T08:53:35.047" v="4147" actId="20577"/>
          <ac:spMkLst>
            <pc:docMk/>
            <pc:sldMk cId="2256840188" sldId="2145706235"/>
            <ac:spMk id="17" creationId="{8F78EE4C-6EFD-4363-A98F-3E5608669DF5}"/>
          </ac:spMkLst>
        </pc:spChg>
        <pc:spChg chg="mod">
          <ac:chgData name="Graf Thomas, INI-NET-VNC-HCS" userId="487bc3e3-9ce7-4cdd-b7b4-8899ea88d289" providerId="ADAL" clId="{FF1E8771-B1E8-4CEC-B725-4345F27D3194}" dt="2023-10-29T08:53:45.290" v="4148" actId="14100"/>
          <ac:spMkLst>
            <pc:docMk/>
            <pc:sldMk cId="2256840188" sldId="2145706235"/>
            <ac:spMk id="19" creationId="{B0AC9776-B227-44FD-A2AC-1FDE0B6F1445}"/>
          </ac:spMkLst>
        </pc:spChg>
        <pc:cxnChg chg="del">
          <ac:chgData name="Graf Thomas, INI-NET-VNC-HCS" userId="487bc3e3-9ce7-4cdd-b7b4-8899ea88d289" providerId="ADAL" clId="{FF1E8771-B1E8-4CEC-B725-4345F27D3194}" dt="2023-10-29T08:54:22.543" v="4165" actId="478"/>
          <ac:cxnSpMkLst>
            <pc:docMk/>
            <pc:sldMk cId="2256840188" sldId="2145706235"/>
            <ac:cxnSpMk id="14" creationId="{971CE727-7DCB-9E98-7B9C-B1ACC28EC9FF}"/>
          </ac:cxnSpMkLst>
        </pc:cxnChg>
      </pc:sldChg>
      <pc:sldMasterChg chg="delSldLayout">
        <pc:chgData name="Graf Thomas, INI-NET-VNC-HCS" userId="487bc3e3-9ce7-4cdd-b7b4-8899ea88d289" providerId="ADAL" clId="{FF1E8771-B1E8-4CEC-B725-4345F27D3194}" dt="2023-10-28T09:18:13.119" v="1521" actId="47"/>
        <pc:sldMasterMkLst>
          <pc:docMk/>
          <pc:sldMasterMk cId="1575956613" sldId="2147483648"/>
        </pc:sldMasterMkLst>
        <pc:sldLayoutChg chg="del">
          <pc:chgData name="Graf Thomas, INI-NET-VNC-HCS" userId="487bc3e3-9ce7-4cdd-b7b4-8899ea88d289" providerId="ADAL" clId="{FF1E8771-B1E8-4CEC-B725-4345F27D3194}" dt="2023-10-28T09:18:13.119" v="1521" actId="47"/>
          <pc:sldLayoutMkLst>
            <pc:docMk/>
            <pc:sldMasterMk cId="1575956613" sldId="2147483648"/>
            <pc:sldLayoutMk cId="3135829309" sldId="2147483661"/>
          </pc:sldLayoutMkLst>
        </pc:sldLayoutChg>
      </pc:sldMasterChg>
    </pc:docChg>
  </pc:docChgLst>
  <pc:docChgLst>
    <pc:chgData name="Graf Thomas, INI-NET-VNC-HCS" userId="487bc3e3-9ce7-4cdd-b7b4-8899ea88d289" providerId="ADAL" clId="{01AC2C85-998E-4AD4-9ACA-8A8578A23497}"/>
    <pc:docChg chg="undo custSel addSld delSld modSld sldOrd">
      <pc:chgData name="Graf Thomas, INI-NET-VNC-HCS" userId="487bc3e3-9ce7-4cdd-b7b4-8899ea88d289" providerId="ADAL" clId="{01AC2C85-998E-4AD4-9ACA-8A8578A23497}" dt="2024-03-05T13:36:55.836" v="656" actId="207"/>
      <pc:docMkLst>
        <pc:docMk/>
      </pc:docMkLst>
      <pc:sldChg chg="modSp mod">
        <pc:chgData name="Graf Thomas, INI-NET-VNC-HCS" userId="487bc3e3-9ce7-4cdd-b7b4-8899ea88d289" providerId="ADAL" clId="{01AC2C85-998E-4AD4-9ACA-8A8578A23497}" dt="2024-03-05T12:01:30.637" v="32" actId="20577"/>
        <pc:sldMkLst>
          <pc:docMk/>
          <pc:sldMk cId="3578665336" sldId="1041"/>
        </pc:sldMkLst>
        <pc:spChg chg="mod">
          <ac:chgData name="Graf Thomas, INI-NET-VNC-HCS" userId="487bc3e3-9ce7-4cdd-b7b4-8899ea88d289" providerId="ADAL" clId="{01AC2C85-998E-4AD4-9ACA-8A8578A23497}" dt="2024-03-05T12:01:18.571" v="7" actId="20577"/>
          <ac:spMkLst>
            <pc:docMk/>
            <pc:sldMk cId="3578665336" sldId="1041"/>
            <ac:spMk id="5" creationId="{C26208B2-0D10-4C23-B2DE-372A62E98644}"/>
          </ac:spMkLst>
        </pc:spChg>
        <pc:spChg chg="mod">
          <ac:chgData name="Graf Thomas, INI-NET-VNC-HCS" userId="487bc3e3-9ce7-4cdd-b7b4-8899ea88d289" providerId="ADAL" clId="{01AC2C85-998E-4AD4-9ACA-8A8578A23497}" dt="2024-03-05T12:01:30.637" v="32" actId="20577"/>
          <ac:spMkLst>
            <pc:docMk/>
            <pc:sldMk cId="3578665336" sldId="1041"/>
            <ac:spMk id="6" creationId="{6CAA0765-1318-4A03-8F91-D3ECC43D8FA7}"/>
          </ac:spMkLst>
        </pc:spChg>
      </pc:sldChg>
      <pc:sldChg chg="modSp mod">
        <pc:chgData name="Graf Thomas, INI-NET-VNC-HCS" userId="487bc3e3-9ce7-4cdd-b7b4-8899ea88d289" providerId="ADAL" clId="{01AC2C85-998E-4AD4-9ACA-8A8578A23497}" dt="2024-03-05T13:36:55.836" v="656" actId="207"/>
        <pc:sldMkLst>
          <pc:docMk/>
          <pc:sldMk cId="2578889968" sldId="26415"/>
        </pc:sldMkLst>
        <pc:spChg chg="mod">
          <ac:chgData name="Graf Thomas, INI-NET-VNC-HCS" userId="487bc3e3-9ce7-4cdd-b7b4-8899ea88d289" providerId="ADAL" clId="{01AC2C85-998E-4AD4-9ACA-8A8578A23497}" dt="2024-03-05T13:36:55.836" v="656" actId="207"/>
          <ac:spMkLst>
            <pc:docMk/>
            <pc:sldMk cId="2578889968" sldId="26415"/>
            <ac:spMk id="3" creationId="{29C0DFD4-432D-4B0C-93DF-790441DCF5B9}"/>
          </ac:spMkLst>
        </pc:spChg>
        <pc:spChg chg="mod">
          <ac:chgData name="Graf Thomas, INI-NET-VNC-HCS" userId="487bc3e3-9ce7-4cdd-b7b4-8899ea88d289" providerId="ADAL" clId="{01AC2C85-998E-4AD4-9ACA-8A8578A23497}" dt="2024-03-05T13:35:00.583" v="609" actId="20577"/>
          <ac:spMkLst>
            <pc:docMk/>
            <pc:sldMk cId="2578889968" sldId="26415"/>
            <ac:spMk id="7" creationId="{BF6DCC5D-2508-4A9B-B734-C8C5147F93FB}"/>
          </ac:spMkLst>
        </pc:spChg>
      </pc:sldChg>
      <pc:sldChg chg="del">
        <pc:chgData name="Graf Thomas, INI-NET-VNC-HCS" userId="487bc3e3-9ce7-4cdd-b7b4-8899ea88d289" providerId="ADAL" clId="{01AC2C85-998E-4AD4-9ACA-8A8578A23497}" dt="2024-03-05T12:02:14.099" v="33" actId="2696"/>
        <pc:sldMkLst>
          <pc:docMk/>
          <pc:sldMk cId="2256840188" sldId="2145706235"/>
        </pc:sldMkLst>
      </pc:sldChg>
      <pc:sldChg chg="addSp delSp modSp add mod ord">
        <pc:chgData name="Graf Thomas, INI-NET-VNC-HCS" userId="487bc3e3-9ce7-4cdd-b7b4-8899ea88d289" providerId="ADAL" clId="{01AC2C85-998E-4AD4-9ACA-8A8578A23497}" dt="2024-03-05T13:36:04.814" v="654" actId="1076"/>
        <pc:sldMkLst>
          <pc:docMk/>
          <pc:sldMk cId="2249733078" sldId="2145706239"/>
        </pc:sldMkLst>
        <pc:spChg chg="add del mod">
          <ac:chgData name="Graf Thomas, INI-NET-VNC-HCS" userId="487bc3e3-9ce7-4cdd-b7b4-8899ea88d289" providerId="ADAL" clId="{01AC2C85-998E-4AD4-9ACA-8A8578A23497}" dt="2024-03-05T13:35:49.932" v="649" actId="478"/>
          <ac:spMkLst>
            <pc:docMk/>
            <pc:sldMk cId="2249733078" sldId="2145706239"/>
            <ac:spMk id="4" creationId="{305DE381-FFB3-5EE4-D857-51F3BD78B506}"/>
          </ac:spMkLst>
        </pc:spChg>
        <pc:spChg chg="mod">
          <ac:chgData name="Graf Thomas, INI-NET-VNC-HCS" userId="487bc3e3-9ce7-4cdd-b7b4-8899ea88d289" providerId="ADAL" clId="{01AC2C85-998E-4AD4-9ACA-8A8578A23497}" dt="2024-03-05T13:22:30.202" v="300" actId="113"/>
          <ac:spMkLst>
            <pc:docMk/>
            <pc:sldMk cId="2249733078" sldId="2145706239"/>
            <ac:spMk id="5" creationId="{0194B37B-813A-99FE-7B78-4D87D8C30D44}"/>
          </ac:spMkLst>
        </pc:spChg>
        <pc:spChg chg="add mod">
          <ac:chgData name="Graf Thomas, INI-NET-VNC-HCS" userId="487bc3e3-9ce7-4cdd-b7b4-8899ea88d289" providerId="ADAL" clId="{01AC2C85-998E-4AD4-9ACA-8A8578A23497}" dt="2024-03-05T13:36:04.814" v="654" actId="1076"/>
          <ac:spMkLst>
            <pc:docMk/>
            <pc:sldMk cId="2249733078" sldId="2145706239"/>
            <ac:spMk id="7" creationId="{33891599-1C33-654D-733C-99580AE756F1}"/>
          </ac:spMkLst>
        </pc:spChg>
        <pc:spChg chg="mod">
          <ac:chgData name="Graf Thomas, INI-NET-VNC-HCS" userId="487bc3e3-9ce7-4cdd-b7b4-8899ea88d289" providerId="ADAL" clId="{01AC2C85-998E-4AD4-9ACA-8A8578A23497}" dt="2024-03-05T13:35:31.599" v="648" actId="20577"/>
          <ac:spMkLst>
            <pc:docMk/>
            <pc:sldMk cId="2249733078" sldId="2145706239"/>
            <ac:spMk id="18" creationId="{B283EDB4-CFDF-D6B9-8AF9-9CFA563360E3}"/>
          </ac:spMkLst>
        </pc:spChg>
        <pc:spChg chg="mod">
          <ac:chgData name="Graf Thomas, INI-NET-VNC-HCS" userId="487bc3e3-9ce7-4cdd-b7b4-8899ea88d289" providerId="ADAL" clId="{01AC2C85-998E-4AD4-9ACA-8A8578A23497}" dt="2024-03-05T12:04:13.256" v="65"/>
          <ac:spMkLst>
            <pc:docMk/>
            <pc:sldMk cId="2249733078" sldId="2145706239"/>
            <ac:spMk id="19" creationId="{56D79134-17A9-8BC8-B7D0-97BCFFB9A6B2}"/>
          </ac:spMkLst>
        </pc:spChg>
        <pc:picChg chg="add mod">
          <ac:chgData name="Graf Thomas, INI-NET-VNC-HCS" userId="487bc3e3-9ce7-4cdd-b7b4-8899ea88d289" providerId="ADAL" clId="{01AC2C85-998E-4AD4-9ACA-8A8578A23497}" dt="2024-03-05T13:23:01.472" v="303" actId="1076"/>
          <ac:picMkLst>
            <pc:docMk/>
            <pc:sldMk cId="2249733078" sldId="2145706239"/>
            <ac:picMk id="3" creationId="{80EF3365-92B8-4BFF-5B4A-D90DDCF803B4}"/>
          </ac:picMkLst>
        </pc:picChg>
      </pc:sldChg>
      <pc:sldChg chg="addSp delSp modSp add del mod">
        <pc:chgData name="Graf Thomas, INI-NET-VNC-HCS" userId="487bc3e3-9ce7-4cdd-b7b4-8899ea88d289" providerId="ADAL" clId="{01AC2C85-998E-4AD4-9ACA-8A8578A23497}" dt="2024-03-05T13:26:55.897" v="324" actId="2696"/>
        <pc:sldMkLst>
          <pc:docMk/>
          <pc:sldMk cId="1850790457" sldId="2145706240"/>
        </pc:sldMkLst>
        <pc:spChg chg="mod">
          <ac:chgData name="Graf Thomas, INI-NET-VNC-HCS" userId="487bc3e3-9ce7-4cdd-b7b4-8899ea88d289" providerId="ADAL" clId="{01AC2C85-998E-4AD4-9ACA-8A8578A23497}" dt="2024-03-05T13:25:42.915" v="313" actId="1076"/>
          <ac:spMkLst>
            <pc:docMk/>
            <pc:sldMk cId="1850790457" sldId="2145706240"/>
            <ac:spMk id="4" creationId="{305DE381-FFB3-5EE4-D857-51F3BD78B506}"/>
          </ac:spMkLst>
        </pc:spChg>
        <pc:spChg chg="add del mod">
          <ac:chgData name="Graf Thomas, INI-NET-VNC-HCS" userId="487bc3e3-9ce7-4cdd-b7b4-8899ea88d289" providerId="ADAL" clId="{01AC2C85-998E-4AD4-9ACA-8A8578A23497}" dt="2024-03-05T13:26:53.519" v="323"/>
          <ac:spMkLst>
            <pc:docMk/>
            <pc:sldMk cId="1850790457" sldId="2145706240"/>
            <ac:spMk id="7" creationId="{932F77E2-F144-5176-57B2-4F3C74AAE600}"/>
          </ac:spMkLst>
        </pc:spChg>
        <pc:spChg chg="del">
          <ac:chgData name="Graf Thomas, INI-NET-VNC-HCS" userId="487bc3e3-9ce7-4cdd-b7b4-8899ea88d289" providerId="ADAL" clId="{01AC2C85-998E-4AD4-9ACA-8A8578A23497}" dt="2024-03-05T13:26:31.689" v="314" actId="478"/>
          <ac:spMkLst>
            <pc:docMk/>
            <pc:sldMk cId="1850790457" sldId="2145706240"/>
            <ac:spMk id="18" creationId="{B283EDB4-CFDF-D6B9-8AF9-9CFA563360E3}"/>
          </ac:spMkLst>
        </pc:spChg>
        <pc:picChg chg="del">
          <ac:chgData name="Graf Thomas, INI-NET-VNC-HCS" userId="487bc3e3-9ce7-4cdd-b7b4-8899ea88d289" providerId="ADAL" clId="{01AC2C85-998E-4AD4-9ACA-8A8578A23497}" dt="2024-03-05T13:25:35.516" v="310" actId="478"/>
          <ac:picMkLst>
            <pc:docMk/>
            <pc:sldMk cId="1850790457" sldId="2145706240"/>
            <ac:picMk id="3" creationId="{80EF3365-92B8-4BFF-5B4A-D90DDCF803B4}"/>
          </ac:picMkLst>
        </pc:picChg>
        <pc:picChg chg="add del mod">
          <ac:chgData name="Graf Thomas, INI-NET-VNC-HCS" userId="487bc3e3-9ce7-4cdd-b7b4-8899ea88d289" providerId="ADAL" clId="{01AC2C85-998E-4AD4-9ACA-8A8578A23497}" dt="2024-03-05T13:26:49.733" v="320" actId="478"/>
          <ac:picMkLst>
            <pc:docMk/>
            <pc:sldMk cId="1850790457" sldId="2145706240"/>
            <ac:picMk id="9" creationId="{6F2C047D-BBF5-AC3D-2BF0-8AA312CF4D74}"/>
          </ac:picMkLst>
        </pc:picChg>
      </pc:sldChg>
    </pc:docChg>
  </pc:docChgLst>
  <pc:docChgLst>
    <pc:chgData name="Graf Thomas, INI-NET-VNC-HCS" userId="487bc3e3-9ce7-4cdd-b7b4-8899ea88d289" providerId="ADAL" clId="{C59D7F3E-F77D-4EA0-9806-2B35E992283A}"/>
    <pc:docChg chg="modSld">
      <pc:chgData name="Graf Thomas, INI-NET-VNC-HCS" userId="487bc3e3-9ce7-4cdd-b7b4-8899ea88d289" providerId="ADAL" clId="{C59D7F3E-F77D-4EA0-9806-2B35E992283A}" dt="2024-03-15T03:00:40.839" v="78" actId="20577"/>
      <pc:docMkLst>
        <pc:docMk/>
      </pc:docMkLst>
      <pc:sldChg chg="modSp mod">
        <pc:chgData name="Graf Thomas, INI-NET-VNC-HCS" userId="487bc3e3-9ce7-4cdd-b7b4-8899ea88d289" providerId="ADAL" clId="{C59D7F3E-F77D-4EA0-9806-2B35E992283A}" dt="2024-03-15T03:00:40.839" v="78" actId="20577"/>
        <pc:sldMkLst>
          <pc:docMk/>
          <pc:sldMk cId="2940965592" sldId="2145706247"/>
        </pc:sldMkLst>
        <pc:spChg chg="mod">
          <ac:chgData name="Graf Thomas, INI-NET-VNC-HCS" userId="487bc3e3-9ce7-4cdd-b7b4-8899ea88d289" providerId="ADAL" clId="{C59D7F3E-F77D-4EA0-9806-2B35E992283A}" dt="2024-03-15T03:00:40.839" v="78" actId="20577"/>
          <ac:spMkLst>
            <pc:docMk/>
            <pc:sldMk cId="2940965592" sldId="2145706247"/>
            <ac:spMk id="3" creationId="{046400A0-9B11-68F1-E192-C39E9EF1889A}"/>
          </ac:spMkLst>
        </pc:spChg>
      </pc:sldChg>
      <pc:sldChg chg="modSp mod">
        <pc:chgData name="Graf Thomas, INI-NET-VNC-HCS" userId="487bc3e3-9ce7-4cdd-b7b4-8899ea88d289" providerId="ADAL" clId="{C59D7F3E-F77D-4EA0-9806-2B35E992283A}" dt="2024-03-15T03:00:15.019" v="76" actId="13926"/>
        <pc:sldMkLst>
          <pc:docMk/>
          <pc:sldMk cId="2308411298" sldId="2145706248"/>
        </pc:sldMkLst>
        <pc:spChg chg="mod">
          <ac:chgData name="Graf Thomas, INI-NET-VNC-HCS" userId="487bc3e3-9ce7-4cdd-b7b4-8899ea88d289" providerId="ADAL" clId="{C59D7F3E-F77D-4EA0-9806-2B35E992283A}" dt="2024-03-15T03:00:15.019" v="76" actId="13926"/>
          <ac:spMkLst>
            <pc:docMk/>
            <pc:sldMk cId="2308411298" sldId="2145706248"/>
            <ac:spMk id="3" creationId="{0459A7D2-4B5A-C400-0506-00A6A8140FF9}"/>
          </ac:spMkLst>
        </pc:spChg>
      </pc:sldChg>
      <pc:sldChg chg="modSp mod">
        <pc:chgData name="Graf Thomas, INI-NET-VNC-HCS" userId="487bc3e3-9ce7-4cdd-b7b4-8899ea88d289" providerId="ADAL" clId="{C59D7F3E-F77D-4EA0-9806-2B35E992283A}" dt="2024-03-15T02:57:39.007" v="47" actId="13926"/>
        <pc:sldMkLst>
          <pc:docMk/>
          <pc:sldMk cId="3893817371" sldId="2145706251"/>
        </pc:sldMkLst>
        <pc:spChg chg="mod">
          <ac:chgData name="Graf Thomas, INI-NET-VNC-HCS" userId="487bc3e3-9ce7-4cdd-b7b4-8899ea88d289" providerId="ADAL" clId="{C59D7F3E-F77D-4EA0-9806-2B35E992283A}" dt="2024-03-15T02:57:39.007" v="47" actId="13926"/>
          <ac:spMkLst>
            <pc:docMk/>
            <pc:sldMk cId="3893817371" sldId="2145706251"/>
            <ac:spMk id="9" creationId="{A0B0E221-5B1A-F83D-CEF4-09DC642300FE}"/>
          </ac:spMkLst>
        </pc:spChg>
      </pc:sldChg>
    </pc:docChg>
  </pc:docChgLst>
  <pc:docChgLst>
    <pc:chgData name="Thomas Graf" userId="487bc3e3-9ce7-4cdd-b7b4-8899ea88d289" providerId="ADAL" clId="{FF1E8771-B1E8-4CEC-B725-4345F27D3194}"/>
    <pc:docChg chg="undo custSel addSld delSld modSld">
      <pc:chgData name="Thomas Graf" userId="487bc3e3-9ce7-4cdd-b7b4-8899ea88d289" providerId="ADAL" clId="{FF1E8771-B1E8-4CEC-B725-4345F27D3194}" dt="2023-11-08T08:22:46.257" v="2148" actId="20577"/>
      <pc:docMkLst>
        <pc:docMk/>
      </pc:docMkLst>
      <pc:sldChg chg="modSp mod">
        <pc:chgData name="Thomas Graf" userId="487bc3e3-9ce7-4cdd-b7b4-8899ea88d289" providerId="ADAL" clId="{FF1E8771-B1E8-4CEC-B725-4345F27D3194}" dt="2023-11-01T05:11:03.551" v="1799" actId="20577"/>
        <pc:sldMkLst>
          <pc:docMk/>
          <pc:sldMk cId="3578665336" sldId="1041"/>
        </pc:sldMkLst>
        <pc:spChg chg="mod">
          <ac:chgData name="Thomas Graf" userId="487bc3e3-9ce7-4cdd-b7b4-8899ea88d289" providerId="ADAL" clId="{FF1E8771-B1E8-4CEC-B725-4345F27D3194}" dt="2023-11-01T05:11:03.551" v="1799" actId="20577"/>
          <ac:spMkLst>
            <pc:docMk/>
            <pc:sldMk cId="3578665336" sldId="1041"/>
            <ac:spMk id="5" creationId="{C26208B2-0D10-4C23-B2DE-372A62E98644}"/>
          </ac:spMkLst>
        </pc:spChg>
        <pc:spChg chg="mod">
          <ac:chgData name="Thomas Graf" userId="487bc3e3-9ce7-4cdd-b7b4-8899ea88d289" providerId="ADAL" clId="{FF1E8771-B1E8-4CEC-B725-4345F27D3194}" dt="2023-11-01T05:09:19.363" v="1682" actId="20577"/>
          <ac:spMkLst>
            <pc:docMk/>
            <pc:sldMk cId="3578665336" sldId="1041"/>
            <ac:spMk id="6" creationId="{6CAA0765-1318-4A03-8F91-D3ECC43D8FA7}"/>
          </ac:spMkLst>
        </pc:spChg>
      </pc:sldChg>
      <pc:sldChg chg="modSp mod">
        <pc:chgData name="Thomas Graf" userId="487bc3e3-9ce7-4cdd-b7b4-8899ea88d289" providerId="ADAL" clId="{FF1E8771-B1E8-4CEC-B725-4345F27D3194}" dt="2023-11-08T08:22:46.257" v="2148" actId="20577"/>
        <pc:sldMkLst>
          <pc:docMk/>
          <pc:sldMk cId="2578889968" sldId="26415"/>
        </pc:sldMkLst>
        <pc:spChg chg="mod">
          <ac:chgData name="Thomas Graf" userId="487bc3e3-9ce7-4cdd-b7b4-8899ea88d289" providerId="ADAL" clId="{FF1E8771-B1E8-4CEC-B725-4345F27D3194}" dt="2023-11-08T08:22:46.257" v="2148" actId="20577"/>
          <ac:spMkLst>
            <pc:docMk/>
            <pc:sldMk cId="2578889968" sldId="26415"/>
            <ac:spMk id="3" creationId="{29C0DFD4-432D-4B0C-93DF-790441DCF5B9}"/>
          </ac:spMkLst>
        </pc:spChg>
        <pc:spChg chg="mod">
          <ac:chgData name="Thomas Graf" userId="487bc3e3-9ce7-4cdd-b7b4-8899ea88d289" providerId="ADAL" clId="{FF1E8771-B1E8-4CEC-B725-4345F27D3194}" dt="2023-11-01T05:09:27.991" v="1701" actId="20577"/>
          <ac:spMkLst>
            <pc:docMk/>
            <pc:sldMk cId="2578889968" sldId="26415"/>
            <ac:spMk id="7" creationId="{BF6DCC5D-2508-4A9B-B734-C8C5147F93FB}"/>
          </ac:spMkLst>
        </pc:spChg>
      </pc:sldChg>
      <pc:sldChg chg="modSp mod">
        <pc:chgData name="Thomas Graf" userId="487bc3e3-9ce7-4cdd-b7b4-8899ea88d289" providerId="ADAL" clId="{FF1E8771-B1E8-4CEC-B725-4345F27D3194}" dt="2023-10-29T12:48:36.819" v="1215" actId="14100"/>
        <pc:sldMkLst>
          <pc:docMk/>
          <pc:sldMk cId="320697580" sldId="26425"/>
        </pc:sldMkLst>
        <pc:spChg chg="mod">
          <ac:chgData name="Thomas Graf" userId="487bc3e3-9ce7-4cdd-b7b4-8899ea88d289" providerId="ADAL" clId="{FF1E8771-B1E8-4CEC-B725-4345F27D3194}" dt="2023-10-29T12:48:03.720" v="1206" actId="255"/>
          <ac:spMkLst>
            <pc:docMk/>
            <pc:sldMk cId="320697580" sldId="26425"/>
            <ac:spMk id="3" creationId="{29C0DFD4-432D-4B0C-93DF-790441DCF5B9}"/>
          </ac:spMkLst>
        </pc:spChg>
        <pc:spChg chg="mod">
          <ac:chgData name="Thomas Graf" userId="487bc3e3-9ce7-4cdd-b7b4-8899ea88d289" providerId="ADAL" clId="{FF1E8771-B1E8-4CEC-B725-4345F27D3194}" dt="2023-10-29T12:27:42.853" v="433" actId="20577"/>
          <ac:spMkLst>
            <pc:docMk/>
            <pc:sldMk cId="320697580" sldId="26425"/>
            <ac:spMk id="6" creationId="{ABB61075-2877-B162-7D8F-97EC17B8DF39}"/>
          </ac:spMkLst>
        </pc:spChg>
        <pc:cxnChg chg="mod">
          <ac:chgData name="Thomas Graf" userId="487bc3e3-9ce7-4cdd-b7b4-8899ea88d289" providerId="ADAL" clId="{FF1E8771-B1E8-4CEC-B725-4345F27D3194}" dt="2023-10-29T12:48:25.968" v="1211" actId="14100"/>
          <ac:cxnSpMkLst>
            <pc:docMk/>
            <pc:sldMk cId="320697580" sldId="26425"/>
            <ac:cxnSpMk id="13" creationId="{ABDEEB90-F9DE-4579-466A-4391823DABF7}"/>
          </ac:cxnSpMkLst>
        </pc:cxnChg>
        <pc:cxnChg chg="mod">
          <ac:chgData name="Thomas Graf" userId="487bc3e3-9ce7-4cdd-b7b4-8899ea88d289" providerId="ADAL" clId="{FF1E8771-B1E8-4CEC-B725-4345F27D3194}" dt="2023-10-29T12:48:33.767" v="1214" actId="14100"/>
          <ac:cxnSpMkLst>
            <pc:docMk/>
            <pc:sldMk cId="320697580" sldId="26425"/>
            <ac:cxnSpMk id="14" creationId="{971CE727-7DCB-9E98-7B9C-B1ACC28EC9FF}"/>
          </ac:cxnSpMkLst>
        </pc:cxnChg>
        <pc:cxnChg chg="mod">
          <ac:chgData name="Thomas Graf" userId="487bc3e3-9ce7-4cdd-b7b4-8899ea88d289" providerId="ADAL" clId="{FF1E8771-B1E8-4CEC-B725-4345F27D3194}" dt="2023-10-29T12:39:36.004" v="1121" actId="14100"/>
          <ac:cxnSpMkLst>
            <pc:docMk/>
            <pc:sldMk cId="320697580" sldId="26425"/>
            <ac:cxnSpMk id="22" creationId="{5EE7A184-4440-4663-A713-45C43FB41FBD}"/>
          </ac:cxnSpMkLst>
        </pc:cxnChg>
        <pc:cxnChg chg="mod">
          <ac:chgData name="Thomas Graf" userId="487bc3e3-9ce7-4cdd-b7b4-8899ea88d289" providerId="ADAL" clId="{FF1E8771-B1E8-4CEC-B725-4345F27D3194}" dt="2023-10-29T12:48:36.819" v="1215" actId="14100"/>
          <ac:cxnSpMkLst>
            <pc:docMk/>
            <pc:sldMk cId="320697580" sldId="26425"/>
            <ac:cxnSpMk id="23" creationId="{D8988D8C-34C7-42B3-BD73-F0A5B399F9DF}"/>
          </ac:cxnSpMkLst>
        </pc:cxnChg>
      </pc:sldChg>
      <pc:sldChg chg="modSp mod">
        <pc:chgData name="Thomas Graf" userId="487bc3e3-9ce7-4cdd-b7b4-8899ea88d289" providerId="ADAL" clId="{FF1E8771-B1E8-4CEC-B725-4345F27D3194}" dt="2023-11-01T05:08:12.528" v="1654" actId="207"/>
        <pc:sldMkLst>
          <pc:docMk/>
          <pc:sldMk cId="3241116723" sldId="2145706200"/>
        </pc:sldMkLst>
        <pc:spChg chg="mod">
          <ac:chgData name="Thomas Graf" userId="487bc3e3-9ce7-4cdd-b7b4-8899ea88d289" providerId="ADAL" clId="{FF1E8771-B1E8-4CEC-B725-4345F27D3194}" dt="2023-11-01T05:08:09.504" v="1653" actId="207"/>
          <ac:spMkLst>
            <pc:docMk/>
            <pc:sldMk cId="3241116723" sldId="2145706200"/>
            <ac:spMk id="5" creationId="{8CAEE21E-0CF2-4355-A68A-655C5FDE8F93}"/>
          </ac:spMkLst>
        </pc:spChg>
        <pc:spChg chg="mod">
          <ac:chgData name="Thomas Graf" userId="487bc3e3-9ce7-4cdd-b7b4-8899ea88d289" providerId="ADAL" clId="{FF1E8771-B1E8-4CEC-B725-4345F27D3194}" dt="2023-10-29T12:40:47.682" v="1142" actId="20577"/>
          <ac:spMkLst>
            <pc:docMk/>
            <pc:sldMk cId="3241116723" sldId="2145706200"/>
            <ac:spMk id="13" creationId="{509802C0-BFFB-9B0F-A529-E60CDD518439}"/>
          </ac:spMkLst>
        </pc:spChg>
        <pc:spChg chg="mod">
          <ac:chgData name="Thomas Graf" userId="487bc3e3-9ce7-4cdd-b7b4-8899ea88d289" providerId="ADAL" clId="{FF1E8771-B1E8-4CEC-B725-4345F27D3194}" dt="2023-11-01T05:08:12.528" v="1654" actId="207"/>
          <ac:spMkLst>
            <pc:docMk/>
            <pc:sldMk cId="3241116723" sldId="2145706200"/>
            <ac:spMk id="16" creationId="{54281388-E93D-AC26-49A1-DA5D5EEB0D3B}"/>
          </ac:spMkLst>
        </pc:spChg>
      </pc:sldChg>
      <pc:sldChg chg="modSp mod">
        <pc:chgData name="Thomas Graf" userId="487bc3e3-9ce7-4cdd-b7b4-8899ea88d289" providerId="ADAL" clId="{FF1E8771-B1E8-4CEC-B725-4345F27D3194}" dt="2023-11-01T05:08:24.892" v="1656" actId="207"/>
        <pc:sldMkLst>
          <pc:docMk/>
          <pc:sldMk cId="4069880896" sldId="2145706223"/>
        </pc:sldMkLst>
        <pc:spChg chg="mod">
          <ac:chgData name="Thomas Graf" userId="487bc3e3-9ce7-4cdd-b7b4-8899ea88d289" providerId="ADAL" clId="{FF1E8771-B1E8-4CEC-B725-4345F27D3194}" dt="2023-11-01T05:08:24.892" v="1656" actId="207"/>
          <ac:spMkLst>
            <pc:docMk/>
            <pc:sldMk cId="4069880896" sldId="2145706223"/>
            <ac:spMk id="5" creationId="{8CAEE21E-0CF2-4355-A68A-655C5FDE8F93}"/>
          </ac:spMkLst>
        </pc:spChg>
        <pc:spChg chg="mod">
          <ac:chgData name="Thomas Graf" userId="487bc3e3-9ce7-4cdd-b7b4-8899ea88d289" providerId="ADAL" clId="{FF1E8771-B1E8-4CEC-B725-4345F27D3194}" dt="2023-10-29T12:40:44.232" v="1139" actId="20577"/>
          <ac:spMkLst>
            <pc:docMk/>
            <pc:sldMk cId="4069880896" sldId="2145706223"/>
            <ac:spMk id="11" creationId="{40A04100-F076-DAB6-1085-5E0EF7172DAB}"/>
          </ac:spMkLst>
        </pc:spChg>
      </pc:sldChg>
      <pc:sldChg chg="modSp mod">
        <pc:chgData name="Thomas Graf" userId="487bc3e3-9ce7-4cdd-b7b4-8899ea88d289" providerId="ADAL" clId="{FF1E8771-B1E8-4CEC-B725-4345F27D3194}" dt="2023-10-29T12:23:33.385" v="123" actId="20577"/>
        <pc:sldMkLst>
          <pc:docMk/>
          <pc:sldMk cId="1081037514" sldId="2145706225"/>
        </pc:sldMkLst>
        <pc:spChg chg="mod">
          <ac:chgData name="Thomas Graf" userId="487bc3e3-9ce7-4cdd-b7b4-8899ea88d289" providerId="ADAL" clId="{FF1E8771-B1E8-4CEC-B725-4345F27D3194}" dt="2023-10-29T12:23:33.385" v="123" actId="20577"/>
          <ac:spMkLst>
            <pc:docMk/>
            <pc:sldMk cId="1081037514" sldId="2145706225"/>
            <ac:spMk id="48" creationId="{A48B1DB7-BCDC-5D18-F56D-8A1447F1B8BA}"/>
          </ac:spMkLst>
        </pc:spChg>
      </pc:sldChg>
      <pc:sldChg chg="modSp mod">
        <pc:chgData name="Thomas Graf" userId="487bc3e3-9ce7-4cdd-b7b4-8899ea88d289" providerId="ADAL" clId="{FF1E8771-B1E8-4CEC-B725-4345F27D3194}" dt="2023-11-01T05:08:35.141" v="1658" actId="207"/>
        <pc:sldMkLst>
          <pc:docMk/>
          <pc:sldMk cId="3384652948" sldId="2145706226"/>
        </pc:sldMkLst>
        <pc:spChg chg="mod">
          <ac:chgData name="Thomas Graf" userId="487bc3e3-9ce7-4cdd-b7b4-8899ea88d289" providerId="ADAL" clId="{FF1E8771-B1E8-4CEC-B725-4345F27D3194}" dt="2023-10-29T12:45:18.646" v="1192" actId="14100"/>
          <ac:spMkLst>
            <pc:docMk/>
            <pc:sldMk cId="3384652948" sldId="2145706226"/>
            <ac:spMk id="2" creationId="{0E0DAD8A-94CD-EADA-C24A-D442928BA111}"/>
          </ac:spMkLst>
        </pc:spChg>
        <pc:spChg chg="mod">
          <ac:chgData name="Thomas Graf" userId="487bc3e3-9ce7-4cdd-b7b4-8899ea88d289" providerId="ADAL" clId="{FF1E8771-B1E8-4CEC-B725-4345F27D3194}" dt="2023-11-01T05:08:35.141" v="1658" actId="207"/>
          <ac:spMkLst>
            <pc:docMk/>
            <pc:sldMk cId="3384652948" sldId="2145706226"/>
            <ac:spMk id="3" creationId="{01913334-AF3D-1C65-5BD7-83A59BC04A95}"/>
          </ac:spMkLst>
        </pc:spChg>
        <pc:spChg chg="mod">
          <ac:chgData name="Thomas Graf" userId="487bc3e3-9ce7-4cdd-b7b4-8899ea88d289" providerId="ADAL" clId="{FF1E8771-B1E8-4CEC-B725-4345F27D3194}" dt="2023-10-29T12:44:53.028" v="1189" actId="255"/>
          <ac:spMkLst>
            <pc:docMk/>
            <pc:sldMk cId="3384652948" sldId="2145706226"/>
            <ac:spMk id="4" creationId="{24F2E4A1-9E2D-0EF1-0811-4E46B062701C}"/>
          </ac:spMkLst>
        </pc:spChg>
        <pc:spChg chg="mod">
          <ac:chgData name="Thomas Graf" userId="487bc3e3-9ce7-4cdd-b7b4-8899ea88d289" providerId="ADAL" clId="{FF1E8771-B1E8-4CEC-B725-4345F27D3194}" dt="2023-10-29T12:24:12.613" v="182" actId="20577"/>
          <ac:spMkLst>
            <pc:docMk/>
            <pc:sldMk cId="3384652948" sldId="2145706226"/>
            <ac:spMk id="16" creationId="{2D8B3AFB-4500-052D-4E96-82B4FC5CC5DF}"/>
          </ac:spMkLst>
        </pc:spChg>
      </pc:sldChg>
      <pc:sldChg chg="modSp mod">
        <pc:chgData name="Thomas Graf" userId="487bc3e3-9ce7-4cdd-b7b4-8899ea88d289" providerId="ADAL" clId="{FF1E8771-B1E8-4CEC-B725-4345F27D3194}" dt="2023-11-01T05:08:48.396" v="1661" actId="207"/>
        <pc:sldMkLst>
          <pc:docMk/>
          <pc:sldMk cId="4235116615" sldId="2145706227"/>
        </pc:sldMkLst>
        <pc:spChg chg="mod">
          <ac:chgData name="Thomas Graf" userId="487bc3e3-9ce7-4cdd-b7b4-8899ea88d289" providerId="ADAL" clId="{FF1E8771-B1E8-4CEC-B725-4345F27D3194}" dt="2023-10-29T12:46:33.162" v="1200" actId="14100"/>
          <ac:spMkLst>
            <pc:docMk/>
            <pc:sldMk cId="4235116615" sldId="2145706227"/>
            <ac:spMk id="5" creationId="{0194B37B-813A-99FE-7B78-4D87D8C30D44}"/>
          </ac:spMkLst>
        </pc:spChg>
        <pc:spChg chg="mod">
          <ac:chgData name="Thomas Graf" userId="487bc3e3-9ce7-4cdd-b7b4-8899ea88d289" providerId="ADAL" clId="{FF1E8771-B1E8-4CEC-B725-4345F27D3194}" dt="2023-11-01T05:08:48.396" v="1661" actId="207"/>
          <ac:spMkLst>
            <pc:docMk/>
            <pc:sldMk cId="4235116615" sldId="2145706227"/>
            <ac:spMk id="18" creationId="{B283EDB4-CFDF-D6B9-8AF9-9CFA563360E3}"/>
          </ac:spMkLst>
        </pc:spChg>
        <pc:spChg chg="mod">
          <ac:chgData name="Thomas Graf" userId="487bc3e3-9ce7-4cdd-b7b4-8899ea88d289" providerId="ADAL" clId="{FF1E8771-B1E8-4CEC-B725-4345F27D3194}" dt="2023-10-29T12:26:20.255" v="326" actId="20577"/>
          <ac:spMkLst>
            <pc:docMk/>
            <pc:sldMk cId="4235116615" sldId="2145706227"/>
            <ac:spMk id="19" creationId="{56D79134-17A9-8BC8-B7D0-97BCFFB9A6B2}"/>
          </ac:spMkLst>
        </pc:spChg>
      </pc:sldChg>
      <pc:sldChg chg="modSp mod">
        <pc:chgData name="Thomas Graf" userId="487bc3e3-9ce7-4cdd-b7b4-8899ea88d289" providerId="ADAL" clId="{FF1E8771-B1E8-4CEC-B725-4345F27D3194}" dt="2023-11-01T05:08:55.794" v="1663" actId="207"/>
        <pc:sldMkLst>
          <pc:docMk/>
          <pc:sldMk cId="508096634" sldId="2145706232"/>
        </pc:sldMkLst>
        <pc:spChg chg="mod">
          <ac:chgData name="Thomas Graf" userId="487bc3e3-9ce7-4cdd-b7b4-8899ea88d289" providerId="ADAL" clId="{FF1E8771-B1E8-4CEC-B725-4345F27D3194}" dt="2023-10-29T12:47:36.234" v="1204" actId="255"/>
          <ac:spMkLst>
            <pc:docMk/>
            <pc:sldMk cId="508096634" sldId="2145706232"/>
            <ac:spMk id="5" creationId="{0194B37B-813A-99FE-7B78-4D87D8C30D44}"/>
          </ac:spMkLst>
        </pc:spChg>
        <pc:spChg chg="mod">
          <ac:chgData name="Thomas Graf" userId="487bc3e3-9ce7-4cdd-b7b4-8899ea88d289" providerId="ADAL" clId="{FF1E8771-B1E8-4CEC-B725-4345F27D3194}" dt="2023-11-01T05:08:55.794" v="1663" actId="207"/>
          <ac:spMkLst>
            <pc:docMk/>
            <pc:sldMk cId="508096634" sldId="2145706232"/>
            <ac:spMk id="18" creationId="{B283EDB4-CFDF-D6B9-8AF9-9CFA563360E3}"/>
          </ac:spMkLst>
        </pc:spChg>
        <pc:spChg chg="mod">
          <ac:chgData name="Thomas Graf" userId="487bc3e3-9ce7-4cdd-b7b4-8899ea88d289" providerId="ADAL" clId="{FF1E8771-B1E8-4CEC-B725-4345F27D3194}" dt="2023-10-29T12:26:59.167" v="370" actId="20577"/>
          <ac:spMkLst>
            <pc:docMk/>
            <pc:sldMk cId="508096634" sldId="2145706232"/>
            <ac:spMk id="19" creationId="{56D79134-17A9-8BC8-B7D0-97BCFFB9A6B2}"/>
          </ac:spMkLst>
        </pc:spChg>
      </pc:sldChg>
      <pc:sldChg chg="modSp mod">
        <pc:chgData name="Thomas Graf" userId="487bc3e3-9ce7-4cdd-b7b4-8899ea88d289" providerId="ADAL" clId="{FF1E8771-B1E8-4CEC-B725-4345F27D3194}" dt="2023-10-29T12:47:55.471" v="1205" actId="255"/>
        <pc:sldMkLst>
          <pc:docMk/>
          <pc:sldMk cId="1609255611" sldId="2145706233"/>
        </pc:sldMkLst>
        <pc:spChg chg="mod">
          <ac:chgData name="Thomas Graf" userId="487bc3e3-9ce7-4cdd-b7b4-8899ea88d289" providerId="ADAL" clId="{FF1E8771-B1E8-4CEC-B725-4345F27D3194}" dt="2023-10-29T12:47:55.471" v="1205" actId="255"/>
          <ac:spMkLst>
            <pc:docMk/>
            <pc:sldMk cId="1609255611" sldId="2145706233"/>
            <ac:spMk id="5" creationId="{0194B37B-813A-99FE-7B78-4D87D8C30D44}"/>
          </ac:spMkLst>
        </pc:spChg>
        <pc:spChg chg="mod">
          <ac:chgData name="Thomas Graf" userId="487bc3e3-9ce7-4cdd-b7b4-8899ea88d289" providerId="ADAL" clId="{FF1E8771-B1E8-4CEC-B725-4345F27D3194}" dt="2023-10-29T12:27:15.888" v="405" actId="20577"/>
          <ac:spMkLst>
            <pc:docMk/>
            <pc:sldMk cId="1609255611" sldId="2145706233"/>
            <ac:spMk id="19" creationId="{56D79134-17A9-8BC8-B7D0-97BCFFB9A6B2}"/>
          </ac:spMkLst>
        </pc:spChg>
      </pc:sldChg>
      <pc:sldChg chg="addSp delSp modSp mod">
        <pc:chgData name="Thomas Graf" userId="487bc3e3-9ce7-4cdd-b7b4-8899ea88d289" providerId="ADAL" clId="{FF1E8771-B1E8-4CEC-B725-4345F27D3194}" dt="2023-11-01T05:14:28.252" v="1806" actId="478"/>
        <pc:sldMkLst>
          <pc:docMk/>
          <pc:sldMk cId="663711217" sldId="2145706234"/>
        </pc:sldMkLst>
        <pc:spChg chg="add del mod">
          <ac:chgData name="Thomas Graf" userId="487bc3e3-9ce7-4cdd-b7b4-8899ea88d289" providerId="ADAL" clId="{FF1E8771-B1E8-4CEC-B725-4345F27D3194}" dt="2023-11-01T05:14:28.252" v="1806" actId="478"/>
          <ac:spMkLst>
            <pc:docMk/>
            <pc:sldMk cId="663711217" sldId="2145706234"/>
            <ac:spMk id="4" creationId="{4295EE2C-0CA5-8A9F-C8DB-A6EB623246E1}"/>
          </ac:spMkLst>
        </pc:spChg>
        <pc:spChg chg="del mod">
          <ac:chgData name="Thomas Graf" userId="487bc3e3-9ce7-4cdd-b7b4-8899ea88d289" providerId="ADAL" clId="{FF1E8771-B1E8-4CEC-B725-4345F27D3194}" dt="2023-10-29T12:56:37.269" v="1492" actId="478"/>
          <ac:spMkLst>
            <pc:docMk/>
            <pc:sldMk cId="663711217" sldId="2145706234"/>
            <ac:spMk id="5" creationId="{0194B37B-813A-99FE-7B78-4D87D8C30D44}"/>
          </ac:spMkLst>
        </pc:spChg>
        <pc:spChg chg="mod">
          <ac:chgData name="Thomas Graf" userId="487bc3e3-9ce7-4cdd-b7b4-8899ea88d289" providerId="ADAL" clId="{FF1E8771-B1E8-4CEC-B725-4345F27D3194}" dt="2023-11-01T05:13:16.950" v="1803" actId="20577"/>
          <ac:spMkLst>
            <pc:docMk/>
            <pc:sldMk cId="663711217" sldId="2145706234"/>
            <ac:spMk id="18" creationId="{B283EDB4-CFDF-D6B9-8AF9-9CFA563360E3}"/>
          </ac:spMkLst>
        </pc:spChg>
        <pc:spChg chg="mod">
          <ac:chgData name="Thomas Graf" userId="487bc3e3-9ce7-4cdd-b7b4-8899ea88d289" providerId="ADAL" clId="{FF1E8771-B1E8-4CEC-B725-4345F27D3194}" dt="2023-10-29T12:57:41.277" v="1560" actId="20577"/>
          <ac:spMkLst>
            <pc:docMk/>
            <pc:sldMk cId="663711217" sldId="2145706234"/>
            <ac:spMk id="19" creationId="{56D79134-17A9-8BC8-B7D0-97BCFFB9A6B2}"/>
          </ac:spMkLst>
        </pc:spChg>
        <pc:picChg chg="add mod">
          <ac:chgData name="Thomas Graf" userId="487bc3e3-9ce7-4cdd-b7b4-8899ea88d289" providerId="ADAL" clId="{FF1E8771-B1E8-4CEC-B725-4345F27D3194}" dt="2023-10-29T12:56:50.799" v="1499" actId="1076"/>
          <ac:picMkLst>
            <pc:docMk/>
            <pc:sldMk cId="663711217" sldId="2145706234"/>
            <ac:picMk id="3" creationId="{D273520C-C3FB-5F5E-ED45-63CDDF11C749}"/>
          </ac:picMkLst>
        </pc:picChg>
      </pc:sldChg>
      <pc:sldChg chg="addSp delSp modSp mod">
        <pc:chgData name="Thomas Graf" userId="487bc3e3-9ce7-4cdd-b7b4-8899ea88d289" providerId="ADAL" clId="{FF1E8771-B1E8-4CEC-B725-4345F27D3194}" dt="2023-10-29T12:48:21.618" v="1210" actId="14100"/>
        <pc:sldMkLst>
          <pc:docMk/>
          <pc:sldMk cId="2256840188" sldId="2145706235"/>
        </pc:sldMkLst>
        <pc:spChg chg="del">
          <ac:chgData name="Thomas Graf" userId="487bc3e3-9ce7-4cdd-b7b4-8899ea88d289" providerId="ADAL" clId="{FF1E8771-B1E8-4CEC-B725-4345F27D3194}" dt="2023-10-29T12:33:48.981" v="925" actId="478"/>
          <ac:spMkLst>
            <pc:docMk/>
            <pc:sldMk cId="2256840188" sldId="2145706235"/>
            <ac:spMk id="3" creationId="{29C0DFD4-432D-4B0C-93DF-790441DCF5B9}"/>
          </ac:spMkLst>
        </pc:spChg>
        <pc:spChg chg="add del mod">
          <ac:chgData name="Thomas Graf" userId="487bc3e3-9ce7-4cdd-b7b4-8899ea88d289" providerId="ADAL" clId="{FF1E8771-B1E8-4CEC-B725-4345F27D3194}" dt="2023-10-29T12:33:57.034" v="927" actId="478"/>
          <ac:spMkLst>
            <pc:docMk/>
            <pc:sldMk cId="2256840188" sldId="2145706235"/>
            <ac:spMk id="4" creationId="{1D0EDFB7-FD45-5028-322C-4F3FE113E2AE}"/>
          </ac:spMkLst>
        </pc:spChg>
        <pc:spChg chg="mod">
          <ac:chgData name="Thomas Graf" userId="487bc3e3-9ce7-4cdd-b7b4-8899ea88d289" providerId="ADAL" clId="{FF1E8771-B1E8-4CEC-B725-4345F27D3194}" dt="2023-10-29T12:27:56.371" v="448" actId="20577"/>
          <ac:spMkLst>
            <pc:docMk/>
            <pc:sldMk cId="2256840188" sldId="2145706235"/>
            <ac:spMk id="6" creationId="{ABB61075-2877-B162-7D8F-97EC17B8DF39}"/>
          </ac:spMkLst>
        </pc:spChg>
        <pc:spChg chg="add del mod">
          <ac:chgData name="Thomas Graf" userId="487bc3e3-9ce7-4cdd-b7b4-8899ea88d289" providerId="ADAL" clId="{FF1E8771-B1E8-4CEC-B725-4345F27D3194}" dt="2023-10-29T12:36:57.436" v="991" actId="14100"/>
          <ac:spMkLst>
            <pc:docMk/>
            <pc:sldMk cId="2256840188" sldId="2145706235"/>
            <ac:spMk id="7" creationId="{E751AA3A-A181-4E76-CC75-041686EB2C20}"/>
          </ac:spMkLst>
        </pc:spChg>
        <pc:spChg chg="add del mod">
          <ac:chgData name="Thomas Graf" userId="487bc3e3-9ce7-4cdd-b7b4-8899ea88d289" providerId="ADAL" clId="{FF1E8771-B1E8-4CEC-B725-4345F27D3194}" dt="2023-10-29T12:36:40.670" v="988" actId="14100"/>
          <ac:spMkLst>
            <pc:docMk/>
            <pc:sldMk cId="2256840188" sldId="2145706235"/>
            <ac:spMk id="8" creationId="{8F5B7433-6C2C-9F79-E743-B4F7F3199C49}"/>
          </ac:spMkLst>
        </pc:spChg>
        <pc:spChg chg="mod">
          <ac:chgData name="Thomas Graf" userId="487bc3e3-9ce7-4cdd-b7b4-8899ea88d289" providerId="ADAL" clId="{FF1E8771-B1E8-4CEC-B725-4345F27D3194}" dt="2023-10-29T12:36:03.010" v="977" actId="20577"/>
          <ac:spMkLst>
            <pc:docMk/>
            <pc:sldMk cId="2256840188" sldId="2145706235"/>
            <ac:spMk id="17" creationId="{8F78EE4C-6EFD-4363-A98F-3E5608669DF5}"/>
          </ac:spMkLst>
        </pc:spChg>
        <pc:spChg chg="mod">
          <ac:chgData name="Thomas Graf" userId="487bc3e3-9ce7-4cdd-b7b4-8899ea88d289" providerId="ADAL" clId="{FF1E8771-B1E8-4CEC-B725-4345F27D3194}" dt="2023-10-29T12:36:53.556" v="990" actId="14100"/>
          <ac:spMkLst>
            <pc:docMk/>
            <pc:sldMk cId="2256840188" sldId="2145706235"/>
            <ac:spMk id="19" creationId="{B0AC9776-B227-44FD-A2AC-1FDE0B6F1445}"/>
          </ac:spMkLst>
        </pc:spChg>
        <pc:spChg chg="add mod">
          <ac:chgData name="Thomas Graf" userId="487bc3e3-9ce7-4cdd-b7b4-8899ea88d289" providerId="ADAL" clId="{FF1E8771-B1E8-4CEC-B725-4345F27D3194}" dt="2023-10-29T12:48:09.759" v="1207" actId="255"/>
          <ac:spMkLst>
            <pc:docMk/>
            <pc:sldMk cId="2256840188" sldId="2145706235"/>
            <ac:spMk id="20" creationId="{E846C2CB-2A43-3B4C-BB6E-9C3ACA9B9758}"/>
          </ac:spMkLst>
        </pc:spChg>
        <pc:cxnChg chg="add mod">
          <ac:chgData name="Thomas Graf" userId="487bc3e3-9ce7-4cdd-b7b4-8899ea88d289" providerId="ADAL" clId="{FF1E8771-B1E8-4CEC-B725-4345F27D3194}" dt="2023-10-29T12:38:51.773" v="1116" actId="14100"/>
          <ac:cxnSpMkLst>
            <pc:docMk/>
            <pc:sldMk cId="2256840188" sldId="2145706235"/>
            <ac:cxnSpMk id="5" creationId="{5370E270-EEB2-F115-EF4D-C97002326F18}"/>
          </ac:cxnSpMkLst>
        </pc:cxnChg>
        <pc:cxnChg chg="add mod">
          <ac:chgData name="Thomas Graf" userId="487bc3e3-9ce7-4cdd-b7b4-8899ea88d289" providerId="ADAL" clId="{FF1E8771-B1E8-4CEC-B725-4345F27D3194}" dt="2023-10-29T12:48:21.618" v="1210" actId="14100"/>
          <ac:cxnSpMkLst>
            <pc:docMk/>
            <pc:sldMk cId="2256840188" sldId="2145706235"/>
            <ac:cxnSpMk id="9" creationId="{64493AF9-D9ED-2EFA-8CC1-193009826C6B}"/>
          </ac:cxnSpMkLst>
        </pc:cxnChg>
        <pc:cxnChg chg="add mod">
          <ac:chgData name="Thomas Graf" userId="487bc3e3-9ce7-4cdd-b7b4-8899ea88d289" providerId="ADAL" clId="{FF1E8771-B1E8-4CEC-B725-4345F27D3194}" dt="2023-10-29T12:48:15.094" v="1208" actId="14100"/>
          <ac:cxnSpMkLst>
            <pc:docMk/>
            <pc:sldMk cId="2256840188" sldId="2145706235"/>
            <ac:cxnSpMk id="10" creationId="{7AB39C7E-0F1D-FE2E-FC09-23AAF8060A41}"/>
          </ac:cxnSpMkLst>
        </pc:cxnChg>
        <pc:cxnChg chg="add del mod">
          <ac:chgData name="Thomas Graf" userId="487bc3e3-9ce7-4cdd-b7b4-8899ea88d289" providerId="ADAL" clId="{FF1E8771-B1E8-4CEC-B725-4345F27D3194}" dt="2023-10-29T12:37:07.723" v="995" actId="478"/>
          <ac:cxnSpMkLst>
            <pc:docMk/>
            <pc:sldMk cId="2256840188" sldId="2145706235"/>
            <ac:cxnSpMk id="12" creationId="{15170B53-FA8B-2F79-179F-AA7ACB5B0296}"/>
          </ac:cxnSpMkLst>
        </pc:cxnChg>
        <pc:cxnChg chg="del">
          <ac:chgData name="Thomas Graf" userId="487bc3e3-9ce7-4cdd-b7b4-8899ea88d289" providerId="ADAL" clId="{FF1E8771-B1E8-4CEC-B725-4345F27D3194}" dt="2023-10-29T12:33:48.981" v="925" actId="478"/>
          <ac:cxnSpMkLst>
            <pc:docMk/>
            <pc:sldMk cId="2256840188" sldId="2145706235"/>
            <ac:cxnSpMk id="13" creationId="{ABDEEB90-F9DE-4579-466A-4391823DABF7}"/>
          </ac:cxnSpMkLst>
        </pc:cxnChg>
        <pc:cxnChg chg="add del mod">
          <ac:chgData name="Thomas Graf" userId="487bc3e3-9ce7-4cdd-b7b4-8899ea88d289" providerId="ADAL" clId="{FF1E8771-B1E8-4CEC-B725-4345F27D3194}" dt="2023-10-29T12:33:59.835" v="929" actId="478"/>
          <ac:cxnSpMkLst>
            <pc:docMk/>
            <pc:sldMk cId="2256840188" sldId="2145706235"/>
            <ac:cxnSpMk id="14" creationId="{189B9352-DF14-DCC5-8852-3E24F676995B}"/>
          </ac:cxnSpMkLst>
        </pc:cxnChg>
        <pc:cxnChg chg="add del mod">
          <ac:chgData name="Thomas Graf" userId="487bc3e3-9ce7-4cdd-b7b4-8899ea88d289" providerId="ADAL" clId="{FF1E8771-B1E8-4CEC-B725-4345F27D3194}" dt="2023-10-29T12:33:59.835" v="929" actId="478"/>
          <ac:cxnSpMkLst>
            <pc:docMk/>
            <pc:sldMk cId="2256840188" sldId="2145706235"/>
            <ac:cxnSpMk id="15" creationId="{16C007D3-5C41-72CC-2F0D-20A40A25E4C3}"/>
          </ac:cxnSpMkLst>
        </pc:cxnChg>
        <pc:cxnChg chg="add del mod">
          <ac:chgData name="Thomas Graf" userId="487bc3e3-9ce7-4cdd-b7b4-8899ea88d289" providerId="ADAL" clId="{FF1E8771-B1E8-4CEC-B725-4345F27D3194}" dt="2023-10-29T12:33:59.835" v="929" actId="478"/>
          <ac:cxnSpMkLst>
            <pc:docMk/>
            <pc:sldMk cId="2256840188" sldId="2145706235"/>
            <ac:cxnSpMk id="16" creationId="{D919FEA3-A091-D0B9-D4F2-9092F6ECEBB8}"/>
          </ac:cxnSpMkLst>
        </pc:cxnChg>
        <pc:cxnChg chg="add del mod">
          <ac:chgData name="Thomas Graf" userId="487bc3e3-9ce7-4cdd-b7b4-8899ea88d289" providerId="ADAL" clId="{FF1E8771-B1E8-4CEC-B725-4345F27D3194}" dt="2023-10-29T12:33:59.835" v="929" actId="478"/>
          <ac:cxnSpMkLst>
            <pc:docMk/>
            <pc:sldMk cId="2256840188" sldId="2145706235"/>
            <ac:cxnSpMk id="18" creationId="{072C1B77-7EBE-9F67-7055-837767DD1381}"/>
          </ac:cxnSpMkLst>
        </pc:cxnChg>
        <pc:cxnChg chg="del">
          <ac:chgData name="Thomas Graf" userId="487bc3e3-9ce7-4cdd-b7b4-8899ea88d289" providerId="ADAL" clId="{FF1E8771-B1E8-4CEC-B725-4345F27D3194}" dt="2023-10-29T12:33:48.981" v="925" actId="478"/>
          <ac:cxnSpMkLst>
            <pc:docMk/>
            <pc:sldMk cId="2256840188" sldId="2145706235"/>
            <ac:cxnSpMk id="22" creationId="{5EE7A184-4440-4663-A713-45C43FB41FBD}"/>
          </ac:cxnSpMkLst>
        </pc:cxnChg>
        <pc:cxnChg chg="del">
          <ac:chgData name="Thomas Graf" userId="487bc3e3-9ce7-4cdd-b7b4-8899ea88d289" providerId="ADAL" clId="{FF1E8771-B1E8-4CEC-B725-4345F27D3194}" dt="2023-10-29T12:33:48.981" v="925" actId="478"/>
          <ac:cxnSpMkLst>
            <pc:docMk/>
            <pc:sldMk cId="2256840188" sldId="2145706235"/>
            <ac:cxnSpMk id="23" creationId="{D8988D8C-34C7-42B3-BD73-F0A5B399F9DF}"/>
          </ac:cxnSpMkLst>
        </pc:cxnChg>
      </pc:sldChg>
      <pc:sldChg chg="add del">
        <pc:chgData name="Thomas Graf" userId="487bc3e3-9ce7-4cdd-b7b4-8899ea88d289" providerId="ADAL" clId="{FF1E8771-B1E8-4CEC-B725-4345F27D3194}" dt="2023-10-29T12:56:29.096" v="1490" actId="2696"/>
        <pc:sldMkLst>
          <pc:docMk/>
          <pc:sldMk cId="2490642252" sldId="2145706236"/>
        </pc:sldMkLst>
      </pc:sldChg>
      <pc:sldChg chg="modSp add mod">
        <pc:chgData name="Thomas Graf" userId="487bc3e3-9ce7-4cdd-b7b4-8899ea88d289" providerId="ADAL" clId="{FF1E8771-B1E8-4CEC-B725-4345F27D3194}" dt="2023-11-01T05:08:40.589" v="1659" actId="207"/>
        <pc:sldMkLst>
          <pc:docMk/>
          <pc:sldMk cId="3864283889" sldId="2145706236"/>
        </pc:sldMkLst>
        <pc:spChg chg="mod">
          <ac:chgData name="Thomas Graf" userId="487bc3e3-9ce7-4cdd-b7b4-8899ea88d289" providerId="ADAL" clId="{FF1E8771-B1E8-4CEC-B725-4345F27D3194}" dt="2023-11-01T05:08:40.589" v="1659" actId="207"/>
          <ac:spMkLst>
            <pc:docMk/>
            <pc:sldMk cId="3864283889" sldId="2145706236"/>
            <ac:spMk id="18" creationId="{B283EDB4-CFDF-D6B9-8AF9-9CFA563360E3}"/>
          </ac:spMkLst>
        </pc:spChg>
        <pc:spChg chg="mod">
          <ac:chgData name="Thomas Graf" userId="487bc3e3-9ce7-4cdd-b7b4-8899ea88d289" providerId="ADAL" clId="{FF1E8771-B1E8-4CEC-B725-4345F27D3194}" dt="2023-10-29T13:01:11.413" v="1652" actId="108"/>
          <ac:spMkLst>
            <pc:docMk/>
            <pc:sldMk cId="3864283889" sldId="2145706236"/>
            <ac:spMk id="19" creationId="{56D79134-17A9-8BC8-B7D0-97BCFFB9A6B2}"/>
          </ac:spMkLst>
        </pc:spChg>
      </pc:sldChg>
    </pc:docChg>
  </pc:docChgLst>
  <pc:docChgLst>
    <pc:chgData name="Graf Thomas, INI-NET-VNC-HCS" userId="487bc3e3-9ce7-4cdd-b7b4-8899ea88d289" providerId="ADAL" clId="{A47D5A21-D820-4251-9DE3-0EE7A7287481}"/>
    <pc:docChg chg="undo custSel addSld delSld modSld sldOrd">
      <pc:chgData name="Graf Thomas, INI-NET-VNC-HCS" userId="487bc3e3-9ce7-4cdd-b7b4-8899ea88d289" providerId="ADAL" clId="{A47D5A21-D820-4251-9DE3-0EE7A7287481}" dt="2024-03-06T12:16:50.226" v="1740"/>
      <pc:docMkLst>
        <pc:docMk/>
      </pc:docMkLst>
      <pc:sldChg chg="modSp mod">
        <pc:chgData name="Graf Thomas, INI-NET-VNC-HCS" userId="487bc3e3-9ce7-4cdd-b7b4-8899ea88d289" providerId="ADAL" clId="{A47D5A21-D820-4251-9DE3-0EE7A7287481}" dt="2024-03-06T07:56:24.608" v="45" actId="20577"/>
        <pc:sldMkLst>
          <pc:docMk/>
          <pc:sldMk cId="3578665336" sldId="1041"/>
        </pc:sldMkLst>
        <pc:spChg chg="mod">
          <ac:chgData name="Graf Thomas, INI-NET-VNC-HCS" userId="487bc3e3-9ce7-4cdd-b7b4-8899ea88d289" providerId="ADAL" clId="{A47D5A21-D820-4251-9DE3-0EE7A7287481}" dt="2024-03-06T07:56:24.608" v="45" actId="20577"/>
          <ac:spMkLst>
            <pc:docMk/>
            <pc:sldMk cId="3578665336" sldId="1041"/>
            <ac:spMk id="5" creationId="{C26208B2-0D10-4C23-B2DE-372A62E98644}"/>
          </ac:spMkLst>
        </pc:spChg>
        <pc:spChg chg="mod">
          <ac:chgData name="Graf Thomas, INI-NET-VNC-HCS" userId="487bc3e3-9ce7-4cdd-b7b4-8899ea88d289" providerId="ADAL" clId="{A47D5A21-D820-4251-9DE3-0EE7A7287481}" dt="2024-03-06T07:55:18.982" v="10" actId="20577"/>
          <ac:spMkLst>
            <pc:docMk/>
            <pc:sldMk cId="3578665336" sldId="1041"/>
            <ac:spMk id="6" creationId="{6CAA0765-1318-4A03-8F91-D3ECC43D8FA7}"/>
          </ac:spMkLst>
        </pc:spChg>
      </pc:sldChg>
      <pc:sldChg chg="modSp mod ord">
        <pc:chgData name="Graf Thomas, INI-NET-VNC-HCS" userId="487bc3e3-9ce7-4cdd-b7b4-8899ea88d289" providerId="ADAL" clId="{A47D5A21-D820-4251-9DE3-0EE7A7287481}" dt="2024-03-06T08:42:50.020" v="1458"/>
        <pc:sldMkLst>
          <pc:docMk/>
          <pc:sldMk cId="2578889968" sldId="26415"/>
        </pc:sldMkLst>
        <pc:spChg chg="mod">
          <ac:chgData name="Graf Thomas, INI-NET-VNC-HCS" userId="487bc3e3-9ce7-4cdd-b7b4-8899ea88d289" providerId="ADAL" clId="{A47D5A21-D820-4251-9DE3-0EE7A7287481}" dt="2024-03-06T07:58:02.982" v="47" actId="20577"/>
          <ac:spMkLst>
            <pc:docMk/>
            <pc:sldMk cId="2578889968" sldId="26415"/>
            <ac:spMk id="7" creationId="{BF6DCC5D-2508-4A9B-B734-C8C5147F93FB}"/>
          </ac:spMkLst>
        </pc:spChg>
      </pc:sldChg>
      <pc:sldChg chg="modSp mod">
        <pc:chgData name="Graf Thomas, INI-NET-VNC-HCS" userId="487bc3e3-9ce7-4cdd-b7b4-8899ea88d289" providerId="ADAL" clId="{A47D5A21-D820-4251-9DE3-0EE7A7287481}" dt="2024-03-06T07:59:58.859" v="49" actId="20577"/>
        <pc:sldMkLst>
          <pc:docMk/>
          <pc:sldMk cId="320697580" sldId="26425"/>
        </pc:sldMkLst>
        <pc:spChg chg="mod">
          <ac:chgData name="Graf Thomas, INI-NET-VNC-HCS" userId="487bc3e3-9ce7-4cdd-b7b4-8899ea88d289" providerId="ADAL" clId="{A47D5A21-D820-4251-9DE3-0EE7A7287481}" dt="2024-03-06T07:59:58.859" v="49" actId="20577"/>
          <ac:spMkLst>
            <pc:docMk/>
            <pc:sldMk cId="320697580" sldId="26425"/>
            <ac:spMk id="6" creationId="{ABB61075-2877-B162-7D8F-97EC17B8DF39}"/>
          </ac:spMkLst>
        </pc:spChg>
      </pc:sldChg>
      <pc:sldChg chg="del">
        <pc:chgData name="Graf Thomas, INI-NET-VNC-HCS" userId="487bc3e3-9ce7-4cdd-b7b4-8899ea88d289" providerId="ADAL" clId="{A47D5A21-D820-4251-9DE3-0EE7A7287481}" dt="2024-03-06T11:45:24.047" v="1460" actId="47"/>
        <pc:sldMkLst>
          <pc:docMk/>
          <pc:sldMk cId="4069880896" sldId="2145706223"/>
        </pc:sldMkLst>
      </pc:sldChg>
      <pc:sldChg chg="addSp delSp modSp mod">
        <pc:chgData name="Graf Thomas, INI-NET-VNC-HCS" userId="487bc3e3-9ce7-4cdd-b7b4-8899ea88d289" providerId="ADAL" clId="{A47D5A21-D820-4251-9DE3-0EE7A7287481}" dt="2024-03-06T12:13:48.225" v="1739" actId="1076"/>
        <pc:sldMkLst>
          <pc:docMk/>
          <pc:sldMk cId="1081037514" sldId="2145706225"/>
        </pc:sldMkLst>
        <pc:spChg chg="add mod">
          <ac:chgData name="Graf Thomas, INI-NET-VNC-HCS" userId="487bc3e3-9ce7-4cdd-b7b4-8899ea88d289" providerId="ADAL" clId="{A47D5A21-D820-4251-9DE3-0EE7A7287481}" dt="2024-03-06T12:13:10.597" v="1731" actId="1076"/>
          <ac:spMkLst>
            <pc:docMk/>
            <pc:sldMk cId="1081037514" sldId="2145706225"/>
            <ac:spMk id="14" creationId="{A1EA8359-DC79-8122-1266-D00A47BFEBE7}"/>
          </ac:spMkLst>
        </pc:spChg>
        <pc:spChg chg="mod">
          <ac:chgData name="Graf Thomas, INI-NET-VNC-HCS" userId="487bc3e3-9ce7-4cdd-b7b4-8899ea88d289" providerId="ADAL" clId="{A47D5A21-D820-4251-9DE3-0EE7A7287481}" dt="2024-03-06T12:07:28.243" v="1658" actId="20577"/>
          <ac:spMkLst>
            <pc:docMk/>
            <pc:sldMk cId="1081037514" sldId="2145706225"/>
            <ac:spMk id="29" creationId="{5DF5E834-66E3-AE49-4040-1D628970A3FC}"/>
          </ac:spMkLst>
        </pc:spChg>
        <pc:spChg chg="mod">
          <ac:chgData name="Graf Thomas, INI-NET-VNC-HCS" userId="487bc3e3-9ce7-4cdd-b7b4-8899ea88d289" providerId="ADAL" clId="{A47D5A21-D820-4251-9DE3-0EE7A7287481}" dt="2024-03-06T12:04:20.645" v="1575" actId="1037"/>
          <ac:spMkLst>
            <pc:docMk/>
            <pc:sldMk cId="1081037514" sldId="2145706225"/>
            <ac:spMk id="30" creationId="{BA1C20F7-8218-7EF6-0AE8-992862F0E030}"/>
          </ac:spMkLst>
        </pc:spChg>
        <pc:spChg chg="mod">
          <ac:chgData name="Graf Thomas, INI-NET-VNC-HCS" userId="487bc3e3-9ce7-4cdd-b7b4-8899ea88d289" providerId="ADAL" clId="{A47D5A21-D820-4251-9DE3-0EE7A7287481}" dt="2024-03-06T12:13:30.735" v="1732" actId="21"/>
          <ac:spMkLst>
            <pc:docMk/>
            <pc:sldMk cId="1081037514" sldId="2145706225"/>
            <ac:spMk id="39" creationId="{E2C5DAC4-E571-363C-E57D-8F3EA7B6E611}"/>
          </ac:spMkLst>
        </pc:spChg>
        <pc:spChg chg="mod">
          <ac:chgData name="Graf Thomas, INI-NET-VNC-HCS" userId="487bc3e3-9ce7-4cdd-b7b4-8899ea88d289" providerId="ADAL" clId="{A47D5A21-D820-4251-9DE3-0EE7A7287481}" dt="2024-03-06T12:12:32.871" v="1715" actId="1076"/>
          <ac:spMkLst>
            <pc:docMk/>
            <pc:sldMk cId="1081037514" sldId="2145706225"/>
            <ac:spMk id="41" creationId="{1686B893-78A4-3D56-EECA-A2AEF814D57E}"/>
          </ac:spMkLst>
        </pc:spChg>
        <pc:spChg chg="del">
          <ac:chgData name="Graf Thomas, INI-NET-VNC-HCS" userId="487bc3e3-9ce7-4cdd-b7b4-8899ea88d289" providerId="ADAL" clId="{A47D5A21-D820-4251-9DE3-0EE7A7287481}" dt="2024-03-06T12:04:05.930" v="1531" actId="478"/>
          <ac:spMkLst>
            <pc:docMk/>
            <pc:sldMk cId="1081037514" sldId="2145706225"/>
            <ac:spMk id="44" creationId="{0633B95D-D798-3465-C482-2E6F7E2DFE46}"/>
          </ac:spMkLst>
        </pc:spChg>
        <pc:spChg chg="del">
          <ac:chgData name="Graf Thomas, INI-NET-VNC-HCS" userId="487bc3e3-9ce7-4cdd-b7b4-8899ea88d289" providerId="ADAL" clId="{A47D5A21-D820-4251-9DE3-0EE7A7287481}" dt="2024-03-06T12:04:05.930" v="1531" actId="478"/>
          <ac:spMkLst>
            <pc:docMk/>
            <pc:sldMk cId="1081037514" sldId="2145706225"/>
            <ac:spMk id="46" creationId="{910C6A2B-4068-DF2D-9256-79E34275A27E}"/>
          </ac:spMkLst>
        </pc:spChg>
        <pc:spChg chg="mod">
          <ac:chgData name="Graf Thomas, INI-NET-VNC-HCS" userId="487bc3e3-9ce7-4cdd-b7b4-8899ea88d289" providerId="ADAL" clId="{A47D5A21-D820-4251-9DE3-0EE7A7287481}" dt="2024-03-06T12:04:09.459" v="1533" actId="1076"/>
          <ac:spMkLst>
            <pc:docMk/>
            <pc:sldMk cId="1081037514" sldId="2145706225"/>
            <ac:spMk id="48" creationId="{A48B1DB7-BCDC-5D18-F56D-8A1447F1B8BA}"/>
          </ac:spMkLst>
        </pc:spChg>
        <pc:spChg chg="add mod">
          <ac:chgData name="Graf Thomas, INI-NET-VNC-HCS" userId="487bc3e3-9ce7-4cdd-b7b4-8899ea88d289" providerId="ADAL" clId="{A47D5A21-D820-4251-9DE3-0EE7A7287481}" dt="2024-03-06T12:13:00.466" v="1730" actId="20577"/>
          <ac:spMkLst>
            <pc:docMk/>
            <pc:sldMk cId="1081037514" sldId="2145706225"/>
            <ac:spMk id="49" creationId="{9DA38AA2-A8F2-8D1B-FF42-9920ACF088FF}"/>
          </ac:spMkLst>
        </pc:spChg>
        <pc:spChg chg="add mod">
          <ac:chgData name="Graf Thomas, INI-NET-VNC-HCS" userId="487bc3e3-9ce7-4cdd-b7b4-8899ea88d289" providerId="ADAL" clId="{A47D5A21-D820-4251-9DE3-0EE7A7287481}" dt="2024-03-06T12:13:48.225" v="1739" actId="1076"/>
          <ac:spMkLst>
            <pc:docMk/>
            <pc:sldMk cId="1081037514" sldId="2145706225"/>
            <ac:spMk id="50" creationId="{E6F4D9EF-7813-54D5-B0A7-BB6DFF65B9B1}"/>
          </ac:spMkLst>
        </pc:spChg>
        <pc:grpChg chg="mod">
          <ac:chgData name="Graf Thomas, INI-NET-VNC-HCS" userId="487bc3e3-9ce7-4cdd-b7b4-8899ea88d289" providerId="ADAL" clId="{A47D5A21-D820-4251-9DE3-0EE7A7287481}" dt="2024-03-06T12:06:24.309" v="1640" actId="1038"/>
          <ac:grpSpMkLst>
            <pc:docMk/>
            <pc:sldMk cId="1081037514" sldId="2145706225"/>
            <ac:grpSpMk id="2" creationId="{593A3D2C-AF3C-4647-1B02-6C5086C62287}"/>
          </ac:grpSpMkLst>
        </pc:grpChg>
        <pc:grpChg chg="mod">
          <ac:chgData name="Graf Thomas, INI-NET-VNC-HCS" userId="487bc3e3-9ce7-4cdd-b7b4-8899ea88d289" providerId="ADAL" clId="{A47D5A21-D820-4251-9DE3-0EE7A7287481}" dt="2024-03-06T12:04:20.645" v="1575" actId="1037"/>
          <ac:grpSpMkLst>
            <pc:docMk/>
            <pc:sldMk cId="1081037514" sldId="2145706225"/>
            <ac:grpSpMk id="7" creationId="{746914D8-DC97-6FCE-CCEC-831AF8343A92}"/>
          </ac:grpSpMkLst>
        </pc:grpChg>
        <pc:grpChg chg="mod">
          <ac:chgData name="Graf Thomas, INI-NET-VNC-HCS" userId="487bc3e3-9ce7-4cdd-b7b4-8899ea88d289" providerId="ADAL" clId="{A47D5A21-D820-4251-9DE3-0EE7A7287481}" dt="2024-03-06T12:04:20.645" v="1575" actId="1037"/>
          <ac:grpSpMkLst>
            <pc:docMk/>
            <pc:sldMk cId="1081037514" sldId="2145706225"/>
            <ac:grpSpMk id="10" creationId="{2A39462A-F04D-B596-7A41-2767D485510C}"/>
          </ac:grpSpMkLst>
        </pc:grpChg>
        <pc:grpChg chg="mod">
          <ac:chgData name="Graf Thomas, INI-NET-VNC-HCS" userId="487bc3e3-9ce7-4cdd-b7b4-8899ea88d289" providerId="ADAL" clId="{A47D5A21-D820-4251-9DE3-0EE7A7287481}" dt="2024-03-06T12:04:20.645" v="1575" actId="1037"/>
          <ac:grpSpMkLst>
            <pc:docMk/>
            <pc:sldMk cId="1081037514" sldId="2145706225"/>
            <ac:grpSpMk id="13" creationId="{C27136FF-F3FA-F76D-A713-2F31CB874934}"/>
          </ac:grpSpMkLst>
        </pc:grpChg>
        <pc:grpChg chg="mod">
          <ac:chgData name="Graf Thomas, INI-NET-VNC-HCS" userId="487bc3e3-9ce7-4cdd-b7b4-8899ea88d289" providerId="ADAL" clId="{A47D5A21-D820-4251-9DE3-0EE7A7287481}" dt="2024-03-06T12:04:20.645" v="1575" actId="1037"/>
          <ac:grpSpMkLst>
            <pc:docMk/>
            <pc:sldMk cId="1081037514" sldId="2145706225"/>
            <ac:grpSpMk id="17" creationId="{CEB0384D-AE7F-401C-F7FF-BDAEA866A31A}"/>
          </ac:grpSpMkLst>
        </pc:grpChg>
        <pc:grpChg chg="mod">
          <ac:chgData name="Graf Thomas, INI-NET-VNC-HCS" userId="487bc3e3-9ce7-4cdd-b7b4-8899ea88d289" providerId="ADAL" clId="{A47D5A21-D820-4251-9DE3-0EE7A7287481}" dt="2024-03-06T12:04:20.645" v="1575" actId="1037"/>
          <ac:grpSpMkLst>
            <pc:docMk/>
            <pc:sldMk cId="1081037514" sldId="2145706225"/>
            <ac:grpSpMk id="20" creationId="{1B5435B3-AE86-5E3B-7DD7-612D9AD30695}"/>
          </ac:grpSpMkLst>
        </pc:grpChg>
        <pc:grpChg chg="mod">
          <ac:chgData name="Graf Thomas, INI-NET-VNC-HCS" userId="487bc3e3-9ce7-4cdd-b7b4-8899ea88d289" providerId="ADAL" clId="{A47D5A21-D820-4251-9DE3-0EE7A7287481}" dt="2024-03-06T12:04:20.645" v="1575" actId="1037"/>
          <ac:grpSpMkLst>
            <pc:docMk/>
            <pc:sldMk cId="1081037514" sldId="2145706225"/>
            <ac:grpSpMk id="23" creationId="{43DA79DF-E42D-79DA-2E63-37571E43F0EB}"/>
          </ac:grpSpMkLst>
        </pc:grpChg>
        <pc:picChg chg="mod">
          <ac:chgData name="Graf Thomas, INI-NET-VNC-HCS" userId="487bc3e3-9ce7-4cdd-b7b4-8899ea88d289" providerId="ADAL" clId="{A47D5A21-D820-4251-9DE3-0EE7A7287481}" dt="2024-03-06T12:04:20.645" v="1575" actId="1037"/>
          <ac:picMkLst>
            <pc:docMk/>
            <pc:sldMk cId="1081037514" sldId="2145706225"/>
            <ac:picMk id="27" creationId="{2C9830F3-CBF4-D372-DBC5-8AB3BCB5DD2A}"/>
          </ac:picMkLst>
        </pc:picChg>
        <pc:picChg chg="mod">
          <ac:chgData name="Graf Thomas, INI-NET-VNC-HCS" userId="487bc3e3-9ce7-4cdd-b7b4-8899ea88d289" providerId="ADAL" clId="{A47D5A21-D820-4251-9DE3-0EE7A7287481}" dt="2024-03-06T12:04:20.645" v="1575" actId="1037"/>
          <ac:picMkLst>
            <pc:docMk/>
            <pc:sldMk cId="1081037514" sldId="2145706225"/>
            <ac:picMk id="28" creationId="{17EB060B-2351-6AC0-7856-F33CB052400F}"/>
          </ac:picMkLst>
        </pc:picChg>
        <pc:picChg chg="mod">
          <ac:chgData name="Graf Thomas, INI-NET-VNC-HCS" userId="487bc3e3-9ce7-4cdd-b7b4-8899ea88d289" providerId="ADAL" clId="{A47D5A21-D820-4251-9DE3-0EE7A7287481}" dt="2024-03-06T12:04:20.645" v="1575" actId="1037"/>
          <ac:picMkLst>
            <pc:docMk/>
            <pc:sldMk cId="1081037514" sldId="2145706225"/>
            <ac:picMk id="31" creationId="{17DF8467-9125-3982-1295-79F29C9B0DC8}"/>
          </ac:picMkLst>
        </pc:picChg>
        <pc:picChg chg="mod">
          <ac:chgData name="Graf Thomas, INI-NET-VNC-HCS" userId="487bc3e3-9ce7-4cdd-b7b4-8899ea88d289" providerId="ADAL" clId="{A47D5A21-D820-4251-9DE3-0EE7A7287481}" dt="2024-03-06T12:06:24.309" v="1640" actId="1038"/>
          <ac:picMkLst>
            <pc:docMk/>
            <pc:sldMk cId="1081037514" sldId="2145706225"/>
            <ac:picMk id="32" creationId="{C770A491-1DB5-77FC-712B-35F7A47E2F99}"/>
          </ac:picMkLst>
        </pc:picChg>
        <pc:picChg chg="mod">
          <ac:chgData name="Graf Thomas, INI-NET-VNC-HCS" userId="487bc3e3-9ce7-4cdd-b7b4-8899ea88d289" providerId="ADAL" clId="{A47D5A21-D820-4251-9DE3-0EE7A7287481}" dt="2024-03-06T12:04:20.645" v="1575" actId="1037"/>
          <ac:picMkLst>
            <pc:docMk/>
            <pc:sldMk cId="1081037514" sldId="2145706225"/>
            <ac:picMk id="33" creationId="{17CD1AF5-AD78-AA80-9E26-C4515CC45BFA}"/>
          </ac:picMkLst>
        </pc:picChg>
        <pc:picChg chg="mod">
          <ac:chgData name="Graf Thomas, INI-NET-VNC-HCS" userId="487bc3e3-9ce7-4cdd-b7b4-8899ea88d289" providerId="ADAL" clId="{A47D5A21-D820-4251-9DE3-0EE7A7287481}" dt="2024-03-06T12:04:20.645" v="1575" actId="1037"/>
          <ac:picMkLst>
            <pc:docMk/>
            <pc:sldMk cId="1081037514" sldId="2145706225"/>
            <ac:picMk id="34" creationId="{0DF49D5E-4B86-6869-98D7-DE092FC30B18}"/>
          </ac:picMkLst>
        </pc:picChg>
        <pc:picChg chg="mod">
          <ac:chgData name="Graf Thomas, INI-NET-VNC-HCS" userId="487bc3e3-9ce7-4cdd-b7b4-8899ea88d289" providerId="ADAL" clId="{A47D5A21-D820-4251-9DE3-0EE7A7287481}" dt="2024-03-06T12:04:20.645" v="1575" actId="1037"/>
          <ac:picMkLst>
            <pc:docMk/>
            <pc:sldMk cId="1081037514" sldId="2145706225"/>
            <ac:picMk id="35" creationId="{76768564-2BA7-E325-FE43-6D4CE762CDAA}"/>
          </ac:picMkLst>
        </pc:picChg>
        <pc:picChg chg="mod">
          <ac:chgData name="Graf Thomas, INI-NET-VNC-HCS" userId="487bc3e3-9ce7-4cdd-b7b4-8899ea88d289" providerId="ADAL" clId="{A47D5A21-D820-4251-9DE3-0EE7A7287481}" dt="2024-03-06T12:04:20.645" v="1575" actId="1037"/>
          <ac:picMkLst>
            <pc:docMk/>
            <pc:sldMk cId="1081037514" sldId="2145706225"/>
            <ac:picMk id="36" creationId="{BA0A7074-FC27-6B8B-F899-8DDE2533BB10}"/>
          </ac:picMkLst>
        </pc:picChg>
        <pc:picChg chg="mod">
          <ac:chgData name="Graf Thomas, INI-NET-VNC-HCS" userId="487bc3e3-9ce7-4cdd-b7b4-8899ea88d289" providerId="ADAL" clId="{A47D5A21-D820-4251-9DE3-0EE7A7287481}" dt="2024-03-06T12:04:20.645" v="1575" actId="1037"/>
          <ac:picMkLst>
            <pc:docMk/>
            <pc:sldMk cId="1081037514" sldId="2145706225"/>
            <ac:picMk id="37" creationId="{D966A7CE-25D4-DED2-6D45-788D6CB73BA2}"/>
          </ac:picMkLst>
        </pc:picChg>
        <pc:picChg chg="del">
          <ac:chgData name="Graf Thomas, INI-NET-VNC-HCS" userId="487bc3e3-9ce7-4cdd-b7b4-8899ea88d289" providerId="ADAL" clId="{A47D5A21-D820-4251-9DE3-0EE7A7287481}" dt="2024-03-06T12:04:05.930" v="1531" actId="478"/>
          <ac:picMkLst>
            <pc:docMk/>
            <pc:sldMk cId="1081037514" sldId="2145706225"/>
            <ac:picMk id="43" creationId="{D8C02CC5-A9C9-F866-A5DB-BA4EC3307654}"/>
          </ac:picMkLst>
        </pc:picChg>
        <pc:picChg chg="del">
          <ac:chgData name="Graf Thomas, INI-NET-VNC-HCS" userId="487bc3e3-9ce7-4cdd-b7b4-8899ea88d289" providerId="ADAL" clId="{A47D5A21-D820-4251-9DE3-0EE7A7287481}" dt="2024-03-06T12:04:05.930" v="1531" actId="478"/>
          <ac:picMkLst>
            <pc:docMk/>
            <pc:sldMk cId="1081037514" sldId="2145706225"/>
            <ac:picMk id="45" creationId="{EFDD0C3B-512D-293E-E727-46B89BD86D4B}"/>
          </ac:picMkLst>
        </pc:picChg>
        <pc:cxnChg chg="mod">
          <ac:chgData name="Graf Thomas, INI-NET-VNC-HCS" userId="487bc3e3-9ce7-4cdd-b7b4-8899ea88d289" providerId="ADAL" clId="{A47D5A21-D820-4251-9DE3-0EE7A7287481}" dt="2024-03-06T12:04:20.645" v="1575" actId="1037"/>
          <ac:cxnSpMkLst>
            <pc:docMk/>
            <pc:sldMk cId="1081037514" sldId="2145706225"/>
            <ac:cxnSpMk id="26" creationId="{E14B17EC-9407-E3A2-1F7C-D47095BE2DDB}"/>
          </ac:cxnSpMkLst>
        </pc:cxnChg>
        <pc:cxnChg chg="mod">
          <ac:chgData name="Graf Thomas, INI-NET-VNC-HCS" userId="487bc3e3-9ce7-4cdd-b7b4-8899ea88d289" providerId="ADAL" clId="{A47D5A21-D820-4251-9DE3-0EE7A7287481}" dt="2024-03-06T12:04:20.645" v="1575" actId="1037"/>
          <ac:cxnSpMkLst>
            <pc:docMk/>
            <pc:sldMk cId="1081037514" sldId="2145706225"/>
            <ac:cxnSpMk id="38" creationId="{10DC3853-02C8-D495-EDB1-B0129F6F9E30}"/>
          </ac:cxnSpMkLst>
        </pc:cxnChg>
        <pc:cxnChg chg="mod">
          <ac:chgData name="Graf Thomas, INI-NET-VNC-HCS" userId="487bc3e3-9ce7-4cdd-b7b4-8899ea88d289" providerId="ADAL" clId="{A47D5A21-D820-4251-9DE3-0EE7A7287481}" dt="2024-03-06T12:04:20.645" v="1575" actId="1037"/>
          <ac:cxnSpMkLst>
            <pc:docMk/>
            <pc:sldMk cId="1081037514" sldId="2145706225"/>
            <ac:cxnSpMk id="40" creationId="{9BC6E6D7-2688-CCDB-6A6C-7880291A8339}"/>
          </ac:cxnSpMkLst>
        </pc:cxnChg>
        <pc:cxnChg chg="mod">
          <ac:chgData name="Graf Thomas, INI-NET-VNC-HCS" userId="487bc3e3-9ce7-4cdd-b7b4-8899ea88d289" providerId="ADAL" clId="{A47D5A21-D820-4251-9DE3-0EE7A7287481}" dt="2024-03-06T12:04:20.645" v="1575" actId="1037"/>
          <ac:cxnSpMkLst>
            <pc:docMk/>
            <pc:sldMk cId="1081037514" sldId="2145706225"/>
            <ac:cxnSpMk id="42" creationId="{3CD8EA4A-314A-BB28-E712-414D5F01E35F}"/>
          </ac:cxnSpMkLst>
        </pc:cxnChg>
        <pc:cxnChg chg="mod">
          <ac:chgData name="Graf Thomas, INI-NET-VNC-HCS" userId="487bc3e3-9ce7-4cdd-b7b4-8899ea88d289" providerId="ADAL" clId="{A47D5A21-D820-4251-9DE3-0EE7A7287481}" dt="2024-03-06T12:06:24.309" v="1640" actId="1038"/>
          <ac:cxnSpMkLst>
            <pc:docMk/>
            <pc:sldMk cId="1081037514" sldId="2145706225"/>
            <ac:cxnSpMk id="47" creationId="{1E3CC50D-6BF1-E751-D746-D130EE998D4B}"/>
          </ac:cxnSpMkLst>
        </pc:cxnChg>
      </pc:sldChg>
      <pc:sldChg chg="del">
        <pc:chgData name="Graf Thomas, INI-NET-VNC-HCS" userId="487bc3e3-9ce7-4cdd-b7b4-8899ea88d289" providerId="ADAL" clId="{A47D5A21-D820-4251-9DE3-0EE7A7287481}" dt="2024-03-06T11:45:20.570" v="1459" actId="47"/>
        <pc:sldMkLst>
          <pc:docMk/>
          <pc:sldMk cId="3384652948" sldId="2145706226"/>
        </pc:sldMkLst>
      </pc:sldChg>
      <pc:sldChg chg="del">
        <pc:chgData name="Graf Thomas, INI-NET-VNC-HCS" userId="487bc3e3-9ce7-4cdd-b7b4-8899ea88d289" providerId="ADAL" clId="{A47D5A21-D820-4251-9DE3-0EE7A7287481}" dt="2024-03-06T11:45:20.570" v="1459" actId="47"/>
        <pc:sldMkLst>
          <pc:docMk/>
          <pc:sldMk cId="663711217" sldId="2145706234"/>
        </pc:sldMkLst>
      </pc:sldChg>
      <pc:sldChg chg="addSp delSp modSp mod">
        <pc:chgData name="Graf Thomas, INI-NET-VNC-HCS" userId="487bc3e3-9ce7-4cdd-b7b4-8899ea88d289" providerId="ADAL" clId="{A47D5A21-D820-4251-9DE3-0EE7A7287481}" dt="2024-03-06T08:42:06.947" v="1454" actId="1037"/>
        <pc:sldMkLst>
          <pc:docMk/>
          <pc:sldMk cId="2249733078" sldId="2145706239"/>
        </pc:sldMkLst>
        <pc:spChg chg="add mod">
          <ac:chgData name="Graf Thomas, INI-NET-VNC-HCS" userId="487bc3e3-9ce7-4cdd-b7b4-8899ea88d289" providerId="ADAL" clId="{A47D5A21-D820-4251-9DE3-0EE7A7287481}" dt="2024-03-06T08:19:30.339" v="604" actId="14100"/>
          <ac:spMkLst>
            <pc:docMk/>
            <pc:sldMk cId="2249733078" sldId="2145706239"/>
            <ac:spMk id="2" creationId="{EBBAF0DF-61DF-B89D-2978-12F7F1BE7C53}"/>
          </ac:spMkLst>
        </pc:spChg>
        <pc:spChg chg="del mod">
          <ac:chgData name="Graf Thomas, INI-NET-VNC-HCS" userId="487bc3e3-9ce7-4cdd-b7b4-8899ea88d289" providerId="ADAL" clId="{A47D5A21-D820-4251-9DE3-0EE7A7287481}" dt="2024-03-06T08:20:04.337" v="605" actId="478"/>
          <ac:spMkLst>
            <pc:docMk/>
            <pc:sldMk cId="2249733078" sldId="2145706239"/>
            <ac:spMk id="5" creationId="{0194B37B-813A-99FE-7B78-4D87D8C30D44}"/>
          </ac:spMkLst>
        </pc:spChg>
        <pc:spChg chg="mod">
          <ac:chgData name="Graf Thomas, INI-NET-VNC-HCS" userId="487bc3e3-9ce7-4cdd-b7b4-8899ea88d289" providerId="ADAL" clId="{A47D5A21-D820-4251-9DE3-0EE7A7287481}" dt="2024-03-06T08:42:06.947" v="1454" actId="1037"/>
          <ac:spMkLst>
            <pc:docMk/>
            <pc:sldMk cId="2249733078" sldId="2145706239"/>
            <ac:spMk id="7" creationId="{33891599-1C33-654D-733C-99580AE756F1}"/>
          </ac:spMkLst>
        </pc:spChg>
        <pc:spChg chg="del">
          <ac:chgData name="Graf Thomas, INI-NET-VNC-HCS" userId="487bc3e3-9ce7-4cdd-b7b4-8899ea88d289" providerId="ADAL" clId="{A47D5A21-D820-4251-9DE3-0EE7A7287481}" dt="2024-03-06T08:13:19.192" v="556" actId="478"/>
          <ac:spMkLst>
            <pc:docMk/>
            <pc:sldMk cId="2249733078" sldId="2145706239"/>
            <ac:spMk id="18" creationId="{B283EDB4-CFDF-D6B9-8AF9-9CFA563360E3}"/>
          </ac:spMkLst>
        </pc:spChg>
        <pc:spChg chg="mod">
          <ac:chgData name="Graf Thomas, INI-NET-VNC-HCS" userId="487bc3e3-9ce7-4cdd-b7b4-8899ea88d289" providerId="ADAL" clId="{A47D5A21-D820-4251-9DE3-0EE7A7287481}" dt="2024-03-06T08:12:18.980" v="540" actId="20577"/>
          <ac:spMkLst>
            <pc:docMk/>
            <pc:sldMk cId="2249733078" sldId="2145706239"/>
            <ac:spMk id="19" creationId="{56D79134-17A9-8BC8-B7D0-97BCFFB9A6B2}"/>
          </ac:spMkLst>
        </pc:spChg>
        <pc:picChg chg="mod">
          <ac:chgData name="Graf Thomas, INI-NET-VNC-HCS" userId="487bc3e3-9ce7-4cdd-b7b4-8899ea88d289" providerId="ADAL" clId="{A47D5A21-D820-4251-9DE3-0EE7A7287481}" dt="2024-03-06T08:20:12.631" v="608" actId="1076"/>
          <ac:picMkLst>
            <pc:docMk/>
            <pc:sldMk cId="2249733078" sldId="2145706239"/>
            <ac:picMk id="3" creationId="{80EF3365-92B8-4BFF-5B4A-D90DDCF803B4}"/>
          </ac:picMkLst>
        </pc:picChg>
      </pc:sldChg>
      <pc:sldChg chg="addSp delSp modSp add mod ord">
        <pc:chgData name="Graf Thomas, INI-NET-VNC-HCS" userId="487bc3e3-9ce7-4cdd-b7b4-8899ea88d289" providerId="ADAL" clId="{A47D5A21-D820-4251-9DE3-0EE7A7287481}" dt="2024-03-06T12:16:50.226" v="1740"/>
        <pc:sldMkLst>
          <pc:docMk/>
          <pc:sldMk cId="540899312" sldId="2145706240"/>
        </pc:sldMkLst>
        <pc:spChg chg="mod">
          <ac:chgData name="Graf Thomas, INI-NET-VNC-HCS" userId="487bc3e3-9ce7-4cdd-b7b4-8899ea88d289" providerId="ADAL" clId="{A47D5A21-D820-4251-9DE3-0EE7A7287481}" dt="2024-03-06T08:07:56.785" v="481" actId="20577"/>
          <ac:spMkLst>
            <pc:docMk/>
            <pc:sldMk cId="540899312" sldId="2145706240"/>
            <ac:spMk id="3" creationId="{29C0DFD4-432D-4B0C-93DF-790441DCF5B9}"/>
          </ac:spMkLst>
        </pc:spChg>
        <pc:spChg chg="mod">
          <ac:chgData name="Graf Thomas, INI-NET-VNC-HCS" userId="487bc3e3-9ce7-4cdd-b7b4-8899ea88d289" providerId="ADAL" clId="{A47D5A21-D820-4251-9DE3-0EE7A7287481}" dt="2024-03-06T08:03:02.504" v="91" actId="20577"/>
          <ac:spMkLst>
            <pc:docMk/>
            <pc:sldMk cId="540899312" sldId="2145706240"/>
            <ac:spMk id="6" creationId="{ABB61075-2877-B162-7D8F-97EC17B8DF39}"/>
          </ac:spMkLst>
        </pc:spChg>
        <pc:spChg chg="mod">
          <ac:chgData name="Graf Thomas, INI-NET-VNC-HCS" userId="487bc3e3-9ce7-4cdd-b7b4-8899ea88d289" providerId="ADAL" clId="{A47D5A21-D820-4251-9DE3-0EE7A7287481}" dt="2024-03-06T08:09:51.948" v="509" actId="14100"/>
          <ac:spMkLst>
            <pc:docMk/>
            <pc:sldMk cId="540899312" sldId="2145706240"/>
            <ac:spMk id="7" creationId="{E751AA3A-A181-4E76-CC75-041686EB2C20}"/>
          </ac:spMkLst>
        </pc:spChg>
        <pc:spChg chg="del">
          <ac:chgData name="Graf Thomas, INI-NET-VNC-HCS" userId="487bc3e3-9ce7-4cdd-b7b4-8899ea88d289" providerId="ADAL" clId="{A47D5A21-D820-4251-9DE3-0EE7A7287481}" dt="2024-03-06T08:02:42.666" v="67" actId="478"/>
          <ac:spMkLst>
            <pc:docMk/>
            <pc:sldMk cId="540899312" sldId="2145706240"/>
            <ac:spMk id="8" creationId="{8F5B7433-6C2C-9F79-E743-B4F7F3199C49}"/>
          </ac:spMkLst>
        </pc:spChg>
        <pc:spChg chg="del mod">
          <ac:chgData name="Graf Thomas, INI-NET-VNC-HCS" userId="487bc3e3-9ce7-4cdd-b7b4-8899ea88d289" providerId="ADAL" clId="{A47D5A21-D820-4251-9DE3-0EE7A7287481}" dt="2024-03-06T08:02:40.931" v="65" actId="478"/>
          <ac:spMkLst>
            <pc:docMk/>
            <pc:sldMk cId="540899312" sldId="2145706240"/>
            <ac:spMk id="9" creationId="{94BED9E1-5205-DBA5-3A77-348AA6C3053F}"/>
          </ac:spMkLst>
        </pc:spChg>
        <pc:spChg chg="mod ord">
          <ac:chgData name="Graf Thomas, INI-NET-VNC-HCS" userId="487bc3e3-9ce7-4cdd-b7b4-8899ea88d289" providerId="ADAL" clId="{A47D5A21-D820-4251-9DE3-0EE7A7287481}" dt="2024-03-06T12:16:50.226" v="1740"/>
          <ac:spMkLst>
            <pc:docMk/>
            <pc:sldMk cId="540899312" sldId="2145706240"/>
            <ac:spMk id="17" creationId="{8F78EE4C-6EFD-4363-A98F-3E5608669DF5}"/>
          </ac:spMkLst>
        </pc:spChg>
        <pc:spChg chg="mod">
          <ac:chgData name="Graf Thomas, INI-NET-VNC-HCS" userId="487bc3e3-9ce7-4cdd-b7b4-8899ea88d289" providerId="ADAL" clId="{A47D5A21-D820-4251-9DE3-0EE7A7287481}" dt="2024-03-06T08:08:52.629" v="495" actId="14100"/>
          <ac:spMkLst>
            <pc:docMk/>
            <pc:sldMk cId="540899312" sldId="2145706240"/>
            <ac:spMk id="19" creationId="{B0AC9776-B227-44FD-A2AC-1FDE0B6F1445}"/>
          </ac:spMkLst>
        </pc:spChg>
        <pc:spChg chg="add del mod">
          <ac:chgData name="Graf Thomas, INI-NET-VNC-HCS" userId="487bc3e3-9ce7-4cdd-b7b4-8899ea88d289" providerId="ADAL" clId="{A47D5A21-D820-4251-9DE3-0EE7A7287481}" dt="2024-03-06T08:09:15.077" v="502" actId="478"/>
          <ac:spMkLst>
            <pc:docMk/>
            <pc:sldMk cId="540899312" sldId="2145706240"/>
            <ac:spMk id="21" creationId="{9106F30F-B7CF-5436-5E34-E5CFC4951F22}"/>
          </ac:spMkLst>
        </pc:spChg>
        <pc:spChg chg="add mod">
          <ac:chgData name="Graf Thomas, INI-NET-VNC-HCS" userId="487bc3e3-9ce7-4cdd-b7b4-8899ea88d289" providerId="ADAL" clId="{A47D5A21-D820-4251-9DE3-0EE7A7287481}" dt="2024-03-06T08:11:28.703" v="537" actId="1035"/>
          <ac:spMkLst>
            <pc:docMk/>
            <pc:sldMk cId="540899312" sldId="2145706240"/>
            <ac:spMk id="24" creationId="{1F53FB5C-08C3-503A-DD3F-DC336AED5134}"/>
          </ac:spMkLst>
        </pc:spChg>
        <pc:spChg chg="add mod">
          <ac:chgData name="Graf Thomas, INI-NET-VNC-HCS" userId="487bc3e3-9ce7-4cdd-b7b4-8899ea88d289" providerId="ADAL" clId="{A47D5A21-D820-4251-9DE3-0EE7A7287481}" dt="2024-03-06T08:11:31.543" v="539" actId="1035"/>
          <ac:spMkLst>
            <pc:docMk/>
            <pc:sldMk cId="540899312" sldId="2145706240"/>
            <ac:spMk id="25" creationId="{69934E68-7859-6F55-01F2-D3CD39C036AD}"/>
          </ac:spMkLst>
        </pc:spChg>
        <pc:cxnChg chg="add del mod">
          <ac:chgData name="Graf Thomas, INI-NET-VNC-HCS" userId="487bc3e3-9ce7-4cdd-b7b4-8899ea88d289" providerId="ADAL" clId="{A47D5A21-D820-4251-9DE3-0EE7A7287481}" dt="2024-03-06T08:10:30.262" v="518" actId="478"/>
          <ac:cxnSpMkLst>
            <pc:docMk/>
            <pc:sldMk cId="540899312" sldId="2145706240"/>
            <ac:cxnSpMk id="5" creationId="{B5C93F77-8663-9285-57A3-E6858FE15544}"/>
          </ac:cxnSpMkLst>
        </pc:cxnChg>
        <pc:cxnChg chg="mod">
          <ac:chgData name="Graf Thomas, INI-NET-VNC-HCS" userId="487bc3e3-9ce7-4cdd-b7b4-8899ea88d289" providerId="ADAL" clId="{A47D5A21-D820-4251-9DE3-0EE7A7287481}" dt="2024-03-06T08:10:36.823" v="521" actId="14100"/>
          <ac:cxnSpMkLst>
            <pc:docMk/>
            <pc:sldMk cId="540899312" sldId="2145706240"/>
            <ac:cxnSpMk id="13" creationId="{ABDEEB90-F9DE-4579-466A-4391823DABF7}"/>
          </ac:cxnSpMkLst>
        </pc:cxnChg>
        <pc:cxnChg chg="del">
          <ac:chgData name="Graf Thomas, INI-NET-VNC-HCS" userId="487bc3e3-9ce7-4cdd-b7b4-8899ea88d289" providerId="ADAL" clId="{A47D5A21-D820-4251-9DE3-0EE7A7287481}" dt="2024-03-06T08:02:39.878" v="64" actId="478"/>
          <ac:cxnSpMkLst>
            <pc:docMk/>
            <pc:sldMk cId="540899312" sldId="2145706240"/>
            <ac:cxnSpMk id="14" creationId="{971CE727-7DCB-9E98-7B9C-B1ACC28EC9FF}"/>
          </ac:cxnSpMkLst>
        </pc:cxnChg>
        <pc:cxnChg chg="add del mod">
          <ac:chgData name="Graf Thomas, INI-NET-VNC-HCS" userId="487bc3e3-9ce7-4cdd-b7b4-8899ea88d289" providerId="ADAL" clId="{A47D5A21-D820-4251-9DE3-0EE7A7287481}" dt="2024-03-06T08:10:30.262" v="518" actId="478"/>
          <ac:cxnSpMkLst>
            <pc:docMk/>
            <pc:sldMk cId="540899312" sldId="2145706240"/>
            <ac:cxnSpMk id="15" creationId="{DD511543-E679-D3D2-84E3-71435C52775B}"/>
          </ac:cxnSpMkLst>
        </pc:cxnChg>
        <pc:cxnChg chg="mod">
          <ac:chgData name="Graf Thomas, INI-NET-VNC-HCS" userId="487bc3e3-9ce7-4cdd-b7b4-8899ea88d289" providerId="ADAL" clId="{A47D5A21-D820-4251-9DE3-0EE7A7287481}" dt="2024-03-06T08:08:24.973" v="488" actId="14100"/>
          <ac:cxnSpMkLst>
            <pc:docMk/>
            <pc:sldMk cId="540899312" sldId="2145706240"/>
            <ac:cxnSpMk id="22" creationId="{5EE7A184-4440-4663-A713-45C43FB41FBD}"/>
          </ac:cxnSpMkLst>
        </pc:cxnChg>
        <pc:cxnChg chg="del">
          <ac:chgData name="Graf Thomas, INI-NET-VNC-HCS" userId="487bc3e3-9ce7-4cdd-b7b4-8899ea88d289" providerId="ADAL" clId="{A47D5A21-D820-4251-9DE3-0EE7A7287481}" dt="2024-03-06T08:02:41.743" v="66" actId="478"/>
          <ac:cxnSpMkLst>
            <pc:docMk/>
            <pc:sldMk cId="540899312" sldId="2145706240"/>
            <ac:cxnSpMk id="23" creationId="{D8988D8C-34C7-42B3-BD73-F0A5B399F9DF}"/>
          </ac:cxnSpMkLst>
        </pc:cxnChg>
        <pc:cxnChg chg="add mod">
          <ac:chgData name="Graf Thomas, INI-NET-VNC-HCS" userId="487bc3e3-9ce7-4cdd-b7b4-8899ea88d289" providerId="ADAL" clId="{A47D5A21-D820-4251-9DE3-0EE7A7287481}" dt="2024-03-06T08:10:56.158" v="527" actId="14100"/>
          <ac:cxnSpMkLst>
            <pc:docMk/>
            <pc:sldMk cId="540899312" sldId="2145706240"/>
            <ac:cxnSpMk id="26" creationId="{26AA4EF1-0515-5E5A-5D45-BE133079F190}"/>
          </ac:cxnSpMkLst>
        </pc:cxnChg>
        <pc:cxnChg chg="add mod">
          <ac:chgData name="Graf Thomas, INI-NET-VNC-HCS" userId="487bc3e3-9ce7-4cdd-b7b4-8899ea88d289" providerId="ADAL" clId="{A47D5A21-D820-4251-9DE3-0EE7A7287481}" dt="2024-03-06T08:10:43.570" v="523" actId="14100"/>
          <ac:cxnSpMkLst>
            <pc:docMk/>
            <pc:sldMk cId="540899312" sldId="2145706240"/>
            <ac:cxnSpMk id="27" creationId="{D1F71D91-0AD5-1DD4-6BC3-A469C348859D}"/>
          </ac:cxnSpMkLst>
        </pc:cxnChg>
      </pc:sldChg>
      <pc:sldChg chg="addSp delSp modSp add mod">
        <pc:chgData name="Graf Thomas, INI-NET-VNC-HCS" userId="487bc3e3-9ce7-4cdd-b7b4-8899ea88d289" providerId="ADAL" clId="{A47D5A21-D820-4251-9DE3-0EE7A7287481}" dt="2024-03-06T08:34:11.165" v="1002"/>
        <pc:sldMkLst>
          <pc:docMk/>
          <pc:sldMk cId="1152209015" sldId="2145706241"/>
        </pc:sldMkLst>
        <pc:spChg chg="del">
          <ac:chgData name="Graf Thomas, INI-NET-VNC-HCS" userId="487bc3e3-9ce7-4cdd-b7b4-8899ea88d289" providerId="ADAL" clId="{A47D5A21-D820-4251-9DE3-0EE7A7287481}" dt="2024-03-06T08:23:08.868" v="615" actId="478"/>
          <ac:spMkLst>
            <pc:docMk/>
            <pc:sldMk cId="1152209015" sldId="2145706241"/>
            <ac:spMk id="5" creationId="{0194B37B-813A-99FE-7B78-4D87D8C30D44}"/>
          </ac:spMkLst>
        </pc:spChg>
        <pc:spChg chg="del">
          <ac:chgData name="Graf Thomas, INI-NET-VNC-HCS" userId="487bc3e3-9ce7-4cdd-b7b4-8899ea88d289" providerId="ADAL" clId="{A47D5A21-D820-4251-9DE3-0EE7A7287481}" dt="2024-03-06T08:23:49.733" v="620" actId="478"/>
          <ac:spMkLst>
            <pc:docMk/>
            <pc:sldMk cId="1152209015" sldId="2145706241"/>
            <ac:spMk id="7" creationId="{33891599-1C33-654D-733C-99580AE756F1}"/>
          </ac:spMkLst>
        </pc:spChg>
        <pc:spChg chg="add del mod">
          <ac:chgData name="Graf Thomas, INI-NET-VNC-HCS" userId="487bc3e3-9ce7-4cdd-b7b4-8899ea88d289" providerId="ADAL" clId="{A47D5A21-D820-4251-9DE3-0EE7A7287481}" dt="2024-03-06T08:28:25.770" v="662" actId="478"/>
          <ac:spMkLst>
            <pc:docMk/>
            <pc:sldMk cId="1152209015" sldId="2145706241"/>
            <ac:spMk id="12" creationId="{72E3852A-9643-A0F7-EA42-826E30A20956}"/>
          </ac:spMkLst>
        </pc:spChg>
        <pc:spChg chg="add mod">
          <ac:chgData name="Graf Thomas, INI-NET-VNC-HCS" userId="487bc3e3-9ce7-4cdd-b7b4-8899ea88d289" providerId="ADAL" clId="{A47D5A21-D820-4251-9DE3-0EE7A7287481}" dt="2024-03-06T08:33:13.434" v="1000" actId="14100"/>
          <ac:spMkLst>
            <pc:docMk/>
            <pc:sldMk cId="1152209015" sldId="2145706241"/>
            <ac:spMk id="13" creationId="{493592BC-0380-9705-ADC3-87ACEDBEFCB8}"/>
          </ac:spMkLst>
        </pc:spChg>
        <pc:spChg chg="del mod">
          <ac:chgData name="Graf Thomas, INI-NET-VNC-HCS" userId="487bc3e3-9ce7-4cdd-b7b4-8899ea88d289" providerId="ADAL" clId="{A47D5A21-D820-4251-9DE3-0EE7A7287481}" dt="2024-03-06T08:28:25.770" v="662" actId="478"/>
          <ac:spMkLst>
            <pc:docMk/>
            <pc:sldMk cId="1152209015" sldId="2145706241"/>
            <ac:spMk id="18" creationId="{B283EDB4-CFDF-D6B9-8AF9-9CFA563360E3}"/>
          </ac:spMkLst>
        </pc:spChg>
        <pc:spChg chg="mod ord">
          <ac:chgData name="Graf Thomas, INI-NET-VNC-HCS" userId="487bc3e3-9ce7-4cdd-b7b4-8899ea88d289" providerId="ADAL" clId="{A47D5A21-D820-4251-9DE3-0EE7A7287481}" dt="2024-03-06T08:34:11.165" v="1002"/>
          <ac:spMkLst>
            <pc:docMk/>
            <pc:sldMk cId="1152209015" sldId="2145706241"/>
            <ac:spMk id="19" creationId="{56D79134-17A9-8BC8-B7D0-97BCFFB9A6B2}"/>
          </ac:spMkLst>
        </pc:spChg>
        <pc:picChg chg="del">
          <ac:chgData name="Graf Thomas, INI-NET-VNC-HCS" userId="487bc3e3-9ce7-4cdd-b7b4-8899ea88d289" providerId="ADAL" clId="{A47D5A21-D820-4251-9DE3-0EE7A7287481}" dt="2024-03-06T08:23:10.579" v="616" actId="478"/>
          <ac:picMkLst>
            <pc:docMk/>
            <pc:sldMk cId="1152209015" sldId="2145706241"/>
            <ac:picMk id="3" creationId="{80EF3365-92B8-4BFF-5B4A-D90DDCF803B4}"/>
          </ac:picMkLst>
        </pc:picChg>
        <pc:picChg chg="add del mod">
          <ac:chgData name="Graf Thomas, INI-NET-VNC-HCS" userId="487bc3e3-9ce7-4cdd-b7b4-8899ea88d289" providerId="ADAL" clId="{A47D5A21-D820-4251-9DE3-0EE7A7287481}" dt="2024-03-06T08:24:19.907" v="622" actId="478"/>
          <ac:picMkLst>
            <pc:docMk/>
            <pc:sldMk cId="1152209015" sldId="2145706241"/>
            <ac:picMk id="4" creationId="{4A504816-27EF-6849-221E-44744933C16F}"/>
          </ac:picMkLst>
        </pc:picChg>
        <pc:picChg chg="add mod">
          <ac:chgData name="Graf Thomas, INI-NET-VNC-HCS" userId="487bc3e3-9ce7-4cdd-b7b4-8899ea88d289" providerId="ADAL" clId="{A47D5A21-D820-4251-9DE3-0EE7A7287481}" dt="2024-03-06T08:26:50.956" v="659" actId="1076"/>
          <ac:picMkLst>
            <pc:docMk/>
            <pc:sldMk cId="1152209015" sldId="2145706241"/>
            <ac:picMk id="9" creationId="{E42F4B34-76CD-F72D-9B81-89CB1330329D}"/>
          </ac:picMkLst>
        </pc:picChg>
        <pc:picChg chg="add del">
          <ac:chgData name="Graf Thomas, INI-NET-VNC-HCS" userId="487bc3e3-9ce7-4cdd-b7b4-8899ea88d289" providerId="ADAL" clId="{A47D5A21-D820-4251-9DE3-0EE7A7287481}" dt="2024-03-06T08:24:52.187" v="627" actId="478"/>
          <ac:picMkLst>
            <pc:docMk/>
            <pc:sldMk cId="1152209015" sldId="2145706241"/>
            <ac:picMk id="11" creationId="{CB909C06-14D6-EA59-6069-BB7A3F4E1F7F}"/>
          </ac:picMkLst>
        </pc:picChg>
      </pc:sldChg>
      <pc:sldChg chg="modSp add mod">
        <pc:chgData name="Graf Thomas, INI-NET-VNC-HCS" userId="487bc3e3-9ce7-4cdd-b7b4-8899ea88d289" providerId="ADAL" clId="{A47D5A21-D820-4251-9DE3-0EE7A7287481}" dt="2024-03-06T08:41:03.419" v="1449"/>
        <pc:sldMkLst>
          <pc:docMk/>
          <pc:sldMk cId="2617504443" sldId="2145706242"/>
        </pc:sldMkLst>
        <pc:spChg chg="mod">
          <ac:chgData name="Graf Thomas, INI-NET-VNC-HCS" userId="487bc3e3-9ce7-4cdd-b7b4-8899ea88d289" providerId="ADAL" clId="{A47D5A21-D820-4251-9DE3-0EE7A7287481}" dt="2024-03-06T08:35:16.352" v="1004"/>
          <ac:spMkLst>
            <pc:docMk/>
            <pc:sldMk cId="2617504443" sldId="2145706242"/>
            <ac:spMk id="2" creationId="{FF20F271-6F0D-4AC0-BB1D-F5C338165C13}"/>
          </ac:spMkLst>
        </pc:spChg>
        <pc:spChg chg="mod">
          <ac:chgData name="Graf Thomas, INI-NET-VNC-HCS" userId="487bc3e3-9ce7-4cdd-b7b4-8899ea88d289" providerId="ADAL" clId="{A47D5A21-D820-4251-9DE3-0EE7A7287481}" dt="2024-03-06T08:41:03.419" v="1449"/>
          <ac:spMkLst>
            <pc:docMk/>
            <pc:sldMk cId="2617504443" sldId="2145706242"/>
            <ac:spMk id="3" creationId="{29C0DFD4-432D-4B0C-93DF-790441DCF5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04.11.25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60AE0FFF-3D64-AE4C-B21E-8164A14ED676}" type="datetime1">
              <a:rPr lang="en-US" smtClean="0"/>
              <a:t>11/4/25</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BEDB2DFF-1DD4-0B47-83CE-B302059571AE}" type="datetime1">
              <a:rPr lang="en-US" smtClean="0"/>
              <a:t>11/4/25</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F4018A41-07E7-2046-8C75-182C42941864}" type="datetime1">
              <a:rPr lang="en-US" smtClean="0"/>
              <a:t>11/4/25</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65401093-94A1-2B42-8616-46ED1CD9B3F1}" type="datetime1">
              <a:rPr lang="en-US" smtClean="0"/>
              <a:t>11/4/25</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C0A8B73F-753B-2546-A37E-DCDE4E92DC19}" type="datetime1">
              <a:rPr lang="en-US" smtClean="0"/>
              <a:t>11/4/25</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B809C66E-AEC8-C14B-A773-D61AA392B46C}" type="datetime1">
              <a:rPr lang="en-US" smtClean="0"/>
              <a:t>11/4/25</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15FF3686-E283-7E46-BE67-D9085BAE03C1}" type="datetime1">
              <a:rPr lang="en-US" smtClean="0"/>
              <a:t>11/4/25</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BA642F2-9B96-C84D-B0BE-743BC9EDDE8F}" type="datetime1">
              <a:rPr lang="en-US" smtClean="0"/>
              <a:t>11/4/25</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F3DB93E5-7C4A-3E47-9794-DC50B46CE2E0}" type="datetime1">
              <a:rPr lang="en-US" smtClean="0"/>
              <a:t>11/4/25</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7646E496-7A7F-AB44-BE3A-2E5AF6A316DE}" type="datetime1">
              <a:rPr lang="en-US" smtClean="0"/>
              <a:t>11/4/25</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83E378CF-EEE1-8547-A8B5-123A82612740}" type="datetime1">
              <a:rPr lang="en-US" smtClean="0"/>
              <a:t>11/4/25</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62BDD9-8F0A-C04D-9FCE-7BA02685E4FE}" type="datetime1">
              <a:rPr lang="en-US" smtClean="0"/>
              <a:t>11/4/25</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omas.graf@swisscom.com" TargetMode="External"/><Relationship Id="rId2" Type="http://schemas.openxmlformats.org/officeDocument/2006/relationships/hyperlink" Target="mailto:ahmed.elhassany@swisscom.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ESNET/libya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CESNET/libyang" TargetMode="External"/><Relationship Id="rId2" Type="http://schemas.openxmlformats.org/officeDocument/2006/relationships/hyperlink" Target="https://datatracker.ietf.org/doc/html/rfc795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datatracker.ietf.org/doc/html/rfc8641" TargetMode="External"/><Relationship Id="rId3" Type="http://schemas.openxmlformats.org/officeDocument/2006/relationships/hyperlink" Target="https://datatracker.ietf.org/doc/html/rfc9144" TargetMode="External"/><Relationship Id="rId7" Type="http://schemas.openxmlformats.org/officeDocument/2006/relationships/hyperlink" Target="https://datatracker.ietf.org/doc/html/rfc8072" TargetMode="External"/><Relationship Id="rId2" Type="http://schemas.openxmlformats.org/officeDocument/2006/relationships/hyperlink" Target="https://datatracker.ietf.org/doc/html/rfc8342" TargetMode="External"/><Relationship Id="rId1" Type="http://schemas.openxmlformats.org/officeDocument/2006/relationships/slideLayout" Target="../slideLayouts/slideLayout2.xml"/><Relationship Id="rId6" Type="http://schemas.openxmlformats.org/officeDocument/2006/relationships/hyperlink" Target="https://datatracker.ietf.org/doc/html/rfc9195" TargetMode="External"/><Relationship Id="rId5" Type="http://schemas.openxmlformats.org/officeDocument/2006/relationships/hyperlink" Target="https://datatracker.ietf.org/doc/html/rfc8639" TargetMode="External"/><Relationship Id="rId10" Type="http://schemas.openxmlformats.org/officeDocument/2006/relationships/hyperlink" Target="https://datatracker.ietf.org/doc/html/rfc8791" TargetMode="External"/><Relationship Id="rId4" Type="http://schemas.openxmlformats.org/officeDocument/2006/relationships/hyperlink" Target="https://datatracker.ietf.org/doc/html/rfc8040" TargetMode="External"/><Relationship Id="rId9" Type="http://schemas.openxmlformats.org/officeDocument/2006/relationships/hyperlink" Target="https://datatracker.ietf.org/doc/html/rfc853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Validate </a:t>
            </a:r>
            <a:r>
              <a:rPr lang="en-US" sz="3400" b="1" dirty="0" err="1"/>
              <a:t>anydata</a:t>
            </a:r>
            <a:r>
              <a:rPr lang="en-US" sz="3400" b="1" dirty="0"/>
              <a:t> with YANG Library context</a:t>
            </a:r>
            <a:endParaRPr lang="en-US" sz="2800" dirty="0"/>
          </a:p>
          <a:p>
            <a:endParaRPr lang="en-US" sz="2200" b="1" dirty="0"/>
          </a:p>
          <a:p>
            <a:r>
              <a:rPr lang="en-US" sz="2800" dirty="0">
                <a:solidFill>
                  <a:schemeClr val="bg2">
                    <a:lumMod val="75000"/>
                  </a:schemeClr>
                </a:solidFill>
              </a:rPr>
              <a:t>draft-</a:t>
            </a:r>
            <a:r>
              <a:rPr lang="en-US" sz="2800" dirty="0" err="1">
                <a:solidFill>
                  <a:schemeClr val="bg2">
                    <a:lumMod val="75000"/>
                  </a:schemeClr>
                </a:solidFill>
              </a:rPr>
              <a:t>netana</a:t>
            </a:r>
            <a:r>
              <a:rPr lang="en-US" sz="2800" dirty="0">
                <a:solidFill>
                  <a:schemeClr val="bg2">
                    <a:lumMod val="75000"/>
                  </a:schemeClr>
                </a:solidFill>
              </a:rPr>
              <a:t>-</a:t>
            </a:r>
            <a:r>
              <a:rPr lang="en-US" sz="2800" dirty="0" err="1">
                <a:solidFill>
                  <a:schemeClr val="bg2">
                    <a:lumMod val="75000"/>
                  </a:schemeClr>
                </a:solidFill>
              </a:rPr>
              <a:t>nmop</a:t>
            </a:r>
            <a:r>
              <a:rPr lang="en-US" sz="2800" dirty="0">
                <a:solidFill>
                  <a:schemeClr val="bg2">
                    <a:lumMod val="75000"/>
                  </a:schemeClr>
                </a:solidFill>
              </a:rPr>
              <a:t>-yang-</a:t>
            </a:r>
            <a:r>
              <a:rPr lang="en-US" sz="2800" dirty="0" err="1">
                <a:solidFill>
                  <a:schemeClr val="bg2">
                    <a:lumMod val="75000"/>
                  </a:schemeClr>
                </a:solidFill>
              </a:rPr>
              <a:t>anydata</a:t>
            </a:r>
            <a:r>
              <a:rPr lang="en-US" sz="2800" dirty="0">
                <a:solidFill>
                  <a:schemeClr val="bg2">
                    <a:lumMod val="75000"/>
                  </a:schemeClr>
                </a:solidFill>
              </a:rPr>
              <a:t>-validation</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1</a:t>
            </a:fld>
            <a:endParaRPr lang="de-CH"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145579"/>
            <a:ext cx="11163943" cy="121605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4000" dirty="0">
                <a:latin typeface="+mj-lt"/>
                <a:hlinkClick r:id="rId2"/>
              </a:rPr>
              <a:t>ahmed.elhassany@swisscom.com</a:t>
            </a:r>
            <a:endParaRPr lang="de-CH" sz="4000" dirty="0">
              <a:latin typeface="+mj-lt"/>
            </a:endParaRPr>
          </a:p>
          <a:p>
            <a:pPr marL="0" indent="0" algn="r">
              <a:spcBef>
                <a:spcPts val="300"/>
              </a:spcBef>
              <a:buNone/>
              <a:defRPr sz="1782"/>
            </a:pPr>
            <a:r>
              <a:rPr lang="de-CH" sz="4000" dirty="0">
                <a:latin typeface="+mj-lt"/>
                <a:hlinkClick r:id="rId3"/>
              </a:rPr>
              <a:t>thomas.graf@swisscom.com</a:t>
            </a:r>
            <a:endParaRPr lang="de-CH" sz="4000" dirty="0">
              <a:latin typeface="+mj-lt"/>
            </a:endParaRPr>
          </a:p>
          <a:p>
            <a:pPr marL="0" indent="0" algn="r">
              <a:spcBef>
                <a:spcPts val="300"/>
              </a:spcBef>
              <a:buNone/>
            </a:pPr>
            <a:endParaRPr lang="de-CH" sz="3800" dirty="0">
              <a:latin typeface="+mj-lt"/>
            </a:endParaRPr>
          </a:p>
          <a:p>
            <a:pPr marL="0" indent="0" algn="r">
              <a:spcBef>
                <a:spcPts val="300"/>
              </a:spcBef>
              <a:buNone/>
            </a:pPr>
            <a:r>
              <a:rPr lang="de-CH" sz="3800" dirty="0">
                <a:latin typeface="+mj-lt"/>
              </a:rPr>
              <a:t>07. </a:t>
            </a:r>
            <a:r>
              <a:rPr lang="de-CH" sz="3800" dirty="0">
                <a:latin typeface="+mj-lt"/>
                <a:ea typeface="+mj-ea"/>
                <a:cs typeface="+mj-cs"/>
              </a:rPr>
              <a:t>Nov. 2025</a:t>
            </a:r>
            <a:endParaRPr lang="de-CH" sz="3800" dirty="0">
              <a:latin typeface="+mj-lt"/>
            </a:endParaRPr>
          </a:p>
          <a:p>
            <a:pPr algn="r"/>
            <a:endParaRPr lang="de-CH"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2457-A747-2175-1ED7-932213C7D065}"/>
              </a:ext>
            </a:extLst>
          </p:cNvPr>
          <p:cNvSpPr>
            <a:spLocks noGrp="1"/>
          </p:cNvSpPr>
          <p:nvPr>
            <p:ph type="title"/>
          </p:nvPr>
        </p:nvSpPr>
        <p:spPr/>
        <p:txBody>
          <a:bodyPr/>
          <a:lstStyle/>
          <a:p>
            <a:r>
              <a:rPr lang="en-US" b="1" dirty="0"/>
              <a:t>Problem statement</a:t>
            </a:r>
          </a:p>
        </p:txBody>
      </p:sp>
      <p:sp>
        <p:nvSpPr>
          <p:cNvPr id="3" name="Content Placeholder 2">
            <a:extLst>
              <a:ext uri="{FF2B5EF4-FFF2-40B4-BE49-F238E27FC236}">
                <a16:creationId xmlns:a16="http://schemas.microsoft.com/office/drawing/2014/main" id="{046400A0-9B11-68F1-E192-C39E9EF1889A}"/>
              </a:ext>
            </a:extLst>
          </p:cNvPr>
          <p:cNvSpPr>
            <a:spLocks noGrp="1"/>
          </p:cNvSpPr>
          <p:nvPr>
            <p:ph idx="1"/>
          </p:nvPr>
        </p:nvSpPr>
        <p:spPr>
          <a:xfrm>
            <a:off x="838200" y="1825625"/>
            <a:ext cx="5039226" cy="3636712"/>
          </a:xfrm>
        </p:spPr>
        <p:txBody>
          <a:bodyPr>
            <a:normAutofit/>
          </a:bodyPr>
          <a:lstStyle/>
          <a:p>
            <a:r>
              <a:rPr lang="en-US" sz="2200" dirty="0"/>
              <a:t>Users cannot validate the YANG data semantics if data is located under </a:t>
            </a:r>
            <a:r>
              <a:rPr lang="en-US" sz="2200" i="1" dirty="0" err="1"/>
              <a:t>anydata</a:t>
            </a:r>
            <a:r>
              <a:rPr lang="en-US" sz="2200" dirty="0"/>
              <a:t> subtree.</a:t>
            </a:r>
          </a:p>
          <a:p>
            <a:r>
              <a:rPr lang="en-US" sz="2200" dirty="0"/>
              <a:t>For example, if a router is sending negative values for counter types.</a:t>
            </a:r>
          </a:p>
        </p:txBody>
      </p:sp>
      <p:sp>
        <p:nvSpPr>
          <p:cNvPr id="4" name="TextBox 3">
            <a:extLst>
              <a:ext uri="{FF2B5EF4-FFF2-40B4-BE49-F238E27FC236}">
                <a16:creationId xmlns:a16="http://schemas.microsoft.com/office/drawing/2014/main" id="{6DBC2F7C-C714-0A8E-29FC-6591664417A7}"/>
              </a:ext>
            </a:extLst>
          </p:cNvPr>
          <p:cNvSpPr txBox="1"/>
          <p:nvPr/>
        </p:nvSpPr>
        <p:spPr>
          <a:xfrm>
            <a:off x="6532880" y="2641600"/>
            <a:ext cx="5181600" cy="3293209"/>
          </a:xfrm>
          <a:prstGeom prst="rect">
            <a:avLst/>
          </a:prstGeom>
          <a:noFill/>
        </p:spPr>
        <p:txBody>
          <a:bodyPr wrap="square" rtlCol="0">
            <a:spAutoFit/>
          </a:bodyPr>
          <a:lstStyle/>
          <a:p>
            <a:r>
              <a:rPr lang="en-US" sz="1600" dirty="0">
                <a:solidFill>
                  <a:srgbClr val="0451A5"/>
                </a:solidFill>
                <a:latin typeface="Menlo" panose="020B0609030804020204" pitchFamily="49" charset="0"/>
              </a:rPr>
              <a:t>{</a:t>
            </a:r>
          </a:p>
          <a:p>
            <a:r>
              <a:rPr lang="en-US" sz="1600" dirty="0">
                <a:solidFill>
                  <a:srgbClr val="0451A5"/>
                </a:solidFill>
                <a:latin typeface="Menlo" panose="020B0609030804020204" pitchFamily="49" charset="0"/>
              </a:rPr>
              <a:t>  "</a:t>
            </a:r>
            <a:r>
              <a:rPr lang="en-US" sz="1600" dirty="0" err="1">
                <a:solidFill>
                  <a:srgbClr val="0451A5"/>
                </a:solidFill>
                <a:latin typeface="Menlo" panose="020B0609030804020204" pitchFamily="49" charset="0"/>
              </a:rPr>
              <a:t>ietf-yang-push:push-update</a:t>
            </a:r>
            <a:r>
              <a:rPr lang="en-US" sz="1600" dirty="0">
                <a:solidFill>
                  <a:srgbClr val="0451A5"/>
                </a:solidFill>
                <a:latin typeface="Menlo" panose="020B0609030804020204" pitchFamily="49" charset="0"/>
              </a:rPr>
              <a:t>": {</a:t>
            </a:r>
          </a:p>
          <a:p>
            <a:r>
              <a:rPr lang="en-US" sz="1600" b="0" dirty="0">
                <a:solidFill>
                  <a:srgbClr val="0451A5"/>
                </a:solidFill>
                <a:effectLst/>
                <a:latin typeface="Menlo" panose="020B0609030804020204" pitchFamily="49" charset="0"/>
              </a:rPr>
              <a:t>   "id"</a:t>
            </a:r>
            <a:r>
              <a:rPr lang="en-US" sz="1600" b="0" dirty="0">
                <a:solidFill>
                  <a:srgbClr val="000000"/>
                </a:solidFill>
                <a:effectLst/>
                <a:latin typeface="Menlo" panose="020B0609030804020204" pitchFamily="49" charset="0"/>
              </a:rPr>
              <a:t>: </a:t>
            </a:r>
            <a:r>
              <a:rPr lang="en-US" sz="1600" b="0" dirty="0">
                <a:solidFill>
                  <a:srgbClr val="098658"/>
                </a:solidFill>
                <a:effectLst/>
                <a:latin typeface="Menlo" panose="020B0609030804020204" pitchFamily="49" charset="0"/>
              </a:rPr>
              <a:t>89</a:t>
            </a:r>
            <a:r>
              <a:rPr lang="en-US" sz="1600" dirty="0">
                <a:solidFill>
                  <a:srgbClr val="0451A5"/>
                </a:solidFill>
                <a:latin typeface="Menlo" panose="020B0609030804020204" pitchFamily="49" charset="0"/>
              </a:rPr>
              <a:t>,</a:t>
            </a:r>
            <a:endParaRPr lang="en-US" sz="1600" b="0" dirty="0">
              <a:solidFill>
                <a:srgbClr val="000000"/>
              </a:solidFill>
              <a:effectLst/>
              <a:latin typeface="Menlo" panose="020B0609030804020204" pitchFamily="49" charset="0"/>
            </a:endParaRPr>
          </a:p>
          <a:p>
            <a:r>
              <a:rPr lang="en-US" sz="1600" dirty="0">
                <a:solidFill>
                  <a:srgbClr val="0451A5"/>
                </a:solidFill>
                <a:latin typeface="Menlo" panose="020B0609030804020204" pitchFamily="49" charset="0"/>
              </a:rPr>
              <a:t>   "datastore-contents": {</a:t>
            </a:r>
          </a:p>
          <a:p>
            <a:r>
              <a:rPr lang="en-US" sz="1600" dirty="0">
                <a:solidFill>
                  <a:srgbClr val="0451A5"/>
                </a:solidFill>
                <a:latin typeface="Menlo" panose="020B0609030804020204" pitchFamily="49" charset="0"/>
              </a:rPr>
              <a:t>    "</a:t>
            </a:r>
            <a:r>
              <a:rPr lang="en-US" sz="1600" dirty="0" err="1">
                <a:solidFill>
                  <a:srgbClr val="0451A5"/>
                </a:solidFill>
                <a:latin typeface="Menlo" panose="020B0609030804020204" pitchFamily="49" charset="0"/>
              </a:rPr>
              <a:t>ietf-interfaces:interfaces</a:t>
            </a:r>
            <a:r>
              <a:rPr lang="en-US" sz="1600" dirty="0">
                <a:solidFill>
                  <a:srgbClr val="0451A5"/>
                </a:solidFill>
                <a:latin typeface="Menlo" panose="020B0609030804020204" pitchFamily="49" charset="0"/>
              </a:rPr>
              <a:t>": {</a:t>
            </a:r>
          </a:p>
          <a:p>
            <a:r>
              <a:rPr lang="en-US" sz="1600" dirty="0">
                <a:solidFill>
                  <a:srgbClr val="0451A5"/>
                </a:solidFill>
                <a:latin typeface="Menlo" panose="020B0609030804020204" pitchFamily="49" charset="0"/>
              </a:rPr>
              <a:t>    "interface": [</a:t>
            </a:r>
          </a:p>
          <a:p>
            <a:r>
              <a:rPr lang="en-US" sz="1600" dirty="0">
                <a:solidFill>
                  <a:srgbClr val="0451A5"/>
                </a:solidFill>
                <a:latin typeface="Menlo" panose="020B0609030804020204" pitchFamily="49" charset="0"/>
              </a:rPr>
              <a:t>      {</a:t>
            </a:r>
          </a:p>
          <a:p>
            <a:r>
              <a:rPr lang="en-US" sz="1600" b="0" dirty="0">
                <a:solidFill>
                  <a:srgbClr val="0451A5"/>
                </a:solidFill>
                <a:effectLst/>
                <a:latin typeface="Menlo" panose="020B0609030804020204" pitchFamily="49" charset="0"/>
              </a:rPr>
              <a:t>        "name"</a:t>
            </a:r>
            <a:r>
              <a:rPr lang="en-US" sz="1600" b="0" dirty="0">
                <a:solidFill>
                  <a:srgbClr val="000000"/>
                </a:solidFill>
                <a:effectLst/>
                <a:latin typeface="Menlo" panose="020B0609030804020204" pitchFamily="49" charset="0"/>
              </a:rPr>
              <a:t>: </a:t>
            </a:r>
            <a:r>
              <a:rPr lang="en-US" sz="1600" dirty="0">
                <a:solidFill>
                  <a:srgbClr val="0451A5"/>
                </a:solidFill>
                <a:latin typeface="Menlo" panose="020B0609030804020204" pitchFamily="49" charset="0"/>
              </a:rPr>
              <a:t>"</a:t>
            </a:r>
            <a:r>
              <a:rPr lang="en-US" sz="1600" b="0" dirty="0">
                <a:solidFill>
                  <a:srgbClr val="A31515"/>
                </a:solidFill>
                <a:effectLst/>
                <a:latin typeface="Menlo" panose="020B0609030804020204" pitchFamily="49" charset="0"/>
              </a:rPr>
              <a:t>eth0</a:t>
            </a:r>
            <a:r>
              <a:rPr lang="en-US" sz="1600" dirty="0">
                <a:solidFill>
                  <a:srgbClr val="0451A5"/>
                </a:solidFill>
                <a:latin typeface="Menlo" panose="020B0609030804020204" pitchFamily="49" charset="0"/>
              </a:rPr>
              <a:t>",</a:t>
            </a:r>
          </a:p>
          <a:p>
            <a:r>
              <a:rPr lang="en-US" sz="1600" b="0" dirty="0">
                <a:solidFill>
                  <a:srgbClr val="0451A5"/>
                </a:solidFill>
                <a:effectLst/>
                <a:latin typeface="Menlo" panose="020B0609030804020204" pitchFamily="49" charset="0"/>
              </a:rPr>
              <a:t>	</a:t>
            </a:r>
            <a:r>
              <a:rPr lang="en-US" sz="1600" b="0" dirty="0">
                <a:solidFill>
                  <a:schemeClr val="accent2"/>
                </a:solidFill>
                <a:effectLst/>
                <a:latin typeface="Menlo" panose="020B0609030804020204" pitchFamily="49" charset="0"/>
              </a:rPr>
              <a:t> </a:t>
            </a:r>
            <a:r>
              <a:rPr lang="en-US" sz="1600" dirty="0">
                <a:solidFill>
                  <a:srgbClr val="0451A5"/>
                </a:solidFill>
                <a:latin typeface="Menlo" panose="020B0609030804020204" pitchFamily="49" charset="0"/>
              </a:rPr>
              <a:t>"statistics": </a:t>
            </a:r>
            <a:r>
              <a:rPr lang="en-US" sz="1600" b="0" dirty="0">
                <a:effectLst/>
                <a:highlight>
                  <a:srgbClr val="FF0000"/>
                </a:highlight>
                <a:latin typeface="Menlo" panose="020B0609030804020204" pitchFamily="49" charset="0"/>
              </a:rPr>
              <a:t>{</a:t>
            </a:r>
            <a:r>
              <a:rPr lang="en-US" sz="1600" dirty="0">
                <a:highlight>
                  <a:srgbClr val="FF0000"/>
                </a:highlight>
                <a:latin typeface="Menlo" panose="020B0609030804020204" pitchFamily="49" charset="0"/>
              </a:rPr>
              <a:t>"in-octets": -10}</a:t>
            </a:r>
            <a:endParaRPr lang="en-US" sz="1600" b="0" dirty="0">
              <a:effectLst/>
              <a:highlight>
                <a:srgbClr val="FF0000"/>
              </a:highlight>
              <a:latin typeface="Menlo" panose="020B0609030804020204" pitchFamily="49" charset="0"/>
            </a:endParaRPr>
          </a:p>
          <a:p>
            <a:r>
              <a:rPr lang="en-US" sz="1600" dirty="0">
                <a:solidFill>
                  <a:srgbClr val="0451A5"/>
                </a:solidFill>
                <a:latin typeface="Menlo" panose="020B0609030804020204" pitchFamily="49" charset="0"/>
              </a:rPr>
              <a:t>      }]</a:t>
            </a:r>
          </a:p>
          <a:p>
            <a:r>
              <a:rPr lang="en-US" sz="1600" dirty="0">
                <a:solidFill>
                  <a:srgbClr val="0451A5"/>
                </a:solidFill>
                <a:latin typeface="Menlo" panose="020B0609030804020204" pitchFamily="49" charset="0"/>
              </a:rPr>
              <a:t>    }}</a:t>
            </a:r>
          </a:p>
          <a:p>
            <a:r>
              <a:rPr lang="en-US" sz="1600" dirty="0">
                <a:solidFill>
                  <a:srgbClr val="0451A5"/>
                </a:solidFill>
                <a:latin typeface="Menlo" panose="020B0609030804020204" pitchFamily="49" charset="0"/>
              </a:rPr>
              <a:t>  }</a:t>
            </a:r>
          </a:p>
          <a:p>
            <a:r>
              <a:rPr lang="en-US" sz="1600" dirty="0">
                <a:solidFill>
                  <a:srgbClr val="0451A5"/>
                </a:solidFill>
                <a:latin typeface="Menlo" panose="020B0609030804020204" pitchFamily="49" charset="0"/>
              </a:rPr>
              <a:t>}</a:t>
            </a:r>
          </a:p>
        </p:txBody>
      </p:sp>
      <p:sp>
        <p:nvSpPr>
          <p:cNvPr id="5" name="Slide Number Placeholder 4">
            <a:extLst>
              <a:ext uri="{FF2B5EF4-FFF2-40B4-BE49-F238E27FC236}">
                <a16:creationId xmlns:a16="http://schemas.microsoft.com/office/drawing/2014/main" id="{FA9CC4DF-C318-6BBB-BA53-10A5D9176442}"/>
              </a:ext>
            </a:extLst>
          </p:cNvPr>
          <p:cNvSpPr>
            <a:spLocks noGrp="1"/>
          </p:cNvSpPr>
          <p:nvPr>
            <p:ph type="sldNum" sz="quarter" idx="12"/>
          </p:nvPr>
        </p:nvSpPr>
        <p:spPr/>
        <p:txBody>
          <a:bodyPr/>
          <a:lstStyle/>
          <a:p>
            <a:fld id="{FC4AC485-25DE-431E-B345-9C0A15BB7F8A}" type="slidenum">
              <a:rPr lang="de-CH" smtClean="0"/>
              <a:t>2</a:t>
            </a:fld>
            <a:endParaRPr lang="de-CH"/>
          </a:p>
        </p:txBody>
      </p:sp>
      <p:sp>
        <p:nvSpPr>
          <p:cNvPr id="7" name="TextBox 6">
            <a:extLst>
              <a:ext uri="{FF2B5EF4-FFF2-40B4-BE49-F238E27FC236}">
                <a16:creationId xmlns:a16="http://schemas.microsoft.com/office/drawing/2014/main" id="{148D788D-D13B-CEF7-CA21-E435E02F9637}"/>
              </a:ext>
            </a:extLst>
          </p:cNvPr>
          <p:cNvSpPr txBox="1"/>
          <p:nvPr/>
        </p:nvSpPr>
        <p:spPr>
          <a:xfrm>
            <a:off x="6783233" y="5950081"/>
            <a:ext cx="5046061" cy="369332"/>
          </a:xfrm>
          <a:prstGeom prst="rect">
            <a:avLst/>
          </a:prstGeom>
          <a:noFill/>
        </p:spPr>
        <p:txBody>
          <a:bodyPr wrap="none" rtlCol="0">
            <a:spAutoFit/>
          </a:bodyPr>
          <a:lstStyle/>
          <a:p>
            <a:r>
              <a:rPr lang="en-US" dirty="0"/>
              <a:t>Router is sending negative value for yang:counter64</a:t>
            </a:r>
          </a:p>
        </p:txBody>
      </p:sp>
    </p:spTree>
    <p:extLst>
      <p:ext uri="{BB962C8B-B14F-4D97-AF65-F5344CB8AC3E}">
        <p14:creationId xmlns:p14="http://schemas.microsoft.com/office/powerpoint/2010/main" val="2940965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9737-6AB4-C20A-5303-4A1954E112AE}"/>
              </a:ext>
            </a:extLst>
          </p:cNvPr>
          <p:cNvSpPr>
            <a:spLocks noGrp="1"/>
          </p:cNvSpPr>
          <p:nvPr>
            <p:ph type="title"/>
          </p:nvPr>
        </p:nvSpPr>
        <p:spPr/>
        <p:txBody>
          <a:bodyPr/>
          <a:lstStyle/>
          <a:p>
            <a:r>
              <a:rPr lang="en-US" b="1" dirty="0"/>
              <a:t>Survey of existing use of “</a:t>
            </a:r>
            <a:r>
              <a:rPr lang="en-US" b="1" i="1" dirty="0" err="1"/>
              <a:t>anydata</a:t>
            </a:r>
            <a:r>
              <a:rPr lang="en-US" b="1" dirty="0"/>
              <a:t>”</a:t>
            </a:r>
          </a:p>
        </p:txBody>
      </p:sp>
      <p:sp>
        <p:nvSpPr>
          <p:cNvPr id="3" name="Content Placeholder 2">
            <a:extLst>
              <a:ext uri="{FF2B5EF4-FFF2-40B4-BE49-F238E27FC236}">
                <a16:creationId xmlns:a16="http://schemas.microsoft.com/office/drawing/2014/main" id="{F7939CAC-AD37-E803-B212-EA599ADCC2D1}"/>
              </a:ext>
            </a:extLst>
          </p:cNvPr>
          <p:cNvSpPr>
            <a:spLocks noGrp="1"/>
          </p:cNvSpPr>
          <p:nvPr>
            <p:ph idx="1"/>
          </p:nvPr>
        </p:nvSpPr>
        <p:spPr/>
        <p:txBody>
          <a:bodyPr>
            <a:normAutofit/>
          </a:bodyPr>
          <a:lstStyle/>
          <a:p>
            <a:r>
              <a:rPr lang="en-US" sz="2200" dirty="0"/>
              <a:t>Operations on a YANG datastore</a:t>
            </a:r>
          </a:p>
          <a:p>
            <a:pPr marL="914400" lvl="1" indent="-457200">
              <a:buFont typeface="+mj-lt"/>
              <a:buAutoNum type="arabicPeriod"/>
            </a:pPr>
            <a:r>
              <a:rPr lang="en-US" sz="2200" dirty="0"/>
              <a:t>A NETCONF subtree filter to select a subtree on an instantiated YANG data tree; RFC 8526, RFC 9144, and RFC 8641.</a:t>
            </a:r>
          </a:p>
          <a:p>
            <a:pPr marL="914400" lvl="1" indent="-457200">
              <a:buFont typeface="+mj-lt"/>
              <a:buAutoNum type="arabicPeriod"/>
            </a:pPr>
            <a:r>
              <a:rPr lang="en-US" sz="2200" dirty="0"/>
              <a:t>The output of a subtree filter or XPATH; RFC 8526, RFC 9144, and RFC 8641.</a:t>
            </a:r>
          </a:p>
          <a:p>
            <a:pPr marL="914400" lvl="1" indent="-457200">
              <a:buFont typeface="+mj-lt"/>
              <a:buAutoNum type="arabicPeriod"/>
            </a:pPr>
            <a:r>
              <a:rPr lang="en-US" sz="2200" dirty="0"/>
              <a:t>To represent edit operations on YANG data tree with YANG Patch; RFC 8072.</a:t>
            </a:r>
          </a:p>
          <a:p>
            <a:r>
              <a:rPr lang="en-US" sz="2200" dirty="0"/>
              <a:t>Represent a YANG-like data tree (RFCs were not very clear)</a:t>
            </a:r>
          </a:p>
          <a:p>
            <a:pPr marL="914400" lvl="1" indent="-457200">
              <a:buFont typeface="+mj-lt"/>
              <a:buAutoNum type="arabicPeriod"/>
            </a:pPr>
            <a:r>
              <a:rPr lang="en-US" sz="2200" dirty="0"/>
              <a:t>Subscribed notifications in RFC 8639.</a:t>
            </a:r>
          </a:p>
          <a:p>
            <a:pPr marL="914400" lvl="1" indent="-457200">
              <a:buFont typeface="+mj-lt"/>
              <a:buAutoNum type="arabicPeriod"/>
            </a:pPr>
            <a:r>
              <a:rPr lang="en-US" sz="2200" dirty="0"/>
              <a:t>Error information in RESTCONF RFC 8040.</a:t>
            </a:r>
          </a:p>
        </p:txBody>
      </p:sp>
      <p:sp>
        <p:nvSpPr>
          <p:cNvPr id="4" name="Slide Number Placeholder 3">
            <a:extLst>
              <a:ext uri="{FF2B5EF4-FFF2-40B4-BE49-F238E27FC236}">
                <a16:creationId xmlns:a16="http://schemas.microsoft.com/office/drawing/2014/main" id="{8DA1ACDF-7CEC-9292-1BF9-677CBAE146A0}"/>
              </a:ext>
            </a:extLst>
          </p:cNvPr>
          <p:cNvSpPr>
            <a:spLocks noGrp="1"/>
          </p:cNvSpPr>
          <p:nvPr>
            <p:ph type="sldNum" sz="quarter" idx="12"/>
          </p:nvPr>
        </p:nvSpPr>
        <p:spPr/>
        <p:txBody>
          <a:bodyPr/>
          <a:lstStyle/>
          <a:p>
            <a:fld id="{FC4AC485-25DE-431E-B345-9C0A15BB7F8A}" type="slidenum">
              <a:rPr lang="de-CH" smtClean="0"/>
              <a:t>3</a:t>
            </a:fld>
            <a:endParaRPr lang="de-CH"/>
          </a:p>
        </p:txBody>
      </p:sp>
    </p:spTree>
    <p:extLst>
      <p:ext uri="{BB962C8B-B14F-4D97-AF65-F5344CB8AC3E}">
        <p14:creationId xmlns:p14="http://schemas.microsoft.com/office/powerpoint/2010/main" val="117539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BD4A7-CCB3-633E-4578-11E5C2F09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391FB-F8E7-1D72-0126-4792BE6FDABB}"/>
              </a:ext>
            </a:extLst>
          </p:cNvPr>
          <p:cNvSpPr>
            <a:spLocks noGrp="1"/>
          </p:cNvSpPr>
          <p:nvPr>
            <p:ph type="title"/>
          </p:nvPr>
        </p:nvSpPr>
        <p:spPr/>
        <p:txBody>
          <a:bodyPr/>
          <a:lstStyle/>
          <a:p>
            <a:r>
              <a:rPr lang="en-US" b="1" dirty="0"/>
              <a:t>The goals of this document</a:t>
            </a:r>
          </a:p>
        </p:txBody>
      </p:sp>
      <p:sp>
        <p:nvSpPr>
          <p:cNvPr id="3" name="Content Placeholder 2">
            <a:extLst>
              <a:ext uri="{FF2B5EF4-FFF2-40B4-BE49-F238E27FC236}">
                <a16:creationId xmlns:a16="http://schemas.microsoft.com/office/drawing/2014/main" id="{0A9785D3-B70C-AA27-E20D-55228F44B8D6}"/>
              </a:ext>
            </a:extLst>
          </p:cNvPr>
          <p:cNvSpPr>
            <a:spLocks noGrp="1"/>
          </p:cNvSpPr>
          <p:nvPr>
            <p:ph idx="1"/>
          </p:nvPr>
        </p:nvSpPr>
        <p:spPr/>
        <p:txBody>
          <a:bodyPr>
            <a:normAutofit/>
          </a:bodyPr>
          <a:lstStyle/>
          <a:p>
            <a:r>
              <a:rPr lang="en-US" sz="2200" dirty="0"/>
              <a:t>Provide optional way for Network Operators to check the validity of the YANG data at scale.</a:t>
            </a:r>
          </a:p>
          <a:p>
            <a:r>
              <a:rPr lang="en-US" sz="2200" dirty="0"/>
              <a:t>YANG data consumer can choose to enable or disable stricter validation of </a:t>
            </a:r>
            <a:r>
              <a:rPr lang="en-US" sz="2200" dirty="0" err="1"/>
              <a:t>anydata</a:t>
            </a:r>
            <a:r>
              <a:rPr lang="en-US" sz="2200" dirty="0"/>
              <a:t> subtrees.</a:t>
            </a:r>
          </a:p>
          <a:p>
            <a:r>
              <a:rPr lang="en-US" sz="2200" dirty="0"/>
              <a:t>Data marked as invalid are processed by a different pipeline than the normal one (e.g., logging for further analysis) such that the main business logic is never impacted with misbehaving YANG producers (e.g., integer overflow bug to produce negative counter values). </a:t>
            </a:r>
          </a:p>
          <a:p>
            <a:endParaRPr lang="en-US" sz="2200" dirty="0"/>
          </a:p>
          <a:p>
            <a:endParaRPr lang="en-US" sz="2200" dirty="0"/>
          </a:p>
          <a:p>
            <a:endParaRPr lang="en-US" sz="2200" dirty="0"/>
          </a:p>
          <a:p>
            <a:pPr marL="457200" lvl="1" indent="0">
              <a:buNone/>
            </a:pPr>
            <a:endParaRPr lang="en-US" sz="2200" dirty="0"/>
          </a:p>
          <a:p>
            <a:pPr marL="457200" lvl="1" indent="0">
              <a:buNone/>
            </a:pPr>
            <a:endParaRPr lang="en-US" sz="2200" dirty="0"/>
          </a:p>
        </p:txBody>
      </p:sp>
      <p:sp>
        <p:nvSpPr>
          <p:cNvPr id="4" name="Slide Number Placeholder 3">
            <a:extLst>
              <a:ext uri="{FF2B5EF4-FFF2-40B4-BE49-F238E27FC236}">
                <a16:creationId xmlns:a16="http://schemas.microsoft.com/office/drawing/2014/main" id="{6DFE1C46-0A0E-0AEC-2F99-BBB3C9F26D5D}"/>
              </a:ext>
            </a:extLst>
          </p:cNvPr>
          <p:cNvSpPr>
            <a:spLocks noGrp="1"/>
          </p:cNvSpPr>
          <p:nvPr>
            <p:ph type="sldNum" sz="quarter" idx="12"/>
          </p:nvPr>
        </p:nvSpPr>
        <p:spPr/>
        <p:txBody>
          <a:bodyPr/>
          <a:lstStyle/>
          <a:p>
            <a:fld id="{FC4AC485-25DE-431E-B345-9C0A15BB7F8A}" type="slidenum">
              <a:rPr lang="de-CH" smtClean="0"/>
              <a:t>4</a:t>
            </a:fld>
            <a:endParaRPr lang="de-CH"/>
          </a:p>
        </p:txBody>
      </p:sp>
    </p:spTree>
    <p:extLst>
      <p:ext uri="{BB962C8B-B14F-4D97-AF65-F5344CB8AC3E}">
        <p14:creationId xmlns:p14="http://schemas.microsoft.com/office/powerpoint/2010/main" val="2903248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B6604-31EA-E422-08FF-CBE94AC1BFF9}"/>
              </a:ext>
            </a:extLst>
          </p:cNvPr>
          <p:cNvSpPr>
            <a:spLocks noGrp="1"/>
          </p:cNvSpPr>
          <p:nvPr>
            <p:ph type="title"/>
          </p:nvPr>
        </p:nvSpPr>
        <p:spPr/>
        <p:txBody>
          <a:bodyPr/>
          <a:lstStyle/>
          <a:p>
            <a:r>
              <a:rPr lang="en-US" b="1" dirty="0"/>
              <a:t>YANG Library look up</a:t>
            </a:r>
          </a:p>
        </p:txBody>
      </p:sp>
      <p:sp>
        <p:nvSpPr>
          <p:cNvPr id="4" name="Slide Number Placeholder 3">
            <a:extLst>
              <a:ext uri="{FF2B5EF4-FFF2-40B4-BE49-F238E27FC236}">
                <a16:creationId xmlns:a16="http://schemas.microsoft.com/office/drawing/2014/main" id="{457D573A-5BCE-783A-C1A4-2F3826F886DF}"/>
              </a:ext>
            </a:extLst>
          </p:cNvPr>
          <p:cNvSpPr>
            <a:spLocks noGrp="1"/>
          </p:cNvSpPr>
          <p:nvPr>
            <p:ph type="sldNum" sz="quarter" idx="12"/>
          </p:nvPr>
        </p:nvSpPr>
        <p:spPr/>
        <p:txBody>
          <a:bodyPr/>
          <a:lstStyle/>
          <a:p>
            <a:fld id="{FC4AC485-25DE-431E-B345-9C0A15BB7F8A}" type="slidenum">
              <a:rPr lang="de-CH" smtClean="0"/>
              <a:t>5</a:t>
            </a:fld>
            <a:endParaRPr lang="de-CH"/>
          </a:p>
        </p:txBody>
      </p:sp>
      <p:sp>
        <p:nvSpPr>
          <p:cNvPr id="6" name="Content Placeholder 5">
            <a:extLst>
              <a:ext uri="{FF2B5EF4-FFF2-40B4-BE49-F238E27FC236}">
                <a16:creationId xmlns:a16="http://schemas.microsoft.com/office/drawing/2014/main" id="{B28B957C-A2A1-5D2F-0276-1FEA133C540F}"/>
              </a:ext>
            </a:extLst>
          </p:cNvPr>
          <p:cNvSpPr>
            <a:spLocks noGrp="1"/>
          </p:cNvSpPr>
          <p:nvPr>
            <p:ph idx="1"/>
          </p:nvPr>
        </p:nvSpPr>
        <p:spPr>
          <a:xfrm>
            <a:off x="838199" y="1825625"/>
            <a:ext cx="3608851" cy="4351338"/>
          </a:xfrm>
        </p:spPr>
        <p:txBody>
          <a:bodyPr>
            <a:noAutofit/>
          </a:bodyPr>
          <a:lstStyle/>
          <a:p>
            <a:r>
              <a:rPr lang="en-US" sz="2200" dirty="0"/>
              <a:t>The namespace of the encoded data nodes under </a:t>
            </a:r>
            <a:r>
              <a:rPr lang="en-US" sz="2200" i="1" dirty="0" err="1"/>
              <a:t>anydata</a:t>
            </a:r>
            <a:r>
              <a:rPr lang="en-US" sz="2200" dirty="0"/>
              <a:t> can be looked up in a YANG Library context.</a:t>
            </a:r>
          </a:p>
          <a:p>
            <a:r>
              <a:rPr lang="en-US" sz="2200" dirty="0"/>
              <a:t>This approach </a:t>
            </a:r>
            <a:r>
              <a:rPr lang="en-US" sz="2200" b="1" dirty="0"/>
              <a:t>DOES NOT </a:t>
            </a:r>
            <a:r>
              <a:rPr lang="en-US" sz="2200" dirty="0"/>
              <a:t>restrict what a producer can put under </a:t>
            </a:r>
            <a:r>
              <a:rPr lang="en-US" sz="2200" i="1" dirty="0" err="1"/>
              <a:t>anydata</a:t>
            </a:r>
            <a:r>
              <a:rPr lang="en-US" sz="2200" dirty="0"/>
              <a:t> subtree.</a:t>
            </a:r>
          </a:p>
          <a:p>
            <a:r>
              <a:rPr lang="en-US" sz="2200" dirty="0"/>
              <a:t>It only checks whatever subtree under the </a:t>
            </a:r>
            <a:r>
              <a:rPr lang="en-US" sz="2200" i="1" dirty="0" err="1"/>
              <a:t>anydata</a:t>
            </a:r>
            <a:r>
              <a:rPr lang="en-US" sz="2200" dirty="0"/>
              <a:t> have a corresponding schema and it is valid according to it.</a:t>
            </a:r>
          </a:p>
        </p:txBody>
      </p:sp>
      <p:sp>
        <p:nvSpPr>
          <p:cNvPr id="7" name="TextBox 6">
            <a:extLst>
              <a:ext uri="{FF2B5EF4-FFF2-40B4-BE49-F238E27FC236}">
                <a16:creationId xmlns:a16="http://schemas.microsoft.com/office/drawing/2014/main" id="{040A3138-7E07-9E3C-D2D3-1CC74A55A0AC}"/>
              </a:ext>
            </a:extLst>
          </p:cNvPr>
          <p:cNvSpPr txBox="1"/>
          <p:nvPr/>
        </p:nvSpPr>
        <p:spPr>
          <a:xfrm>
            <a:off x="4744277" y="1690688"/>
            <a:ext cx="8314794" cy="5047536"/>
          </a:xfrm>
          <a:prstGeom prst="rect">
            <a:avLst/>
          </a:prstGeom>
          <a:noFill/>
        </p:spPr>
        <p:txBody>
          <a:bodyPr wrap="square" rtlCol="0">
            <a:spAutoFit/>
          </a:bodyPr>
          <a:lstStyle/>
          <a:p>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a:t>
            </a:r>
            <a:r>
              <a:rPr lang="en-US" sz="1400" b="0" dirty="0" err="1">
                <a:solidFill>
                  <a:srgbClr val="0451A5"/>
                </a:solidFill>
                <a:effectLst/>
                <a:latin typeface="Menlo" panose="020B0609030804020204" pitchFamily="49" charset="0"/>
              </a:rPr>
              <a:t>ietf-yang-library:yang-library</a:t>
            </a:r>
            <a:r>
              <a:rPr lang="en-US" sz="1400" b="0" dirty="0">
                <a:solidFill>
                  <a:srgbClr val="0451A5"/>
                </a:solidFill>
                <a:effectLst/>
                <a:latin typeface="Menlo" panose="020B0609030804020204" pitchFamily="49" charset="0"/>
              </a:rPr>
              <a:t>"</a:t>
            </a:r>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"module-set"</a:t>
            </a:r>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"name"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"complete"</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"module"</a:t>
            </a:r>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r>
              <a:rPr lang="en-US" sz="1400" b="0" dirty="0">
                <a:solidFill>
                  <a:srgbClr val="0451A5"/>
                </a:solidFill>
                <a:effectLst/>
                <a:latin typeface="Menlo" panose="020B0609030804020204" pitchFamily="49" charset="0"/>
              </a:rPr>
              <a:t>"name"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"yang"</a:t>
            </a:r>
            <a:r>
              <a:rPr lang="en-US" sz="1400" b="0" dirty="0">
                <a:solidFill>
                  <a:srgbClr val="000000"/>
                </a:solidFill>
                <a:effectLst/>
                <a:latin typeface="Menlo" panose="020B0609030804020204" pitchFamily="49" charset="0"/>
              </a:rPr>
              <a:t>,</a:t>
            </a:r>
          </a:p>
          <a:p>
            <a:r>
              <a:rPr lang="en-US" sz="1400" b="0" dirty="0">
                <a:solidFill>
                  <a:srgbClr val="000000"/>
                </a:solidFill>
                <a:effectLst/>
                <a:latin typeface="Menlo" panose="020B0609030804020204" pitchFamily="49" charset="0"/>
              </a:rPr>
              <a:t>         </a:t>
            </a:r>
            <a:r>
              <a:rPr lang="en-US" sz="1400" b="0" dirty="0">
                <a:solidFill>
                  <a:srgbClr val="0451A5"/>
                </a:solidFill>
                <a:effectLst/>
                <a:latin typeface="Menlo" panose="020B0609030804020204" pitchFamily="49" charset="0"/>
              </a:rPr>
              <a:t>"revision"</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"2022-06-16"</a:t>
            </a:r>
            <a:r>
              <a:rPr lang="en-US" sz="1400" b="0" dirty="0">
                <a:solidFill>
                  <a:srgbClr val="000000"/>
                </a:solidFill>
                <a:effectLst/>
                <a:latin typeface="Menlo" panose="020B0609030804020204" pitchFamily="49" charset="0"/>
              </a:rPr>
              <a:t>,</a:t>
            </a:r>
          </a:p>
          <a:p>
            <a:r>
              <a:rPr kumimoji="0" lang="en-US" sz="1400" b="0" i="0" u="none" strike="noStrike" kern="1200" cap="none" spc="0" normalizeH="0" baseline="0" noProof="0" dirty="0">
                <a:ln>
                  <a:noFill/>
                </a:ln>
                <a:solidFill>
                  <a:srgbClr val="000000"/>
                </a:solidFill>
                <a:effectLst/>
                <a:uLnTx/>
                <a:uFillTx/>
                <a:latin typeface="Menlo" panose="020B0609030804020204" pitchFamily="49" charset="0"/>
                <a:ea typeface="+mn-ea"/>
                <a:cs typeface="+mn-cs"/>
              </a:rPr>
              <a:t>         </a:t>
            </a:r>
            <a:r>
              <a:rPr kumimoji="0" lang="en-US" sz="1400" b="0" i="0" u="none" strike="noStrike" kern="1200" cap="none" spc="0" normalizeH="0" baseline="0" noProof="0" dirty="0">
                <a:ln>
                  <a:noFill/>
                </a:ln>
                <a:solidFill>
                  <a:srgbClr val="0451A5"/>
                </a:solidFill>
                <a:effectLst/>
                <a:uLnTx/>
                <a:uFillTx/>
                <a:latin typeface="Menlo" panose="020B0609030804020204" pitchFamily="49" charset="0"/>
                <a:ea typeface="+mn-ea"/>
                <a:cs typeface="+mn-cs"/>
              </a:rPr>
              <a:t>"</a:t>
            </a:r>
            <a:r>
              <a:rPr lang="en-US" sz="1400" b="0" dirty="0">
                <a:solidFill>
                  <a:srgbClr val="0451A5"/>
                </a:solidFill>
                <a:effectLst/>
                <a:latin typeface="Menlo" panose="020B0609030804020204" pitchFamily="49" charset="0"/>
              </a:rPr>
              <a:t>namespace"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"urn:ietf:params:xml:ns:yang:1"</a:t>
            </a:r>
            <a:endParaRPr lang="en-US" sz="1400" b="0" dirty="0">
              <a:solidFill>
                <a:srgbClr val="000000"/>
              </a:solidFill>
              <a:effectLst/>
              <a:latin typeface="Menlo" panose="020B0609030804020204" pitchFamily="49" charset="0"/>
            </a:endParaRPr>
          </a:p>
          <a:p>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a:t>
            </a:r>
            <a:r>
              <a:rPr lang="en-US" sz="1400" b="0" dirty="0">
                <a:solidFill>
                  <a:srgbClr val="0451A5"/>
                </a:solidFill>
                <a:effectLst/>
                <a:highlight>
                  <a:srgbClr val="00FF00"/>
                </a:highlight>
                <a:latin typeface="Menlo" panose="020B0609030804020204" pitchFamily="49" charset="0"/>
              </a:rPr>
              <a:t>"name"</a:t>
            </a:r>
            <a:r>
              <a:rPr lang="en-US" sz="1400" b="0" dirty="0">
                <a:solidFill>
                  <a:srgbClr val="000000"/>
                </a:solidFill>
                <a:effectLst/>
                <a:highlight>
                  <a:srgbClr val="00FF00"/>
                </a:highlight>
                <a:latin typeface="Menlo" panose="020B0609030804020204" pitchFamily="49" charset="0"/>
              </a:rPr>
              <a:t>: </a:t>
            </a:r>
            <a:r>
              <a:rPr lang="en-US" sz="1400" b="0" dirty="0">
                <a:solidFill>
                  <a:srgbClr val="A31515"/>
                </a:solidFill>
                <a:effectLst/>
                <a:highlight>
                  <a:srgbClr val="00FF00"/>
                </a:highlight>
                <a:latin typeface="Menlo" panose="020B0609030804020204" pitchFamily="49" charset="0"/>
              </a:rPr>
              <a:t>"</a:t>
            </a:r>
            <a:r>
              <a:rPr lang="en-US" sz="1400" b="0" dirty="0" err="1">
                <a:solidFill>
                  <a:srgbClr val="A31515"/>
                </a:solidFill>
                <a:effectLst/>
                <a:highlight>
                  <a:srgbClr val="00FF00"/>
                </a:highlight>
                <a:latin typeface="Menlo" panose="020B0609030804020204" pitchFamily="49" charset="0"/>
              </a:rPr>
              <a:t>ietf</a:t>
            </a:r>
            <a:r>
              <a:rPr lang="en-US" sz="1400" b="0" dirty="0">
                <a:solidFill>
                  <a:srgbClr val="A31515"/>
                </a:solidFill>
                <a:effectLst/>
                <a:highlight>
                  <a:srgbClr val="00FF00"/>
                </a:highlight>
                <a:latin typeface="Menlo" panose="020B0609030804020204" pitchFamily="49" charset="0"/>
              </a:rPr>
              <a:t>-interfaces"</a:t>
            </a:r>
            <a:r>
              <a:rPr lang="en-US" sz="1400" b="0" dirty="0">
                <a:solidFill>
                  <a:srgbClr val="000000"/>
                </a:solidFill>
                <a:effectLst/>
                <a:highlight>
                  <a:srgbClr val="00FF00"/>
                </a:highlight>
                <a:latin typeface="Menlo" panose="020B0609030804020204" pitchFamily="49" charset="0"/>
              </a:rPr>
              <a:t>,</a:t>
            </a:r>
          </a:p>
          <a:p>
            <a:r>
              <a:rPr lang="en-US" sz="1400" b="0" dirty="0">
                <a:solidFill>
                  <a:srgbClr val="0451A5"/>
                </a:solidFill>
                <a:effectLst/>
                <a:latin typeface="Menlo" panose="020B0609030804020204" pitchFamily="49" charset="0"/>
              </a:rPr>
              <a:t>         "revision"</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"2018-02-20"</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a:t>
            </a:r>
            <a:r>
              <a:rPr lang="en-US" sz="1400" b="0" dirty="0">
                <a:solidFill>
                  <a:srgbClr val="0451A5"/>
                </a:solidFill>
                <a:effectLst/>
                <a:highlight>
                  <a:srgbClr val="00FF00"/>
                </a:highlight>
                <a:latin typeface="Menlo" panose="020B0609030804020204" pitchFamily="49" charset="0"/>
              </a:rPr>
              <a:t>"namespace"</a:t>
            </a:r>
            <a:r>
              <a:rPr lang="en-US" sz="1400" b="0" dirty="0">
                <a:solidFill>
                  <a:srgbClr val="000000"/>
                </a:solidFill>
                <a:effectLst/>
                <a:highlight>
                  <a:srgbClr val="00FF00"/>
                </a:highlight>
                <a:latin typeface="Menlo" panose="020B0609030804020204" pitchFamily="49" charset="0"/>
              </a:rPr>
              <a:t>: </a:t>
            </a:r>
            <a:r>
              <a:rPr lang="en-US" sz="1400" b="0" dirty="0">
                <a:solidFill>
                  <a:srgbClr val="A31515"/>
                </a:solidFill>
                <a:effectLst/>
                <a:highlight>
                  <a:srgbClr val="00FF00"/>
                </a:highlight>
                <a:latin typeface="Menlo" panose="020B0609030804020204" pitchFamily="49" charset="0"/>
              </a:rPr>
              <a:t>"</a:t>
            </a:r>
            <a:r>
              <a:rPr lang="en-US" sz="1400" b="0" dirty="0" err="1">
                <a:solidFill>
                  <a:srgbClr val="A31515"/>
                </a:solidFill>
                <a:effectLst/>
                <a:highlight>
                  <a:srgbClr val="00FF00"/>
                </a:highlight>
                <a:latin typeface="Menlo" panose="020B0609030804020204" pitchFamily="49" charset="0"/>
              </a:rPr>
              <a:t>urn:ietf:params:xml:ns:yang:ietf-interfaces</a:t>
            </a:r>
            <a:r>
              <a:rPr lang="en-US" sz="1400" b="0" dirty="0">
                <a:solidFill>
                  <a:srgbClr val="A31515"/>
                </a:solidFill>
                <a:effectLst/>
                <a:highlight>
                  <a:srgbClr val="00FF00"/>
                </a:highlight>
                <a:latin typeface="Menlo" panose="020B0609030804020204" pitchFamily="49" charset="0"/>
              </a:rPr>
              <a:t>"</a:t>
            </a:r>
            <a:r>
              <a:rPr lang="en-US" sz="1400" b="0" dirty="0">
                <a:solidFill>
                  <a:srgbClr val="000000"/>
                </a:solidFill>
                <a:effectLst/>
                <a:highlight>
                  <a:srgbClr val="00FF00"/>
                </a:highlight>
                <a:latin typeface="Menlo" panose="020B0609030804020204" pitchFamily="49" charset="0"/>
              </a:rPr>
              <a:t>,</a:t>
            </a:r>
          </a:p>
          <a:p>
            <a:r>
              <a:rPr lang="en-US" sz="1400" b="0" dirty="0">
                <a:solidFill>
                  <a:srgbClr val="0451A5"/>
                </a:solidFill>
                <a:effectLst/>
                <a:latin typeface="Menlo" panose="020B0609030804020204" pitchFamily="49" charset="0"/>
              </a:rPr>
              <a:t>         "location"</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"file://ietf-interfaces@2018-02-20.yang"</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"feature"</a:t>
            </a:r>
            <a:r>
              <a:rPr lang="en-US" sz="1400" b="0" dirty="0">
                <a:solidFill>
                  <a:srgbClr val="000000"/>
                </a:solidFill>
                <a:effectLst/>
                <a:latin typeface="Menlo" panose="020B0609030804020204" pitchFamily="49" charset="0"/>
              </a:rPr>
              <a:t>: [</a:t>
            </a:r>
          </a:p>
          <a:p>
            <a:r>
              <a:rPr lang="en-US" sz="1400" b="0" dirty="0">
                <a:solidFill>
                  <a:srgbClr val="A31515"/>
                </a:solidFill>
                <a:effectLst/>
                <a:latin typeface="Menlo" panose="020B0609030804020204" pitchFamily="49" charset="0"/>
              </a:rPr>
              <a:t>            "arbitrary-names"</a:t>
            </a:r>
            <a:r>
              <a:rPr lang="en-US" sz="1400" b="0" dirty="0">
                <a:solidFill>
                  <a:srgbClr val="000000"/>
                </a:solidFill>
                <a:effectLst/>
                <a:latin typeface="Menlo" panose="020B0609030804020204" pitchFamily="49" charset="0"/>
              </a:rPr>
              <a:t>,</a:t>
            </a:r>
          </a:p>
          <a:p>
            <a:r>
              <a:rPr lang="en-US" sz="1400" b="0" dirty="0">
                <a:solidFill>
                  <a:srgbClr val="A31515"/>
                </a:solidFill>
                <a:effectLst/>
                <a:latin typeface="Menlo" panose="020B0609030804020204" pitchFamily="49" charset="0"/>
              </a:rPr>
              <a:t>            "pre-provisioning"</a:t>
            </a:r>
            <a:r>
              <a:rPr lang="en-US" sz="1400" b="0" dirty="0">
                <a:solidFill>
                  <a:srgbClr val="000000"/>
                </a:solidFill>
                <a:effectLst/>
                <a:latin typeface="Menlo" panose="020B0609030804020204" pitchFamily="49" charset="0"/>
              </a:rPr>
              <a:t>,</a:t>
            </a:r>
          </a:p>
          <a:p>
            <a:r>
              <a:rPr lang="en-US" sz="1400" b="0" dirty="0">
                <a:solidFill>
                  <a:srgbClr val="A31515"/>
                </a:solidFill>
                <a:effectLst/>
                <a:latin typeface="Menlo" panose="020B0609030804020204" pitchFamily="49" charset="0"/>
              </a:rPr>
              <a:t>            "if-mib"</a:t>
            </a:r>
            <a:endParaRPr lang="en-US" sz="1400" b="0" dirty="0">
              <a:solidFill>
                <a:srgbClr val="000000"/>
              </a:solidFill>
              <a:effectLst/>
              <a:latin typeface="Menlo" panose="020B0609030804020204" pitchFamily="49" charset="0"/>
            </a:endParaRPr>
          </a:p>
          <a:p>
            <a:r>
              <a:rPr lang="en-US" sz="1400" b="0" dirty="0">
                <a:solidFill>
                  <a:srgbClr val="000000"/>
                </a:solidFill>
                <a:effectLst/>
                <a:latin typeface="Menlo" panose="020B0609030804020204" pitchFamily="49" charset="0"/>
              </a:rPr>
              <a:t>         ] </a:t>
            </a:r>
          </a:p>
          <a:p>
            <a:r>
              <a:rPr lang="en-US" sz="1400" b="0" dirty="0">
                <a:solidFill>
                  <a:srgbClr val="000000"/>
                </a:solidFill>
                <a:effectLst/>
                <a:latin typeface="Menlo" panose="020B0609030804020204" pitchFamily="49" charset="0"/>
              </a:rPr>
              <a:t>       },</a:t>
            </a:r>
          </a:p>
          <a:p>
            <a:r>
              <a:rPr lang="en-US" sz="1400" dirty="0">
                <a:solidFill>
                  <a:srgbClr val="000000"/>
                </a:solidFill>
                <a:latin typeface="Menlo" panose="020B0609030804020204" pitchFamily="49" charset="0"/>
              </a:rPr>
              <a:t>    …</a:t>
            </a:r>
            <a:endParaRPr lang="en-US" sz="1400"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924975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53C5-22E4-EE06-022A-30E3A512A17F}"/>
              </a:ext>
            </a:extLst>
          </p:cNvPr>
          <p:cNvSpPr>
            <a:spLocks noGrp="1"/>
          </p:cNvSpPr>
          <p:nvPr>
            <p:ph type="title"/>
          </p:nvPr>
        </p:nvSpPr>
        <p:spPr/>
        <p:txBody>
          <a:bodyPr/>
          <a:lstStyle/>
          <a:p>
            <a:r>
              <a:rPr lang="en-US" b="1" dirty="0"/>
              <a:t>Changes since IETF 123</a:t>
            </a:r>
          </a:p>
        </p:txBody>
      </p:sp>
      <p:sp>
        <p:nvSpPr>
          <p:cNvPr id="3" name="Content Placeholder 2">
            <a:extLst>
              <a:ext uri="{FF2B5EF4-FFF2-40B4-BE49-F238E27FC236}">
                <a16:creationId xmlns:a16="http://schemas.microsoft.com/office/drawing/2014/main" id="{0459A7D2-4B5A-C400-0506-00A6A8140FF9}"/>
              </a:ext>
            </a:extLst>
          </p:cNvPr>
          <p:cNvSpPr>
            <a:spLocks noGrp="1"/>
          </p:cNvSpPr>
          <p:nvPr>
            <p:ph idx="1"/>
          </p:nvPr>
        </p:nvSpPr>
        <p:spPr/>
        <p:txBody>
          <a:bodyPr>
            <a:normAutofit/>
          </a:bodyPr>
          <a:lstStyle/>
          <a:p>
            <a:pPr marL="514350" indent="-514350">
              <a:buFont typeface="+mj-lt"/>
              <a:buAutoNum type="arabicPeriod"/>
            </a:pPr>
            <a:r>
              <a:rPr lang="en-US" sz="2200" dirty="0"/>
              <a:t>Clarify the problem statement and the impact of having unvalidated </a:t>
            </a:r>
            <a:r>
              <a:rPr lang="en-US" sz="2200" i="1" dirty="0" err="1"/>
              <a:t>anydata</a:t>
            </a:r>
            <a:r>
              <a:rPr lang="en-US" sz="2200" dirty="0"/>
              <a:t> subtrees.</a:t>
            </a:r>
          </a:p>
          <a:p>
            <a:pPr marL="514350" indent="-514350">
              <a:buFont typeface="+mj-lt"/>
              <a:buAutoNum type="arabicPeriod"/>
            </a:pPr>
            <a:r>
              <a:rPr lang="en-US" sz="2200" dirty="0"/>
              <a:t>A survey of existing usage of </a:t>
            </a:r>
            <a:r>
              <a:rPr lang="en-US" sz="2200" i="1" dirty="0" err="1"/>
              <a:t>anydata</a:t>
            </a:r>
            <a:r>
              <a:rPr lang="en-US" sz="2200" dirty="0"/>
              <a:t> within IETF documents.</a:t>
            </a:r>
          </a:p>
        </p:txBody>
      </p:sp>
      <p:sp>
        <p:nvSpPr>
          <p:cNvPr id="4" name="Slide Number Placeholder 3">
            <a:extLst>
              <a:ext uri="{FF2B5EF4-FFF2-40B4-BE49-F238E27FC236}">
                <a16:creationId xmlns:a16="http://schemas.microsoft.com/office/drawing/2014/main" id="{6D5C7D24-E6EE-095C-F27A-33CF6EC2200B}"/>
              </a:ext>
            </a:extLst>
          </p:cNvPr>
          <p:cNvSpPr>
            <a:spLocks noGrp="1"/>
          </p:cNvSpPr>
          <p:nvPr>
            <p:ph type="sldNum" sz="quarter" idx="12"/>
          </p:nvPr>
        </p:nvSpPr>
        <p:spPr/>
        <p:txBody>
          <a:bodyPr/>
          <a:lstStyle/>
          <a:p>
            <a:fld id="{FC4AC485-25DE-431E-B345-9C0A15BB7F8A}" type="slidenum">
              <a:rPr lang="de-CH" smtClean="0"/>
              <a:t>6</a:t>
            </a:fld>
            <a:endParaRPr lang="de-CH"/>
          </a:p>
        </p:txBody>
      </p:sp>
    </p:spTree>
    <p:extLst>
      <p:ext uri="{BB962C8B-B14F-4D97-AF65-F5344CB8AC3E}">
        <p14:creationId xmlns:p14="http://schemas.microsoft.com/office/powerpoint/2010/main" val="230841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C7C5E-D041-8EA2-3522-62657B507F96}"/>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F9F9A991-4662-2C8E-C0D6-8E45735A303E}"/>
              </a:ext>
            </a:extLst>
          </p:cNvPr>
          <p:cNvSpPr>
            <a:spLocks noGrp="1"/>
          </p:cNvSpPr>
          <p:nvPr>
            <p:ph idx="1"/>
          </p:nvPr>
        </p:nvSpPr>
        <p:spPr/>
        <p:txBody>
          <a:bodyPr/>
          <a:lstStyle/>
          <a:p>
            <a:r>
              <a:rPr lang="en-US" dirty="0"/>
              <a:t>Current </a:t>
            </a:r>
            <a:r>
              <a:rPr lang="en-US" dirty="0">
                <a:hlinkClick r:id="rId2"/>
              </a:rPr>
              <a:t>libyang </a:t>
            </a:r>
            <a:r>
              <a:rPr lang="en-US" dirty="0"/>
              <a:t>implementation disables strict parsing in </a:t>
            </a:r>
            <a:r>
              <a:rPr lang="en-US" dirty="0" err="1"/>
              <a:t>anydata</a:t>
            </a:r>
            <a:r>
              <a:rPr lang="en-US" dirty="0"/>
              <a:t> subtree. Implementing this document would require to change this behavior with an optional flag and use strict validation always.</a:t>
            </a:r>
          </a:p>
        </p:txBody>
      </p:sp>
      <p:sp>
        <p:nvSpPr>
          <p:cNvPr id="4" name="Slide Number Placeholder 3">
            <a:extLst>
              <a:ext uri="{FF2B5EF4-FFF2-40B4-BE49-F238E27FC236}">
                <a16:creationId xmlns:a16="http://schemas.microsoft.com/office/drawing/2014/main" id="{90DAF65B-E954-D669-5A4E-74461FFA544B}"/>
              </a:ext>
            </a:extLst>
          </p:cNvPr>
          <p:cNvSpPr>
            <a:spLocks noGrp="1"/>
          </p:cNvSpPr>
          <p:nvPr>
            <p:ph type="sldNum" sz="quarter" idx="12"/>
          </p:nvPr>
        </p:nvSpPr>
        <p:spPr/>
        <p:txBody>
          <a:bodyPr/>
          <a:lstStyle/>
          <a:p>
            <a:fld id="{FC4AC485-25DE-431E-B345-9C0A15BB7F8A}" type="slidenum">
              <a:rPr lang="de-CH" smtClean="0"/>
              <a:t>7</a:t>
            </a:fld>
            <a:endParaRPr lang="de-CH"/>
          </a:p>
        </p:txBody>
      </p:sp>
      <p:sp>
        <p:nvSpPr>
          <p:cNvPr id="5" name="TextBox 4">
            <a:extLst>
              <a:ext uri="{FF2B5EF4-FFF2-40B4-BE49-F238E27FC236}">
                <a16:creationId xmlns:a16="http://schemas.microsoft.com/office/drawing/2014/main" id="{99D53310-D029-63B0-1B45-CB61DF9A4B87}"/>
              </a:ext>
            </a:extLst>
          </p:cNvPr>
          <p:cNvSpPr txBox="1"/>
          <p:nvPr/>
        </p:nvSpPr>
        <p:spPr>
          <a:xfrm>
            <a:off x="1106556" y="3373557"/>
            <a:ext cx="9978887" cy="2893100"/>
          </a:xfrm>
          <a:prstGeom prst="rect">
            <a:avLst/>
          </a:prstGeom>
          <a:noFill/>
        </p:spPr>
        <p:txBody>
          <a:bodyPr wrap="square" rtlCol="0">
            <a:spAutoFit/>
          </a:bodyPr>
          <a:lstStyle/>
          <a:p>
            <a:r>
              <a:rPr lang="en-US" sz="1400" dirty="0">
                <a:latin typeface="Menlo" panose="020B0609030804020204" pitchFamily="49" charset="0"/>
                <a:ea typeface="Menlo" panose="020B0609030804020204" pitchFamily="49" charset="0"/>
                <a:cs typeface="Menlo" panose="020B0609030804020204" pitchFamily="49" charset="0"/>
              </a:rPr>
              <a:t>diff --git a/</a:t>
            </a:r>
            <a:r>
              <a:rPr lang="en-US" sz="1400" dirty="0" err="1">
                <a:latin typeface="Menlo" panose="020B0609030804020204" pitchFamily="49" charset="0"/>
                <a:ea typeface="Menlo" panose="020B0609030804020204" pitchFamily="49" charset="0"/>
                <a:cs typeface="Menlo" panose="020B0609030804020204" pitchFamily="49" charset="0"/>
              </a:rPr>
              <a:t>src</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err="1">
                <a:latin typeface="Menlo" panose="020B0609030804020204" pitchFamily="49" charset="0"/>
                <a:ea typeface="Menlo" panose="020B0609030804020204" pitchFamily="49" charset="0"/>
                <a:cs typeface="Menlo" panose="020B0609030804020204" pitchFamily="49" charset="0"/>
              </a:rPr>
              <a:t>parser_xml.c</a:t>
            </a:r>
            <a:r>
              <a:rPr lang="en-US" sz="1400" dirty="0">
                <a:latin typeface="Menlo" panose="020B0609030804020204" pitchFamily="49" charset="0"/>
                <a:ea typeface="Menlo" panose="020B0609030804020204" pitchFamily="49" charset="0"/>
                <a:cs typeface="Menlo" panose="020B0609030804020204" pitchFamily="49" charset="0"/>
              </a:rPr>
              <a:t> b/</a:t>
            </a:r>
            <a:r>
              <a:rPr lang="en-US" sz="1400" dirty="0" err="1">
                <a:latin typeface="Menlo" panose="020B0609030804020204" pitchFamily="49" charset="0"/>
                <a:ea typeface="Menlo" panose="020B0609030804020204" pitchFamily="49" charset="0"/>
                <a:cs typeface="Menlo" panose="020B0609030804020204" pitchFamily="49" charset="0"/>
              </a:rPr>
              <a:t>src</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err="1">
                <a:latin typeface="Menlo" panose="020B0609030804020204" pitchFamily="49" charset="0"/>
                <a:ea typeface="Menlo" panose="020B0609030804020204" pitchFamily="49" charset="0"/>
                <a:cs typeface="Menlo" panose="020B0609030804020204" pitchFamily="49" charset="0"/>
              </a:rPr>
              <a:t>parser_xml.c</a:t>
            </a:r>
            <a:endParaRPr lang="en-US" sz="1400" dirty="0">
              <a:latin typeface="Menlo" panose="020B0609030804020204" pitchFamily="49" charset="0"/>
              <a:ea typeface="Menlo" panose="020B0609030804020204" pitchFamily="49" charset="0"/>
              <a:cs typeface="Menlo" panose="020B0609030804020204" pitchFamily="49" charset="0"/>
            </a:endParaRPr>
          </a:p>
          <a:p>
            <a:r>
              <a:rPr lang="en-US" sz="1400" dirty="0">
                <a:latin typeface="Menlo" panose="020B0609030804020204" pitchFamily="49" charset="0"/>
                <a:ea typeface="Menlo" panose="020B0609030804020204" pitchFamily="49" charset="0"/>
                <a:cs typeface="Menlo" panose="020B0609030804020204" pitchFamily="49" charset="0"/>
              </a:rPr>
              <a:t>index 5d97c8e49..6938d3712 100644</a:t>
            </a:r>
          </a:p>
          <a:p>
            <a:r>
              <a:rPr lang="en-US" sz="1400" dirty="0">
                <a:latin typeface="Menlo" panose="020B0609030804020204" pitchFamily="49" charset="0"/>
                <a:ea typeface="Menlo" panose="020B0609030804020204" pitchFamily="49" charset="0"/>
                <a:cs typeface="Menlo" panose="020B0609030804020204" pitchFamily="49" charset="0"/>
              </a:rPr>
              <a:t>--- a/</a:t>
            </a:r>
            <a:r>
              <a:rPr lang="en-US" sz="1400" dirty="0" err="1">
                <a:latin typeface="Menlo" panose="020B0609030804020204" pitchFamily="49" charset="0"/>
                <a:ea typeface="Menlo" panose="020B0609030804020204" pitchFamily="49" charset="0"/>
                <a:cs typeface="Menlo" panose="020B0609030804020204" pitchFamily="49" charset="0"/>
              </a:rPr>
              <a:t>src</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err="1">
                <a:latin typeface="Menlo" panose="020B0609030804020204" pitchFamily="49" charset="0"/>
                <a:ea typeface="Menlo" panose="020B0609030804020204" pitchFamily="49" charset="0"/>
                <a:cs typeface="Menlo" panose="020B0609030804020204" pitchFamily="49" charset="0"/>
              </a:rPr>
              <a:t>parser_xml.c</a:t>
            </a:r>
            <a:endParaRPr lang="en-US" sz="1400" dirty="0">
              <a:latin typeface="Menlo" panose="020B0609030804020204" pitchFamily="49" charset="0"/>
              <a:ea typeface="Menlo" panose="020B0609030804020204" pitchFamily="49" charset="0"/>
              <a:cs typeface="Menlo" panose="020B0609030804020204" pitchFamily="49" charset="0"/>
            </a:endParaRPr>
          </a:p>
          <a:p>
            <a:r>
              <a:rPr lang="en-US" sz="1400" dirty="0">
                <a:latin typeface="Menlo" panose="020B0609030804020204" pitchFamily="49" charset="0"/>
                <a:ea typeface="Menlo" panose="020B0609030804020204" pitchFamily="49" charset="0"/>
                <a:cs typeface="Menlo" panose="020B0609030804020204" pitchFamily="49" charset="0"/>
              </a:rPr>
              <a:t>+++ b/</a:t>
            </a:r>
            <a:r>
              <a:rPr lang="en-US" sz="1400" dirty="0" err="1">
                <a:latin typeface="Menlo" panose="020B0609030804020204" pitchFamily="49" charset="0"/>
                <a:ea typeface="Menlo" panose="020B0609030804020204" pitchFamily="49" charset="0"/>
                <a:cs typeface="Menlo" panose="020B0609030804020204" pitchFamily="49" charset="0"/>
              </a:rPr>
              <a:t>src</a:t>
            </a:r>
            <a:r>
              <a:rPr lang="en-US" sz="1400" dirty="0">
                <a:latin typeface="Menlo" panose="020B0609030804020204" pitchFamily="49" charset="0"/>
                <a:ea typeface="Menlo" panose="020B0609030804020204" pitchFamily="49" charset="0"/>
                <a:cs typeface="Menlo" panose="020B0609030804020204" pitchFamily="49" charset="0"/>
              </a:rPr>
              <a:t>/</a:t>
            </a:r>
            <a:r>
              <a:rPr lang="en-US" sz="1400" dirty="0" err="1">
                <a:latin typeface="Menlo" panose="020B0609030804020204" pitchFamily="49" charset="0"/>
                <a:ea typeface="Menlo" panose="020B0609030804020204" pitchFamily="49" charset="0"/>
                <a:cs typeface="Menlo" panose="020B0609030804020204" pitchFamily="49" charset="0"/>
              </a:rPr>
              <a:t>parser_xml.c</a:t>
            </a:r>
            <a:endParaRPr lang="en-US" sz="1400" dirty="0">
              <a:latin typeface="Menlo" panose="020B0609030804020204" pitchFamily="49" charset="0"/>
              <a:ea typeface="Menlo" panose="020B0609030804020204" pitchFamily="49" charset="0"/>
              <a:cs typeface="Menlo" panose="020B0609030804020204" pitchFamily="49" charset="0"/>
            </a:endParaRPr>
          </a:p>
          <a:p>
            <a:r>
              <a:rPr lang="en-US" sz="1400" dirty="0">
                <a:latin typeface="Menlo" panose="020B0609030804020204" pitchFamily="49" charset="0"/>
                <a:ea typeface="Menlo" panose="020B0609030804020204" pitchFamily="49" charset="0"/>
                <a:cs typeface="Menlo" panose="020B0609030804020204" pitchFamily="49" charset="0"/>
              </a:rPr>
              <a:t>@@ -931,7 +931,7 @@ </a:t>
            </a:r>
            <a:r>
              <a:rPr lang="en-US" sz="1400" dirty="0" err="1">
                <a:latin typeface="Menlo" panose="020B0609030804020204" pitchFamily="49" charset="0"/>
                <a:ea typeface="Menlo" panose="020B0609030804020204" pitchFamily="49" charset="0"/>
                <a:cs typeface="Menlo" panose="020B0609030804020204" pitchFamily="49" charset="0"/>
              </a:rPr>
              <a:t>lydxml_subtree_any</a:t>
            </a:r>
            <a:r>
              <a:rPr lang="en-US" sz="1400" dirty="0">
                <a:latin typeface="Menlo" panose="020B0609030804020204" pitchFamily="49" charset="0"/>
                <a:ea typeface="Menlo" panose="020B0609030804020204" pitchFamily="49" charset="0"/>
                <a:cs typeface="Menlo" panose="020B0609030804020204" pitchFamily="49" charset="0"/>
              </a:rPr>
              <a:t>(struct </a:t>
            </a:r>
            <a:r>
              <a:rPr lang="en-US" sz="1400" dirty="0" err="1">
                <a:latin typeface="Menlo" panose="020B0609030804020204" pitchFamily="49" charset="0"/>
                <a:ea typeface="Menlo" panose="020B0609030804020204" pitchFamily="49" charset="0"/>
                <a:cs typeface="Menlo" panose="020B0609030804020204" pitchFamily="49" charset="0"/>
              </a:rPr>
              <a:t>lyd_xml_ctx</a:t>
            </a:r>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lydctx</a:t>
            </a:r>
            <a:r>
              <a:rPr lang="en-US" sz="1400" dirty="0">
                <a:latin typeface="Menlo" panose="020B0609030804020204" pitchFamily="49" charset="0"/>
                <a:ea typeface="Menlo" panose="020B0609030804020204" pitchFamily="49" charset="0"/>
                <a:cs typeface="Menlo" panose="020B0609030804020204" pitchFamily="49" charset="0"/>
              </a:rPr>
              <a:t>, const struct </a:t>
            </a:r>
            <a:r>
              <a:rPr lang="en-US" sz="1400" dirty="0" err="1">
                <a:latin typeface="Menlo" panose="020B0609030804020204" pitchFamily="49" charset="0"/>
                <a:ea typeface="Menlo" panose="020B0609030804020204" pitchFamily="49" charset="0"/>
                <a:cs typeface="Menlo" panose="020B0609030804020204" pitchFamily="49" charset="0"/>
              </a:rPr>
              <a:t>lysc_node</a:t>
            </a:r>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snode</a:t>
            </a:r>
            <a:r>
              <a:rPr lang="en-US" sz="1400" dirty="0">
                <a:latin typeface="Menlo" panose="020B0609030804020204" pitchFamily="49" charset="0"/>
                <a:ea typeface="Menlo" panose="020B0609030804020204" pitchFamily="49" charset="0"/>
                <a:cs typeface="Menlo" panose="020B0609030804020204" pitchFamily="49" charset="0"/>
              </a:rPr>
              <a:t>, co</a:t>
            </a:r>
          </a:p>
          <a:p>
            <a:r>
              <a:rPr lang="en-US" sz="1400" dirty="0">
                <a:latin typeface="Menlo" panose="020B0609030804020204" pitchFamily="49" charset="0"/>
                <a:ea typeface="Menlo" panose="020B0609030804020204" pitchFamily="49" charset="0"/>
                <a:cs typeface="Menlo" panose="020B0609030804020204" pitchFamily="49" charset="0"/>
              </a:rPr>
              <a:t>         LY_CHECK_ERR_GOTO(r, </a:t>
            </a:r>
            <a:r>
              <a:rPr lang="en-US" sz="1400" dirty="0" err="1">
                <a:latin typeface="Menlo" panose="020B0609030804020204" pitchFamily="49" charset="0"/>
                <a:ea typeface="Menlo" panose="020B0609030804020204" pitchFamily="49" charset="0"/>
                <a:cs typeface="Menlo" panose="020B0609030804020204" pitchFamily="49" charset="0"/>
              </a:rPr>
              <a:t>rc</a:t>
            </a:r>
            <a:r>
              <a:rPr lang="en-US" sz="1400" dirty="0">
                <a:latin typeface="Menlo" panose="020B0609030804020204" pitchFamily="49" charset="0"/>
                <a:ea typeface="Menlo" panose="020B0609030804020204" pitchFamily="49" charset="0"/>
                <a:cs typeface="Menlo" panose="020B0609030804020204" pitchFamily="49" charset="0"/>
              </a:rPr>
              <a:t> = r, cleanup);</a:t>
            </a:r>
          </a:p>
          <a:p>
            <a:endParaRPr lang="en-US" sz="1400" dirty="0">
              <a:latin typeface="Menlo" panose="020B0609030804020204" pitchFamily="49" charset="0"/>
              <a:ea typeface="Menlo" panose="020B0609030804020204" pitchFamily="49" charset="0"/>
              <a:cs typeface="Menlo" panose="020B0609030804020204" pitchFamily="49" charset="0"/>
            </a:endParaRPr>
          </a:p>
          <a:p>
            <a:r>
              <a:rPr lang="en-US" sz="1400" dirty="0">
                <a:latin typeface="Menlo" panose="020B0609030804020204" pitchFamily="49" charset="0"/>
                <a:ea typeface="Menlo" panose="020B0609030804020204" pitchFamily="49" charset="0"/>
                <a:cs typeface="Menlo" panose="020B0609030804020204" pitchFamily="49" charset="0"/>
              </a:rPr>
              <a:t>         /* update options so that generic data can be parsed */</a:t>
            </a:r>
          </a:p>
          <a:p>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lydctx</a:t>
            </a:r>
            <a:r>
              <a:rPr lang="en-US" sz="1400" dirty="0">
                <a:latin typeface="Menlo" panose="020B0609030804020204" pitchFamily="49" charset="0"/>
                <a:ea typeface="Menlo" panose="020B0609030804020204" pitchFamily="49" charset="0"/>
                <a:cs typeface="Menlo" panose="020B0609030804020204" pitchFamily="49" charset="0"/>
              </a:rPr>
              <a:t>-&gt;</a:t>
            </a:r>
            <a:r>
              <a:rPr lang="en-US" sz="1400" dirty="0" err="1">
                <a:latin typeface="Menlo" panose="020B0609030804020204" pitchFamily="49" charset="0"/>
                <a:ea typeface="Menlo" panose="020B0609030804020204" pitchFamily="49" charset="0"/>
                <a:cs typeface="Menlo" panose="020B0609030804020204" pitchFamily="49" charset="0"/>
              </a:rPr>
              <a:t>parse_opts</a:t>
            </a:r>
            <a:r>
              <a:rPr lang="en-US" sz="1400" dirty="0">
                <a:latin typeface="Menlo" panose="020B0609030804020204" pitchFamily="49" charset="0"/>
                <a:ea typeface="Menlo" panose="020B0609030804020204" pitchFamily="49" charset="0"/>
                <a:cs typeface="Menlo" panose="020B0609030804020204" pitchFamily="49" charset="0"/>
              </a:rPr>
              <a:t> &amp;= ~LYD_PARSE_STRICT;</a:t>
            </a:r>
          </a:p>
          <a:p>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lydctx</a:t>
            </a:r>
            <a:r>
              <a:rPr lang="en-US" sz="1400" dirty="0">
                <a:latin typeface="Menlo" panose="020B0609030804020204" pitchFamily="49" charset="0"/>
                <a:ea typeface="Menlo" panose="020B0609030804020204" pitchFamily="49" charset="0"/>
                <a:cs typeface="Menlo" panose="020B0609030804020204" pitchFamily="49" charset="0"/>
              </a:rPr>
              <a:t>-&gt;</a:t>
            </a:r>
            <a:r>
              <a:rPr lang="en-US" sz="1400" dirty="0" err="1">
                <a:latin typeface="Menlo" panose="020B0609030804020204" pitchFamily="49" charset="0"/>
                <a:ea typeface="Menlo" panose="020B0609030804020204" pitchFamily="49" charset="0"/>
                <a:cs typeface="Menlo" panose="020B0609030804020204" pitchFamily="49" charset="0"/>
              </a:rPr>
              <a:t>parse_opts</a:t>
            </a:r>
            <a:r>
              <a:rPr lang="en-US" sz="1400" dirty="0">
                <a:latin typeface="Menlo" panose="020B0609030804020204" pitchFamily="49" charset="0"/>
                <a:ea typeface="Menlo" panose="020B0609030804020204" pitchFamily="49" charset="0"/>
                <a:cs typeface="Menlo" panose="020B0609030804020204" pitchFamily="49" charset="0"/>
              </a:rPr>
              <a:t> &amp;= ~LYD_PARSE_STRICT;</a:t>
            </a:r>
          </a:p>
          <a:p>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lydctx</a:t>
            </a:r>
            <a:r>
              <a:rPr lang="en-US" sz="1400" dirty="0">
                <a:latin typeface="Menlo" panose="020B0609030804020204" pitchFamily="49" charset="0"/>
                <a:ea typeface="Menlo" panose="020B0609030804020204" pitchFamily="49" charset="0"/>
                <a:cs typeface="Menlo" panose="020B0609030804020204" pitchFamily="49" charset="0"/>
              </a:rPr>
              <a:t>-&gt;</a:t>
            </a:r>
            <a:r>
              <a:rPr lang="en-US" sz="1400" dirty="0" err="1">
                <a:latin typeface="Menlo" panose="020B0609030804020204" pitchFamily="49" charset="0"/>
                <a:ea typeface="Menlo" panose="020B0609030804020204" pitchFamily="49" charset="0"/>
                <a:cs typeface="Menlo" panose="020B0609030804020204" pitchFamily="49" charset="0"/>
              </a:rPr>
              <a:t>parse_opts</a:t>
            </a:r>
            <a:r>
              <a:rPr lang="en-US" sz="1400" dirty="0">
                <a:latin typeface="Menlo" panose="020B0609030804020204" pitchFamily="49" charset="0"/>
                <a:ea typeface="Menlo" panose="020B0609030804020204" pitchFamily="49" charset="0"/>
                <a:cs typeface="Menlo" panose="020B0609030804020204" pitchFamily="49" charset="0"/>
              </a:rPr>
              <a:t> |= LYD_PARSE_OPAQ | (</a:t>
            </a:r>
            <a:r>
              <a:rPr lang="en-US" sz="1400" dirty="0" err="1">
                <a:latin typeface="Menlo" panose="020B0609030804020204" pitchFamily="49" charset="0"/>
                <a:ea typeface="Menlo" panose="020B0609030804020204" pitchFamily="49" charset="0"/>
                <a:cs typeface="Menlo" panose="020B0609030804020204" pitchFamily="49" charset="0"/>
              </a:rPr>
              <a:t>ext</a:t>
            </a:r>
            <a:r>
              <a:rPr lang="en-US" sz="1400" dirty="0">
                <a:latin typeface="Menlo" panose="020B0609030804020204" pitchFamily="49" charset="0"/>
                <a:ea typeface="Menlo" panose="020B0609030804020204" pitchFamily="49" charset="0"/>
                <a:cs typeface="Menlo" panose="020B0609030804020204" pitchFamily="49" charset="0"/>
              </a:rPr>
              <a:t> ? LYD_PARSE_ONLY : 0);</a:t>
            </a:r>
          </a:p>
          <a:p>
            <a:r>
              <a:rPr lang="en-US" sz="1400" dirty="0">
                <a:latin typeface="Menlo" panose="020B0609030804020204" pitchFamily="49" charset="0"/>
                <a:ea typeface="Menlo" panose="020B0609030804020204" pitchFamily="49" charset="0"/>
                <a:cs typeface="Menlo" panose="020B0609030804020204" pitchFamily="49" charset="0"/>
              </a:rPr>
              <a:t>         </a:t>
            </a:r>
            <a:r>
              <a:rPr lang="en-US" sz="1400" dirty="0" err="1">
                <a:latin typeface="Menlo" panose="020B0609030804020204" pitchFamily="49" charset="0"/>
                <a:ea typeface="Menlo" panose="020B0609030804020204" pitchFamily="49" charset="0"/>
                <a:cs typeface="Menlo" panose="020B0609030804020204" pitchFamily="49" charset="0"/>
              </a:rPr>
              <a:t>lydctx</a:t>
            </a:r>
            <a:r>
              <a:rPr lang="en-US" sz="1400" dirty="0">
                <a:latin typeface="Menlo" panose="020B0609030804020204" pitchFamily="49" charset="0"/>
                <a:ea typeface="Menlo" panose="020B0609030804020204" pitchFamily="49" charset="0"/>
                <a:cs typeface="Menlo" panose="020B0609030804020204" pitchFamily="49" charset="0"/>
              </a:rPr>
              <a:t>-&gt;</a:t>
            </a:r>
            <a:r>
              <a:rPr lang="en-US" sz="1400" dirty="0" err="1">
                <a:latin typeface="Menlo" panose="020B0609030804020204" pitchFamily="49" charset="0"/>
                <a:ea typeface="Menlo" panose="020B0609030804020204" pitchFamily="49" charset="0"/>
                <a:cs typeface="Menlo" panose="020B0609030804020204" pitchFamily="49" charset="0"/>
              </a:rPr>
              <a:t>int_opts</a:t>
            </a:r>
            <a:r>
              <a:rPr lang="en-US" sz="1400" dirty="0">
                <a:latin typeface="Menlo" panose="020B0609030804020204" pitchFamily="49" charset="0"/>
                <a:ea typeface="Menlo" panose="020B0609030804020204" pitchFamily="49" charset="0"/>
                <a:cs typeface="Menlo" panose="020B0609030804020204" pitchFamily="49" charset="0"/>
              </a:rPr>
              <a:t> |= LYD_INTOPT_ANY | LYD_INTOPT_WITH_SIBLINGS;</a:t>
            </a:r>
          </a:p>
        </p:txBody>
      </p:sp>
    </p:spTree>
    <p:extLst>
      <p:ext uri="{BB962C8B-B14F-4D97-AF65-F5344CB8AC3E}">
        <p14:creationId xmlns:p14="http://schemas.microsoft.com/office/powerpoint/2010/main" val="561503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4BB0C-D0A2-EA7A-0176-44C7ECAB68FC}"/>
              </a:ext>
            </a:extLst>
          </p:cNvPr>
          <p:cNvSpPr>
            <a:spLocks noGrp="1"/>
          </p:cNvSpPr>
          <p:nvPr>
            <p:ph type="title"/>
          </p:nvPr>
        </p:nvSpPr>
        <p:spPr/>
        <p:txBody>
          <a:bodyPr/>
          <a:lstStyle/>
          <a:p>
            <a:r>
              <a:rPr lang="en-US" dirty="0"/>
              <a:t>Question and next steps </a:t>
            </a:r>
          </a:p>
        </p:txBody>
      </p:sp>
      <p:sp>
        <p:nvSpPr>
          <p:cNvPr id="3" name="Content Placeholder 2">
            <a:extLst>
              <a:ext uri="{FF2B5EF4-FFF2-40B4-BE49-F238E27FC236}">
                <a16:creationId xmlns:a16="http://schemas.microsoft.com/office/drawing/2014/main" id="{098954DF-7793-236C-7442-ECF777AA7481}"/>
              </a:ext>
            </a:extLst>
          </p:cNvPr>
          <p:cNvSpPr>
            <a:spLocks noGrp="1"/>
          </p:cNvSpPr>
          <p:nvPr>
            <p:ph idx="1"/>
          </p:nvPr>
        </p:nvSpPr>
        <p:spPr/>
        <p:txBody>
          <a:bodyPr/>
          <a:lstStyle/>
          <a:p>
            <a:r>
              <a:rPr lang="en-US" dirty="0"/>
              <a:t>We clarified with NMOP, NETMOD chairs and Mahesh as OPS Area AD which working group would apply. Since the document proposes an update to </a:t>
            </a:r>
            <a:r>
              <a:rPr lang="en-US" dirty="0">
                <a:hlinkClick r:id="rId2"/>
              </a:rPr>
              <a:t>RFC 7950</a:t>
            </a:r>
            <a:r>
              <a:rPr lang="en-US" dirty="0"/>
              <a:t>, NETMOD would be the target working group according to Mahesh. </a:t>
            </a:r>
            <a:br>
              <a:rPr lang="en-US" dirty="0"/>
            </a:br>
            <a:r>
              <a:rPr lang="en-US" dirty="0">
                <a:solidFill>
                  <a:srgbClr val="FF0000"/>
                </a:solidFill>
              </a:rPr>
              <a:t>-&gt; Therefore, we request NETMOD working group adoption</a:t>
            </a:r>
          </a:p>
          <a:p>
            <a:r>
              <a:rPr lang="en-US" dirty="0"/>
              <a:t>Extend the</a:t>
            </a:r>
            <a:r>
              <a:rPr lang="en-US" dirty="0">
                <a:hlinkClick r:id="rId3"/>
              </a:rPr>
              <a:t> libyang </a:t>
            </a:r>
            <a:r>
              <a:rPr lang="en-US" dirty="0"/>
              <a:t>implementation to support complete validation.</a:t>
            </a:r>
          </a:p>
          <a:p>
            <a:r>
              <a:rPr lang="en-US" dirty="0"/>
              <a:t>Push changes to </a:t>
            </a:r>
            <a:r>
              <a:rPr lang="en-US" dirty="0">
                <a:hlinkClick r:id="rId3"/>
              </a:rPr>
              <a:t>libyang</a:t>
            </a:r>
            <a:r>
              <a:rPr lang="en-US" dirty="0"/>
              <a:t> and make them accessible via </a:t>
            </a:r>
            <a:r>
              <a:rPr lang="en-US" dirty="0" err="1"/>
              <a:t>yanglint</a:t>
            </a:r>
            <a:r>
              <a:rPr lang="en-US" dirty="0"/>
              <a:t>.</a:t>
            </a:r>
          </a:p>
        </p:txBody>
      </p:sp>
      <p:sp>
        <p:nvSpPr>
          <p:cNvPr id="4" name="Slide Number Placeholder 3">
            <a:extLst>
              <a:ext uri="{FF2B5EF4-FFF2-40B4-BE49-F238E27FC236}">
                <a16:creationId xmlns:a16="http://schemas.microsoft.com/office/drawing/2014/main" id="{9729BDC7-C2AB-D199-D275-CB8F7AA27FD5}"/>
              </a:ext>
            </a:extLst>
          </p:cNvPr>
          <p:cNvSpPr>
            <a:spLocks noGrp="1"/>
          </p:cNvSpPr>
          <p:nvPr>
            <p:ph type="sldNum" sz="quarter" idx="12"/>
          </p:nvPr>
        </p:nvSpPr>
        <p:spPr/>
        <p:txBody>
          <a:bodyPr/>
          <a:lstStyle/>
          <a:p>
            <a:fld id="{FC4AC485-25DE-431E-B345-9C0A15BB7F8A}" type="slidenum">
              <a:rPr lang="de-CH" smtClean="0"/>
              <a:t>8</a:t>
            </a:fld>
            <a:endParaRPr lang="de-CH"/>
          </a:p>
        </p:txBody>
      </p:sp>
    </p:spTree>
    <p:extLst>
      <p:ext uri="{BB962C8B-B14F-4D97-AF65-F5344CB8AC3E}">
        <p14:creationId xmlns:p14="http://schemas.microsoft.com/office/powerpoint/2010/main" val="585470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9737-6AB4-C20A-5303-4A1954E112AE}"/>
              </a:ext>
            </a:extLst>
          </p:cNvPr>
          <p:cNvSpPr>
            <a:spLocks noGrp="1"/>
          </p:cNvSpPr>
          <p:nvPr>
            <p:ph type="title"/>
          </p:nvPr>
        </p:nvSpPr>
        <p:spPr/>
        <p:txBody>
          <a:bodyPr>
            <a:normAutofit/>
          </a:bodyPr>
          <a:lstStyle/>
          <a:p>
            <a:r>
              <a:rPr lang="en-US" sz="4400" dirty="0"/>
              <a:t>Where </a:t>
            </a:r>
            <a:r>
              <a:rPr lang="en-US" sz="4400" dirty="0" err="1"/>
              <a:t>anydata</a:t>
            </a:r>
            <a:r>
              <a:rPr lang="en-US" sz="4400" dirty="0"/>
              <a:t> is currently used?</a:t>
            </a:r>
            <a:br>
              <a:rPr lang="en-US" sz="4400" dirty="0"/>
            </a:br>
            <a:r>
              <a:rPr lang="en-US" sz="3300" dirty="0">
                <a:solidFill>
                  <a:schemeClr val="bg2">
                    <a:lumMod val="75000"/>
                  </a:schemeClr>
                </a:solidFill>
              </a:rPr>
              <a:t>incomplete list</a:t>
            </a:r>
            <a:endParaRPr lang="en-US" sz="3300" dirty="0"/>
          </a:p>
        </p:txBody>
      </p:sp>
      <p:sp>
        <p:nvSpPr>
          <p:cNvPr id="3" name="Content Placeholder 2">
            <a:extLst>
              <a:ext uri="{FF2B5EF4-FFF2-40B4-BE49-F238E27FC236}">
                <a16:creationId xmlns:a16="http://schemas.microsoft.com/office/drawing/2014/main" id="{F7939CAC-AD37-E803-B212-EA599ADCC2D1}"/>
              </a:ext>
            </a:extLst>
          </p:cNvPr>
          <p:cNvSpPr>
            <a:spLocks noGrp="1"/>
          </p:cNvSpPr>
          <p:nvPr>
            <p:ph idx="1"/>
          </p:nvPr>
        </p:nvSpPr>
        <p:spPr/>
        <p:txBody>
          <a:bodyPr/>
          <a:lstStyle/>
          <a:p>
            <a:pPr lvl="1"/>
            <a:r>
              <a:rPr lang="en-US" b="0" dirty="0">
                <a:solidFill>
                  <a:srgbClr val="000000"/>
                </a:solidFill>
                <a:effectLst/>
                <a:latin typeface="Menlo" panose="020B0609030804020204" pitchFamily="49" charset="0"/>
                <a:hlinkClick r:id="rId2"/>
              </a:rPr>
              <a:t>RFC 8342</a:t>
            </a:r>
            <a:r>
              <a:rPr lang="en-US" b="0" dirty="0">
                <a:solidFill>
                  <a:srgbClr val="000000"/>
                </a:solidFill>
                <a:effectLst/>
                <a:latin typeface="Menlo" panose="020B0609030804020204" pitchFamily="49" charset="0"/>
              </a:rPr>
              <a:t>: </a:t>
            </a:r>
            <a:r>
              <a:rPr lang="en-US" b="0" dirty="0" err="1">
                <a:solidFill>
                  <a:srgbClr val="000000"/>
                </a:solidFill>
                <a:effectLst/>
                <a:latin typeface="Menlo" panose="020B0609030804020204" pitchFamily="49" charset="0"/>
              </a:rPr>
              <a:t>ietf-netconf-nmda</a:t>
            </a:r>
            <a:endParaRPr lang="en-US" b="0" dirty="0">
              <a:solidFill>
                <a:srgbClr val="000000"/>
              </a:solidFill>
              <a:effectLst/>
              <a:latin typeface="Menlo" panose="020B0609030804020204" pitchFamily="49" charset="0"/>
            </a:endParaRPr>
          </a:p>
          <a:p>
            <a:pPr lvl="1"/>
            <a:r>
              <a:rPr lang="en-US" b="0" dirty="0">
                <a:solidFill>
                  <a:srgbClr val="000000"/>
                </a:solidFill>
                <a:effectLst/>
                <a:latin typeface="Menlo" panose="020B0609030804020204" pitchFamily="49" charset="0"/>
                <a:hlinkClick r:id="rId3"/>
              </a:rPr>
              <a:t>RFC 9144</a:t>
            </a:r>
            <a:r>
              <a:rPr lang="en-US" b="0" dirty="0">
                <a:solidFill>
                  <a:srgbClr val="000000"/>
                </a:solidFill>
                <a:effectLst/>
                <a:latin typeface="Menlo" panose="020B0609030804020204" pitchFamily="49" charset="0"/>
              </a:rPr>
              <a:t>: </a:t>
            </a:r>
            <a:r>
              <a:rPr lang="en-US" b="0" dirty="0" err="1">
                <a:solidFill>
                  <a:srgbClr val="000000"/>
                </a:solidFill>
                <a:effectLst/>
                <a:latin typeface="Menlo" panose="020B0609030804020204" pitchFamily="49" charset="0"/>
              </a:rPr>
              <a:t>ietf</a:t>
            </a:r>
            <a:r>
              <a:rPr lang="en-US" b="0" dirty="0">
                <a:solidFill>
                  <a:srgbClr val="000000"/>
                </a:solidFill>
                <a:effectLst/>
                <a:latin typeface="Menlo" panose="020B0609030804020204" pitchFamily="49" charset="0"/>
              </a:rPr>
              <a:t>-</a:t>
            </a:r>
            <a:r>
              <a:rPr lang="en-US" b="0" dirty="0" err="1">
                <a:solidFill>
                  <a:srgbClr val="000000"/>
                </a:solidFill>
                <a:effectLst/>
                <a:latin typeface="Menlo" panose="020B0609030804020204" pitchFamily="49" charset="0"/>
              </a:rPr>
              <a:t>nmda</a:t>
            </a:r>
            <a:r>
              <a:rPr lang="en-US" b="0" dirty="0">
                <a:solidFill>
                  <a:srgbClr val="000000"/>
                </a:solidFill>
                <a:effectLst/>
                <a:latin typeface="Menlo" panose="020B0609030804020204" pitchFamily="49" charset="0"/>
              </a:rPr>
              <a:t>-compare</a:t>
            </a:r>
          </a:p>
          <a:p>
            <a:pPr lvl="1"/>
            <a:r>
              <a:rPr lang="en-US" b="0" dirty="0">
                <a:solidFill>
                  <a:srgbClr val="000000"/>
                </a:solidFill>
                <a:effectLst/>
                <a:latin typeface="Menlo" panose="020B0609030804020204" pitchFamily="49" charset="0"/>
                <a:hlinkClick r:id="rId4"/>
              </a:rPr>
              <a:t>RFC 8040</a:t>
            </a:r>
            <a:r>
              <a:rPr lang="en-US" b="0" dirty="0">
                <a:solidFill>
                  <a:srgbClr val="000000"/>
                </a:solidFill>
                <a:effectLst/>
                <a:latin typeface="Menlo" panose="020B0609030804020204" pitchFamily="49" charset="0"/>
              </a:rPr>
              <a:t>: </a:t>
            </a:r>
            <a:r>
              <a:rPr lang="en-US" b="0" dirty="0" err="1">
                <a:solidFill>
                  <a:srgbClr val="000000"/>
                </a:solidFill>
                <a:effectLst/>
                <a:latin typeface="Menlo" panose="020B0609030804020204" pitchFamily="49" charset="0"/>
              </a:rPr>
              <a:t>ietf-restconf</a:t>
            </a:r>
            <a:endParaRPr lang="en-US" b="0" dirty="0">
              <a:solidFill>
                <a:srgbClr val="000000"/>
              </a:solidFill>
              <a:effectLst/>
              <a:latin typeface="Menlo" panose="020B0609030804020204" pitchFamily="49" charset="0"/>
            </a:endParaRPr>
          </a:p>
          <a:p>
            <a:pPr lvl="1"/>
            <a:r>
              <a:rPr lang="en-US" dirty="0">
                <a:solidFill>
                  <a:srgbClr val="000000"/>
                </a:solidFill>
                <a:latin typeface="Menlo" panose="020B0609030804020204" pitchFamily="49" charset="0"/>
                <a:hlinkClick r:id="rId5"/>
              </a:rPr>
              <a:t>RFC 8639</a:t>
            </a:r>
            <a:r>
              <a:rPr lang="en-US" dirty="0">
                <a:solidFill>
                  <a:srgbClr val="000000"/>
                </a:solidFill>
                <a:latin typeface="Menlo" panose="020B0609030804020204" pitchFamily="49" charset="0"/>
              </a:rPr>
              <a:t>: </a:t>
            </a:r>
            <a:r>
              <a:rPr lang="en-US" b="0" dirty="0" err="1">
                <a:solidFill>
                  <a:srgbClr val="000000"/>
                </a:solidFill>
                <a:effectLst/>
                <a:latin typeface="Menlo" panose="020B0609030804020204" pitchFamily="49" charset="0"/>
              </a:rPr>
              <a:t>ietf</a:t>
            </a:r>
            <a:r>
              <a:rPr lang="en-US" b="0" dirty="0">
                <a:solidFill>
                  <a:srgbClr val="000000"/>
                </a:solidFill>
                <a:effectLst/>
                <a:latin typeface="Menlo" panose="020B0609030804020204" pitchFamily="49" charset="0"/>
              </a:rPr>
              <a:t>-subscribed-notifications</a:t>
            </a:r>
          </a:p>
          <a:p>
            <a:pPr lvl="1"/>
            <a:r>
              <a:rPr lang="en-US" dirty="0">
                <a:solidFill>
                  <a:srgbClr val="000000"/>
                </a:solidFill>
                <a:latin typeface="Menlo" panose="020B0609030804020204" pitchFamily="49" charset="0"/>
                <a:hlinkClick r:id="rId6"/>
              </a:rPr>
              <a:t>RFC 9195</a:t>
            </a:r>
            <a:r>
              <a:rPr lang="en-US" dirty="0">
                <a:solidFill>
                  <a:srgbClr val="000000"/>
                </a:solidFill>
                <a:latin typeface="Menlo" panose="020B0609030804020204" pitchFamily="49" charset="0"/>
              </a:rPr>
              <a:t>: </a:t>
            </a:r>
            <a:r>
              <a:rPr lang="en-US" b="0" dirty="0" err="1">
                <a:solidFill>
                  <a:srgbClr val="000000"/>
                </a:solidFill>
                <a:effectLst/>
                <a:latin typeface="Menlo" panose="020B0609030804020204" pitchFamily="49" charset="0"/>
              </a:rPr>
              <a:t>ietf</a:t>
            </a:r>
            <a:r>
              <a:rPr lang="en-US" b="0" dirty="0">
                <a:solidFill>
                  <a:srgbClr val="000000"/>
                </a:solidFill>
                <a:effectLst/>
                <a:latin typeface="Menlo" panose="020B0609030804020204" pitchFamily="49" charset="0"/>
              </a:rPr>
              <a:t>-yang-instance-data</a:t>
            </a:r>
          </a:p>
          <a:p>
            <a:pPr lvl="1"/>
            <a:r>
              <a:rPr lang="en-US" b="0" dirty="0">
                <a:solidFill>
                  <a:srgbClr val="000000"/>
                </a:solidFill>
                <a:effectLst/>
                <a:latin typeface="Menlo" panose="020B0609030804020204" pitchFamily="49" charset="0"/>
                <a:hlinkClick r:id="rId7"/>
              </a:rPr>
              <a:t>RFC 8072</a:t>
            </a:r>
            <a:r>
              <a:rPr lang="en-US" b="0" dirty="0">
                <a:solidFill>
                  <a:srgbClr val="000000"/>
                </a:solidFill>
                <a:effectLst/>
                <a:latin typeface="Menlo" panose="020B0609030804020204" pitchFamily="49" charset="0"/>
              </a:rPr>
              <a:t>: </a:t>
            </a:r>
            <a:r>
              <a:rPr lang="en-US" b="0" dirty="0" err="1">
                <a:solidFill>
                  <a:srgbClr val="000000"/>
                </a:solidFill>
                <a:effectLst/>
                <a:latin typeface="Menlo" panose="020B0609030804020204" pitchFamily="49" charset="0"/>
              </a:rPr>
              <a:t>ietf</a:t>
            </a:r>
            <a:r>
              <a:rPr lang="en-US" b="0" dirty="0">
                <a:solidFill>
                  <a:srgbClr val="000000"/>
                </a:solidFill>
                <a:effectLst/>
                <a:latin typeface="Menlo" panose="020B0609030804020204" pitchFamily="49" charset="0"/>
              </a:rPr>
              <a:t>-yang-patch</a:t>
            </a:r>
          </a:p>
          <a:p>
            <a:pPr lvl="1"/>
            <a:r>
              <a:rPr lang="en-US" dirty="0">
                <a:solidFill>
                  <a:srgbClr val="000000"/>
                </a:solidFill>
                <a:latin typeface="Menlo" panose="020B0609030804020204" pitchFamily="49" charset="0"/>
                <a:hlinkClick r:id="rId8"/>
              </a:rPr>
              <a:t>RFC 8641</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ietf</a:t>
            </a:r>
            <a:r>
              <a:rPr lang="en-US" dirty="0">
                <a:solidFill>
                  <a:srgbClr val="000000"/>
                </a:solidFill>
                <a:latin typeface="Menlo" panose="020B0609030804020204" pitchFamily="49" charset="0"/>
              </a:rPr>
              <a:t>-yang-push</a:t>
            </a:r>
          </a:p>
          <a:p>
            <a:pPr lvl="1"/>
            <a:r>
              <a:rPr lang="en-US" b="0" dirty="0">
                <a:solidFill>
                  <a:srgbClr val="000000"/>
                </a:solidFill>
                <a:effectLst/>
                <a:latin typeface="Menlo" panose="020B0609030804020204" pitchFamily="49" charset="0"/>
                <a:hlinkClick r:id="rId9"/>
              </a:rPr>
              <a:t>RFC 8532</a:t>
            </a:r>
            <a:r>
              <a:rPr lang="en-US" b="0" dirty="0">
                <a:solidFill>
                  <a:srgbClr val="000000"/>
                </a:solidFill>
                <a:effectLst/>
                <a:latin typeface="Menlo" panose="020B0609030804020204" pitchFamily="49" charset="0"/>
              </a:rPr>
              <a:t>: </a:t>
            </a:r>
            <a:r>
              <a:rPr lang="en-US" b="0" dirty="0" err="1">
                <a:solidFill>
                  <a:srgbClr val="000000"/>
                </a:solidFill>
                <a:effectLst/>
                <a:latin typeface="Menlo" panose="020B0609030804020204" pitchFamily="49" charset="0"/>
              </a:rPr>
              <a:t>ietf</a:t>
            </a:r>
            <a:r>
              <a:rPr lang="en-US" b="0" dirty="0">
                <a:solidFill>
                  <a:srgbClr val="000000"/>
                </a:solidFill>
                <a:effectLst/>
                <a:latin typeface="Menlo" panose="020B0609030804020204" pitchFamily="49" charset="0"/>
              </a:rPr>
              <a:t>-connectionless-</a:t>
            </a:r>
            <a:r>
              <a:rPr lang="en-US" b="0" dirty="0" err="1">
                <a:solidFill>
                  <a:srgbClr val="000000"/>
                </a:solidFill>
                <a:effectLst/>
                <a:latin typeface="Menlo" panose="020B0609030804020204" pitchFamily="49" charset="0"/>
              </a:rPr>
              <a:t>oam</a:t>
            </a:r>
            <a:r>
              <a:rPr lang="en-US" b="0" dirty="0">
                <a:solidFill>
                  <a:srgbClr val="000000"/>
                </a:solidFill>
                <a:effectLst/>
                <a:latin typeface="Menlo" panose="020B0609030804020204" pitchFamily="49" charset="0"/>
              </a:rPr>
              <a:t> (uses yang mount)</a:t>
            </a:r>
            <a:endParaRPr lang="en-US" dirty="0">
              <a:solidFill>
                <a:srgbClr val="000000"/>
              </a:solidFill>
              <a:latin typeface="Menlo" panose="020B0609030804020204" pitchFamily="49" charset="0"/>
            </a:endParaRPr>
          </a:p>
          <a:p>
            <a:pPr lvl="1"/>
            <a:r>
              <a:rPr lang="en-US" b="0" dirty="0">
                <a:solidFill>
                  <a:srgbClr val="000000"/>
                </a:solidFill>
                <a:effectLst/>
                <a:latin typeface="Menlo" panose="020B0609030804020204" pitchFamily="49" charset="0"/>
                <a:hlinkClick r:id="rId10"/>
              </a:rPr>
              <a:t>RFC 8791</a:t>
            </a:r>
            <a:r>
              <a:rPr lang="en-US" b="0" dirty="0">
                <a:solidFill>
                  <a:srgbClr val="000000"/>
                </a:solidFill>
                <a:effectLst/>
                <a:latin typeface="Menlo" panose="020B0609030804020204" pitchFamily="49" charset="0"/>
              </a:rPr>
              <a:t>: any YANG data structure is encoded the same way as </a:t>
            </a:r>
            <a:r>
              <a:rPr lang="en-US" b="0" dirty="0" err="1">
                <a:solidFill>
                  <a:srgbClr val="000000"/>
                </a:solidFill>
                <a:effectLst/>
                <a:latin typeface="Menlo" panose="020B0609030804020204" pitchFamily="49" charset="0"/>
              </a:rPr>
              <a:t>anydata</a:t>
            </a:r>
            <a:r>
              <a:rPr lang="en-US" b="0" dirty="0">
                <a:solidFill>
                  <a:srgbClr val="000000"/>
                </a:solidFill>
                <a:effectLst/>
                <a:latin typeface="Menlo" panose="020B0609030804020204" pitchFamily="49" charset="0"/>
              </a:rPr>
              <a:t> node.</a:t>
            </a:r>
          </a:p>
          <a:p>
            <a:pPr marL="457200" lvl="1" indent="0">
              <a:buNone/>
            </a:pPr>
            <a:endParaRPr lang="en-US" b="0" dirty="0">
              <a:solidFill>
                <a:srgbClr val="000000"/>
              </a:solidFill>
              <a:effectLst/>
              <a:latin typeface="Menlo" panose="020B0609030804020204" pitchFamily="49" charset="0"/>
            </a:endParaRPr>
          </a:p>
          <a:p>
            <a:pPr lvl="1"/>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AD56BAB0-07B6-E1DA-EC5B-C7722692C4F7}"/>
              </a:ext>
            </a:extLst>
          </p:cNvPr>
          <p:cNvSpPr>
            <a:spLocks noGrp="1"/>
          </p:cNvSpPr>
          <p:nvPr>
            <p:ph type="sldNum" sz="quarter" idx="12"/>
          </p:nvPr>
        </p:nvSpPr>
        <p:spPr/>
        <p:txBody>
          <a:bodyPr/>
          <a:lstStyle/>
          <a:p>
            <a:fld id="{FC4AC485-25DE-431E-B345-9C0A15BB7F8A}" type="slidenum">
              <a:rPr lang="de-CH" smtClean="0"/>
              <a:t>9</a:t>
            </a:fld>
            <a:endParaRPr lang="de-CH"/>
          </a:p>
        </p:txBody>
      </p:sp>
    </p:spTree>
    <p:extLst>
      <p:ext uri="{BB962C8B-B14F-4D97-AF65-F5344CB8AC3E}">
        <p14:creationId xmlns:p14="http://schemas.microsoft.com/office/powerpoint/2010/main" val="1541574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A69D-35F5-934D-59EE-1274069EF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AF8A5-1793-CFB0-F2B8-471335733E82}"/>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E56E1766-B7B9-ACD1-2629-7F800AD99EFE}"/>
              </a:ext>
            </a:extLst>
          </p:cNvPr>
          <p:cNvSpPr>
            <a:spLocks noGrp="1"/>
          </p:cNvSpPr>
          <p:nvPr>
            <p:ph idx="1"/>
          </p:nvPr>
        </p:nvSpPr>
        <p:spPr/>
        <p:txBody>
          <a:bodyPr/>
          <a:lstStyle/>
          <a:p>
            <a:r>
              <a:rPr lang="en-US" dirty="0"/>
              <a:t>RFC 7950: The YANG 1.1 Data Modeling Language</a:t>
            </a:r>
          </a:p>
          <a:p>
            <a:pPr marL="457200" lvl="1" indent="0">
              <a:buNone/>
            </a:pPr>
            <a:endParaRPr lang="en-US" dirty="0"/>
          </a:p>
          <a:p>
            <a:pPr marL="457200" lvl="1" indent="0">
              <a:buNone/>
            </a:pPr>
            <a:r>
              <a:rPr lang="en-US" dirty="0"/>
              <a:t>The "</a:t>
            </a:r>
            <a:r>
              <a:rPr lang="en-US" dirty="0" err="1"/>
              <a:t>anydata</a:t>
            </a:r>
            <a:r>
              <a:rPr lang="en-US" dirty="0"/>
              <a:t>" statement is used to represent an unknown set of nodes that can be modeled with YANG, except </a:t>
            </a:r>
            <a:r>
              <a:rPr lang="en-US" dirty="0" err="1"/>
              <a:t>anyxml</a:t>
            </a:r>
            <a:r>
              <a:rPr lang="en-US" dirty="0"/>
              <a:t>, but for which </a:t>
            </a:r>
            <a:r>
              <a:rPr lang="en-US" dirty="0">
                <a:solidFill>
                  <a:srgbClr val="FF0000"/>
                </a:solidFill>
              </a:rPr>
              <a:t>the data model is not known at module design time</a:t>
            </a:r>
            <a:r>
              <a:rPr lang="en-US" dirty="0"/>
              <a:t>. It is possible for the data model, though not required, for </a:t>
            </a:r>
            <a:r>
              <a:rPr lang="en-US" dirty="0" err="1"/>
              <a:t>anydata</a:t>
            </a:r>
            <a:r>
              <a:rPr lang="en-US" dirty="0"/>
              <a:t> content to become </a:t>
            </a:r>
            <a:r>
              <a:rPr lang="en-US" dirty="0">
                <a:solidFill>
                  <a:srgbClr val="FF0000"/>
                </a:solidFill>
              </a:rPr>
              <a:t>known through protocol signaling or other means that are outside the scope of this document</a:t>
            </a:r>
            <a:r>
              <a:rPr lang="en-US" dirty="0"/>
              <a:t>.</a:t>
            </a:r>
          </a:p>
          <a:p>
            <a:pPr marL="457200" lvl="1" indent="0">
              <a:buNone/>
            </a:pPr>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56AAA763-010B-C831-E7C4-D56D84F23B5A}"/>
              </a:ext>
            </a:extLst>
          </p:cNvPr>
          <p:cNvSpPr>
            <a:spLocks noGrp="1"/>
          </p:cNvSpPr>
          <p:nvPr>
            <p:ph type="sldNum" sz="quarter" idx="12"/>
          </p:nvPr>
        </p:nvSpPr>
        <p:spPr/>
        <p:txBody>
          <a:bodyPr/>
          <a:lstStyle/>
          <a:p>
            <a:fld id="{FC4AC485-25DE-431E-B345-9C0A15BB7F8A}" type="slidenum">
              <a:rPr lang="de-CH" smtClean="0"/>
              <a:t>10</a:t>
            </a:fld>
            <a:endParaRPr lang="de-CH"/>
          </a:p>
        </p:txBody>
      </p:sp>
    </p:spTree>
    <p:extLst>
      <p:ext uri="{BB962C8B-B14F-4D97-AF65-F5344CB8AC3E}">
        <p14:creationId xmlns:p14="http://schemas.microsoft.com/office/powerpoint/2010/main" val="1808015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9737-6AB4-C20A-5303-4A1954E112AE}"/>
              </a:ext>
            </a:extLst>
          </p:cNvPr>
          <p:cNvSpPr>
            <a:spLocks noGrp="1"/>
          </p:cNvSpPr>
          <p:nvPr>
            <p:ph type="title"/>
          </p:nvPr>
        </p:nvSpPr>
        <p:spPr/>
        <p:txBody>
          <a:bodyPr>
            <a:normAutofit/>
          </a:bodyPr>
          <a:lstStyle/>
          <a:p>
            <a:r>
              <a:rPr lang="en-US" sz="4400" dirty="0"/>
              <a:t>RFC 8525 YANG Library</a:t>
            </a:r>
            <a:endParaRPr lang="en-US" sz="3300" dirty="0"/>
          </a:p>
        </p:txBody>
      </p:sp>
      <p:sp>
        <p:nvSpPr>
          <p:cNvPr id="3" name="Content Placeholder 2">
            <a:extLst>
              <a:ext uri="{FF2B5EF4-FFF2-40B4-BE49-F238E27FC236}">
                <a16:creationId xmlns:a16="http://schemas.microsoft.com/office/drawing/2014/main" id="{F7939CAC-AD37-E803-B212-EA599ADCC2D1}"/>
              </a:ext>
            </a:extLst>
          </p:cNvPr>
          <p:cNvSpPr>
            <a:spLocks noGrp="1"/>
          </p:cNvSpPr>
          <p:nvPr>
            <p:ph idx="1"/>
          </p:nvPr>
        </p:nvSpPr>
        <p:spPr/>
        <p:txBody>
          <a:bodyPr/>
          <a:lstStyle/>
          <a:p>
            <a:pPr marL="457200" lvl="1" indent="0">
              <a:buNone/>
            </a:pPr>
            <a:r>
              <a:rPr lang="en-US" dirty="0"/>
              <a:t>YANG Library provides information about the YANG modules, datastores, and datastore schemas used by a network management server.</a:t>
            </a:r>
          </a:p>
          <a:p>
            <a:pPr lvl="1"/>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4E765F7F-014D-1DED-D3EC-88B6FB888AAA}"/>
              </a:ext>
            </a:extLst>
          </p:cNvPr>
          <p:cNvSpPr>
            <a:spLocks noGrp="1"/>
          </p:cNvSpPr>
          <p:nvPr>
            <p:ph type="sldNum" sz="quarter" idx="12"/>
          </p:nvPr>
        </p:nvSpPr>
        <p:spPr/>
        <p:txBody>
          <a:bodyPr/>
          <a:lstStyle/>
          <a:p>
            <a:fld id="{FC4AC485-25DE-431E-B345-9C0A15BB7F8A}" type="slidenum">
              <a:rPr lang="de-CH" smtClean="0"/>
              <a:t>11</a:t>
            </a:fld>
            <a:endParaRPr lang="de-CH"/>
          </a:p>
        </p:txBody>
      </p:sp>
      <p:sp>
        <p:nvSpPr>
          <p:cNvPr id="5" name="TextBox 4">
            <a:extLst>
              <a:ext uri="{FF2B5EF4-FFF2-40B4-BE49-F238E27FC236}">
                <a16:creationId xmlns:a16="http://schemas.microsoft.com/office/drawing/2014/main" id="{C0CC53CD-E9E5-6AFF-7547-C2C5CB7AC522}"/>
              </a:ext>
            </a:extLst>
          </p:cNvPr>
          <p:cNvSpPr txBox="1"/>
          <p:nvPr/>
        </p:nvSpPr>
        <p:spPr>
          <a:xfrm>
            <a:off x="2061661" y="2649521"/>
            <a:ext cx="8581728" cy="3970318"/>
          </a:xfrm>
          <a:prstGeom prst="rect">
            <a:avLst/>
          </a:prstGeom>
          <a:noFill/>
        </p:spPr>
        <p:txBody>
          <a:bodyPr wrap="square" rtlCol="0">
            <a:spAutoFit/>
          </a:bodyPr>
          <a:lstStyle/>
          <a:p>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a:t>
            </a:r>
            <a:r>
              <a:rPr lang="en-US" sz="1400" b="0" dirty="0" err="1">
                <a:solidFill>
                  <a:srgbClr val="0451A5"/>
                </a:solidFill>
                <a:effectLst/>
                <a:latin typeface="Menlo" panose="020B0609030804020204" pitchFamily="49" charset="0"/>
              </a:rPr>
              <a:t>ietf-yang-library:yang-library</a:t>
            </a:r>
            <a:r>
              <a:rPr lang="en-US" sz="1400" b="0" dirty="0">
                <a:solidFill>
                  <a:srgbClr val="0451A5"/>
                </a:solidFill>
                <a:effectLst/>
                <a:latin typeface="Menlo" panose="020B0609030804020204" pitchFamily="49" charset="0"/>
              </a:rPr>
              <a:t>"</a:t>
            </a:r>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"module-set"</a:t>
            </a:r>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"name"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"complete"</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"module"</a:t>
            </a:r>
            <a:r>
              <a:rPr lang="en-US" sz="1400" b="0" dirty="0">
                <a:solidFill>
                  <a:srgbClr val="000000"/>
                </a:solidFill>
                <a:effectLst/>
                <a:latin typeface="Menlo" panose="020B0609030804020204" pitchFamily="49" charset="0"/>
              </a:rPr>
              <a:t>: [</a:t>
            </a:r>
          </a:p>
          <a:p>
            <a:r>
              <a:rPr lang="en-US" sz="1400" b="0" dirty="0">
                <a:solidFill>
                  <a:srgbClr val="000000"/>
                </a:solidFill>
                <a:effectLst/>
                <a:latin typeface="Menlo" panose="020B0609030804020204" pitchFamily="49" charset="0"/>
              </a:rPr>
              <a:t>       {</a:t>
            </a:r>
          </a:p>
          <a:p>
            <a:r>
              <a:rPr lang="en-US" sz="1400" b="0" dirty="0">
                <a:solidFill>
                  <a:srgbClr val="0451A5"/>
                </a:solidFill>
                <a:effectLst/>
                <a:latin typeface="Menlo" panose="020B0609030804020204" pitchFamily="49" charset="0"/>
              </a:rPr>
              <a:t>         "name"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a:t>
            </a:r>
            <a:r>
              <a:rPr lang="en-US" sz="1400" b="0" dirty="0" err="1">
                <a:solidFill>
                  <a:srgbClr val="A31515"/>
                </a:solidFill>
                <a:effectLst/>
                <a:latin typeface="Menlo" panose="020B0609030804020204" pitchFamily="49" charset="0"/>
              </a:rPr>
              <a:t>ietf</a:t>
            </a:r>
            <a:r>
              <a:rPr lang="en-US" sz="1400" b="0" dirty="0">
                <a:solidFill>
                  <a:srgbClr val="A31515"/>
                </a:solidFill>
                <a:effectLst/>
                <a:latin typeface="Menlo" panose="020B0609030804020204" pitchFamily="49" charset="0"/>
              </a:rPr>
              <a:t>-interfaces"</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"revision"</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"2018-02-20"</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"namespace"</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a:t>
            </a:r>
            <a:r>
              <a:rPr lang="en-US" sz="1400" b="0" dirty="0" err="1">
                <a:solidFill>
                  <a:srgbClr val="A31515"/>
                </a:solidFill>
                <a:effectLst/>
                <a:latin typeface="Menlo" panose="020B0609030804020204" pitchFamily="49" charset="0"/>
              </a:rPr>
              <a:t>urn:ietf:params:xml:ns:yang:ietf-interfaces</a:t>
            </a:r>
            <a:r>
              <a:rPr lang="en-US" sz="1400" b="0" dirty="0">
                <a:solidFill>
                  <a:srgbClr val="A31515"/>
                </a:solidFill>
                <a:effectLst/>
                <a:latin typeface="Menlo" panose="020B0609030804020204" pitchFamily="49" charset="0"/>
              </a:rPr>
              <a:t>"</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"location"</a:t>
            </a:r>
            <a:r>
              <a:rPr lang="en-US" sz="1400" b="0" dirty="0">
                <a:solidFill>
                  <a:srgbClr val="000000"/>
                </a:solidFill>
                <a:effectLst/>
                <a:latin typeface="Menlo" panose="020B0609030804020204" pitchFamily="49" charset="0"/>
              </a:rPr>
              <a:t>: [</a:t>
            </a:r>
            <a:r>
              <a:rPr lang="en-US" sz="1400" b="0" dirty="0">
                <a:solidFill>
                  <a:srgbClr val="A31515"/>
                </a:solidFill>
                <a:effectLst/>
                <a:latin typeface="Menlo" panose="020B0609030804020204" pitchFamily="49" charset="0"/>
              </a:rPr>
              <a:t>"file://ietf-interfaces@2018-02-20.yang"</a:t>
            </a:r>
            <a:r>
              <a:rPr lang="en-US" sz="1400" b="0" dirty="0">
                <a:solidFill>
                  <a:srgbClr val="000000"/>
                </a:solidFill>
                <a:effectLst/>
                <a:latin typeface="Menlo" panose="020B0609030804020204" pitchFamily="49" charset="0"/>
              </a:rPr>
              <a:t>],</a:t>
            </a:r>
          </a:p>
          <a:p>
            <a:r>
              <a:rPr lang="en-US" sz="1400" b="0" dirty="0">
                <a:solidFill>
                  <a:srgbClr val="0451A5"/>
                </a:solidFill>
                <a:effectLst/>
                <a:latin typeface="Menlo" panose="020B0609030804020204" pitchFamily="49" charset="0"/>
              </a:rPr>
              <a:t>         "feature"</a:t>
            </a:r>
            <a:r>
              <a:rPr lang="en-US" sz="1400" b="0" dirty="0">
                <a:solidFill>
                  <a:srgbClr val="000000"/>
                </a:solidFill>
                <a:effectLst/>
                <a:latin typeface="Menlo" panose="020B0609030804020204" pitchFamily="49" charset="0"/>
              </a:rPr>
              <a:t>: [</a:t>
            </a:r>
          </a:p>
          <a:p>
            <a:r>
              <a:rPr lang="en-US" sz="1400" b="0" dirty="0">
                <a:solidFill>
                  <a:srgbClr val="A31515"/>
                </a:solidFill>
                <a:effectLst/>
                <a:latin typeface="Menlo" panose="020B0609030804020204" pitchFamily="49" charset="0"/>
              </a:rPr>
              <a:t>            "arbitrary-names"</a:t>
            </a:r>
            <a:r>
              <a:rPr lang="en-US" sz="1400" b="0" dirty="0">
                <a:solidFill>
                  <a:srgbClr val="000000"/>
                </a:solidFill>
                <a:effectLst/>
                <a:latin typeface="Menlo" panose="020B0609030804020204" pitchFamily="49" charset="0"/>
              </a:rPr>
              <a:t>,</a:t>
            </a:r>
          </a:p>
          <a:p>
            <a:r>
              <a:rPr lang="en-US" sz="1400" b="0" dirty="0">
                <a:solidFill>
                  <a:srgbClr val="A31515"/>
                </a:solidFill>
                <a:effectLst/>
                <a:latin typeface="Menlo" panose="020B0609030804020204" pitchFamily="49" charset="0"/>
              </a:rPr>
              <a:t>            "pre-provisioning"</a:t>
            </a:r>
            <a:r>
              <a:rPr lang="en-US" sz="1400" b="0" dirty="0">
                <a:solidFill>
                  <a:srgbClr val="000000"/>
                </a:solidFill>
                <a:effectLst/>
                <a:latin typeface="Menlo" panose="020B0609030804020204" pitchFamily="49" charset="0"/>
              </a:rPr>
              <a:t>,</a:t>
            </a:r>
          </a:p>
          <a:p>
            <a:r>
              <a:rPr lang="en-US" sz="1400" b="0" dirty="0">
                <a:solidFill>
                  <a:srgbClr val="A31515"/>
                </a:solidFill>
                <a:effectLst/>
                <a:latin typeface="Menlo" panose="020B0609030804020204" pitchFamily="49" charset="0"/>
              </a:rPr>
              <a:t>            "if-mib"</a:t>
            </a:r>
            <a:endParaRPr lang="en-US" sz="1400" b="0" dirty="0">
              <a:solidFill>
                <a:srgbClr val="000000"/>
              </a:solidFill>
              <a:effectLst/>
              <a:latin typeface="Menlo" panose="020B0609030804020204" pitchFamily="49" charset="0"/>
            </a:endParaRPr>
          </a:p>
          <a:p>
            <a:r>
              <a:rPr lang="en-US" sz="1400" b="0" dirty="0">
                <a:solidFill>
                  <a:srgbClr val="000000"/>
                </a:solidFill>
                <a:effectLst/>
                <a:latin typeface="Menlo" panose="020B0609030804020204" pitchFamily="49" charset="0"/>
              </a:rPr>
              <a:t>         ] </a:t>
            </a:r>
          </a:p>
          <a:p>
            <a:r>
              <a:rPr lang="en-US" sz="1400" b="0" dirty="0">
                <a:solidFill>
                  <a:srgbClr val="000000"/>
                </a:solidFill>
                <a:effectLst/>
                <a:latin typeface="Menlo" panose="020B0609030804020204" pitchFamily="49" charset="0"/>
              </a:rPr>
              <a:t>       },</a:t>
            </a:r>
          </a:p>
          <a:p>
            <a:r>
              <a:rPr lang="en-US" sz="1400" dirty="0">
                <a:solidFill>
                  <a:srgbClr val="000000"/>
                </a:solidFill>
                <a:latin typeface="Menlo" panose="020B0609030804020204" pitchFamily="49" charset="0"/>
              </a:rPr>
              <a:t>    …</a:t>
            </a:r>
            <a:endParaRPr lang="en-US" sz="1400"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956640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53C5-22E4-EE06-022A-30E3A512A17F}"/>
              </a:ext>
            </a:extLst>
          </p:cNvPr>
          <p:cNvSpPr>
            <a:spLocks noGrp="1"/>
          </p:cNvSpPr>
          <p:nvPr>
            <p:ph type="title"/>
          </p:nvPr>
        </p:nvSpPr>
        <p:spPr/>
        <p:txBody>
          <a:bodyPr/>
          <a:lstStyle/>
          <a:p>
            <a:r>
              <a:rPr lang="en-US" dirty="0"/>
              <a:t>YANG Data encodings</a:t>
            </a:r>
          </a:p>
        </p:txBody>
      </p:sp>
      <p:sp>
        <p:nvSpPr>
          <p:cNvPr id="4" name="Slide Number Placeholder 3">
            <a:extLst>
              <a:ext uri="{FF2B5EF4-FFF2-40B4-BE49-F238E27FC236}">
                <a16:creationId xmlns:a16="http://schemas.microsoft.com/office/drawing/2014/main" id="{6D5C7D24-E6EE-095C-F27A-33CF6EC2200B}"/>
              </a:ext>
            </a:extLst>
          </p:cNvPr>
          <p:cNvSpPr>
            <a:spLocks noGrp="1"/>
          </p:cNvSpPr>
          <p:nvPr>
            <p:ph type="sldNum" sz="quarter" idx="12"/>
          </p:nvPr>
        </p:nvSpPr>
        <p:spPr/>
        <p:txBody>
          <a:bodyPr/>
          <a:lstStyle/>
          <a:p>
            <a:fld id="{FC4AC485-25DE-431E-B345-9C0A15BB7F8A}" type="slidenum">
              <a:rPr lang="de-CH" smtClean="0"/>
              <a:t>12</a:t>
            </a:fld>
            <a:endParaRPr lang="de-CH"/>
          </a:p>
        </p:txBody>
      </p:sp>
      <p:sp>
        <p:nvSpPr>
          <p:cNvPr id="7" name="TextBox 6">
            <a:extLst>
              <a:ext uri="{FF2B5EF4-FFF2-40B4-BE49-F238E27FC236}">
                <a16:creationId xmlns:a16="http://schemas.microsoft.com/office/drawing/2014/main" id="{DE17F107-6DEB-7423-0A82-B52FEF90118D}"/>
              </a:ext>
            </a:extLst>
          </p:cNvPr>
          <p:cNvSpPr txBox="1"/>
          <p:nvPr/>
        </p:nvSpPr>
        <p:spPr>
          <a:xfrm>
            <a:off x="7368414" y="1027159"/>
            <a:ext cx="4709996" cy="3293209"/>
          </a:xfrm>
          <a:prstGeom prst="rect">
            <a:avLst/>
          </a:prstGeom>
          <a:noFill/>
        </p:spPr>
        <p:txBody>
          <a:bodyPr wrap="square" rtlCol="0">
            <a:spAutoFit/>
          </a:bodyPr>
          <a:lstStyle/>
          <a:p>
            <a:r>
              <a:rPr lang="en-US" sz="1600" b="0" dirty="0">
                <a:solidFill>
                  <a:srgbClr val="000000"/>
                </a:solidFill>
                <a:effectLst/>
                <a:latin typeface="Menlo" panose="020B0609030804020204" pitchFamily="49" charset="0"/>
              </a:rPr>
              <a:t>{</a:t>
            </a:r>
          </a:p>
          <a:p>
            <a:r>
              <a:rPr lang="en-US" sz="1600" b="0" dirty="0">
                <a:solidFill>
                  <a:srgbClr val="0451A5"/>
                </a:solidFill>
                <a:effectLst/>
                <a:latin typeface="Menlo" panose="020B0609030804020204" pitchFamily="49" charset="0"/>
              </a:rPr>
              <a:t>  "</a:t>
            </a:r>
            <a:r>
              <a:rPr lang="en-US" sz="1600" b="0" dirty="0" err="1">
                <a:solidFill>
                  <a:srgbClr val="0451A5"/>
                </a:solidFill>
                <a:effectLst/>
                <a:latin typeface="Menlo" panose="020B0609030804020204" pitchFamily="49" charset="0"/>
              </a:rPr>
              <a:t>ietf-yang-push:push-update</a:t>
            </a:r>
            <a:r>
              <a:rPr lang="en-US" sz="1600" b="0" dirty="0">
                <a:solidFill>
                  <a:srgbClr val="0451A5"/>
                </a:solidFill>
                <a:effectLst/>
                <a:latin typeface="Menlo" panose="020B0609030804020204" pitchFamily="49" charset="0"/>
              </a:rPr>
              <a:t>"</a:t>
            </a:r>
            <a:r>
              <a:rPr lang="en-US" sz="1600" b="0" dirty="0">
                <a:solidFill>
                  <a:srgbClr val="000000"/>
                </a:solidFill>
                <a:effectLst/>
                <a:latin typeface="Menlo" panose="020B0609030804020204" pitchFamily="49" charset="0"/>
              </a:rPr>
              <a:t>: {</a:t>
            </a:r>
          </a:p>
          <a:p>
            <a:r>
              <a:rPr lang="en-US" sz="1600" b="0" dirty="0">
                <a:solidFill>
                  <a:srgbClr val="0451A5"/>
                </a:solidFill>
                <a:effectLst/>
                <a:latin typeface="Menlo" panose="020B0609030804020204" pitchFamily="49" charset="0"/>
              </a:rPr>
              <a:t>    "id"</a:t>
            </a:r>
            <a:r>
              <a:rPr lang="en-US" sz="1600" b="0" dirty="0">
                <a:solidFill>
                  <a:srgbClr val="000000"/>
                </a:solidFill>
                <a:effectLst/>
                <a:latin typeface="Menlo" panose="020B0609030804020204" pitchFamily="49" charset="0"/>
              </a:rPr>
              <a:t>: </a:t>
            </a:r>
            <a:r>
              <a:rPr lang="en-US" sz="1600" b="0" dirty="0">
                <a:solidFill>
                  <a:srgbClr val="098658"/>
                </a:solidFill>
                <a:effectLst/>
                <a:latin typeface="Menlo" panose="020B0609030804020204" pitchFamily="49" charset="0"/>
              </a:rPr>
              <a:t>89</a:t>
            </a:r>
            <a:r>
              <a:rPr lang="en-US" sz="1600" b="0" dirty="0">
                <a:solidFill>
                  <a:srgbClr val="000000"/>
                </a:solidFill>
                <a:effectLst/>
                <a:latin typeface="Menlo" panose="020B0609030804020204" pitchFamily="49" charset="0"/>
              </a:rPr>
              <a:t>,</a:t>
            </a:r>
          </a:p>
          <a:p>
            <a:r>
              <a:rPr lang="en-US" sz="1600" b="0" dirty="0">
                <a:solidFill>
                  <a:srgbClr val="0451A5"/>
                </a:solidFill>
                <a:effectLst/>
                <a:latin typeface="Menlo" panose="020B0609030804020204" pitchFamily="49" charset="0"/>
              </a:rPr>
              <a:t>    "datastore-contents"</a:t>
            </a:r>
            <a:r>
              <a:rPr lang="en-US" sz="1600" b="0" dirty="0">
                <a:solidFill>
                  <a:srgbClr val="000000"/>
                </a:solidFill>
                <a:effectLst/>
                <a:latin typeface="Menlo" panose="020B0609030804020204" pitchFamily="49" charset="0"/>
              </a:rPr>
              <a:t>: {</a:t>
            </a:r>
          </a:p>
          <a:p>
            <a:r>
              <a:rPr lang="en-US" sz="1600" b="0" dirty="0">
                <a:solidFill>
                  <a:srgbClr val="0451A5"/>
                </a:solidFill>
                <a:effectLst/>
                <a:latin typeface="Menlo" panose="020B0609030804020204" pitchFamily="49" charset="0"/>
              </a:rPr>
              <a:t>      "</a:t>
            </a:r>
            <a:r>
              <a:rPr lang="en-US" sz="1600" b="0" dirty="0" err="1">
                <a:solidFill>
                  <a:srgbClr val="0451A5"/>
                </a:solidFill>
                <a:effectLst/>
                <a:highlight>
                  <a:srgbClr val="00FF00"/>
                </a:highlight>
                <a:latin typeface="Menlo" panose="020B0609030804020204" pitchFamily="49" charset="0"/>
              </a:rPr>
              <a:t>ietf-interfaces:interfaces</a:t>
            </a:r>
            <a:r>
              <a:rPr lang="en-US" sz="1600" b="0" dirty="0">
                <a:solidFill>
                  <a:srgbClr val="0451A5"/>
                </a:solidFill>
                <a:effectLst/>
                <a:latin typeface="Menlo" panose="020B0609030804020204" pitchFamily="49" charset="0"/>
              </a:rPr>
              <a:t>"</a:t>
            </a:r>
            <a:r>
              <a:rPr lang="en-US" sz="1600" b="0" dirty="0">
                <a:solidFill>
                  <a:srgbClr val="000000"/>
                </a:solidFill>
                <a:effectLst/>
                <a:latin typeface="Menlo" panose="020B0609030804020204" pitchFamily="49" charset="0"/>
              </a:rPr>
              <a:t>: {</a:t>
            </a:r>
          </a:p>
          <a:p>
            <a:r>
              <a:rPr lang="en-US" sz="1600" b="0" dirty="0">
                <a:solidFill>
                  <a:srgbClr val="0451A5"/>
                </a:solidFill>
                <a:effectLst/>
                <a:latin typeface="Menlo" panose="020B0609030804020204" pitchFamily="49" charset="0"/>
              </a:rPr>
              <a:t>      "interface"</a:t>
            </a:r>
            <a:r>
              <a:rPr lang="en-US" sz="1600" b="0" dirty="0">
                <a:solidFill>
                  <a:srgbClr val="000000"/>
                </a:solidFill>
                <a:effectLst/>
                <a:latin typeface="Menlo" panose="020B0609030804020204" pitchFamily="49" charset="0"/>
              </a:rPr>
              <a:t>: [</a:t>
            </a:r>
          </a:p>
          <a:p>
            <a:r>
              <a:rPr lang="en-US" sz="1600" b="0" dirty="0">
                <a:solidFill>
                  <a:srgbClr val="0451A5"/>
                </a:solidFill>
                <a:effectLst/>
                <a:latin typeface="Menlo" panose="020B0609030804020204" pitchFamily="49" charset="0"/>
              </a:rPr>
              <a:t>        </a:t>
            </a:r>
            <a:r>
              <a:rPr lang="en-US" sz="1600" b="0" dirty="0">
                <a:solidFill>
                  <a:srgbClr val="000000"/>
                </a:solidFill>
                <a:effectLst/>
                <a:latin typeface="Menlo" panose="020B0609030804020204" pitchFamily="49" charset="0"/>
              </a:rPr>
              <a:t>{</a:t>
            </a:r>
          </a:p>
          <a:p>
            <a:r>
              <a:rPr lang="en-US" sz="1600" b="0" dirty="0">
                <a:solidFill>
                  <a:srgbClr val="0451A5"/>
                </a:solidFill>
                <a:effectLst/>
                <a:latin typeface="Menlo" panose="020B0609030804020204" pitchFamily="49" charset="0"/>
              </a:rPr>
              <a:t>          "name"</a:t>
            </a:r>
            <a:r>
              <a:rPr lang="en-US" sz="1600" b="0" dirty="0">
                <a:solidFill>
                  <a:srgbClr val="000000"/>
                </a:solidFill>
                <a:effectLst/>
                <a:latin typeface="Menlo" panose="020B0609030804020204" pitchFamily="49" charset="0"/>
              </a:rPr>
              <a:t>: </a:t>
            </a:r>
            <a:r>
              <a:rPr lang="en-US" sz="1600" b="0" dirty="0">
                <a:solidFill>
                  <a:srgbClr val="A31515"/>
                </a:solidFill>
                <a:effectLst/>
                <a:latin typeface="Menlo" panose="020B0609030804020204" pitchFamily="49" charset="0"/>
              </a:rPr>
              <a:t>"eth0"</a:t>
            </a:r>
            <a:r>
              <a:rPr lang="en-US" sz="1600" b="0" dirty="0">
                <a:solidFill>
                  <a:srgbClr val="000000"/>
                </a:solidFill>
                <a:effectLst/>
                <a:latin typeface="Menlo" panose="020B0609030804020204" pitchFamily="49" charset="0"/>
              </a:rPr>
              <a:t>,</a:t>
            </a:r>
          </a:p>
          <a:p>
            <a:r>
              <a:rPr lang="en-US" sz="1600" b="0" dirty="0">
                <a:solidFill>
                  <a:srgbClr val="0451A5"/>
                </a:solidFill>
                <a:effectLst/>
                <a:latin typeface="Menlo" panose="020B0609030804020204" pitchFamily="49" charset="0"/>
              </a:rPr>
              <a:t>          "</a:t>
            </a:r>
            <a:r>
              <a:rPr lang="en-US" sz="1600" b="0" dirty="0" err="1">
                <a:solidFill>
                  <a:srgbClr val="0451A5"/>
                </a:solidFill>
                <a:effectLst/>
                <a:latin typeface="Menlo" panose="020B0609030804020204" pitchFamily="49" charset="0"/>
              </a:rPr>
              <a:t>oper</a:t>
            </a:r>
            <a:r>
              <a:rPr lang="en-US" sz="1600" b="0" dirty="0">
                <a:solidFill>
                  <a:srgbClr val="0451A5"/>
                </a:solidFill>
                <a:effectLst/>
                <a:latin typeface="Menlo" panose="020B0609030804020204" pitchFamily="49" charset="0"/>
              </a:rPr>
              <a:t>-status"</a:t>
            </a:r>
            <a:r>
              <a:rPr lang="en-US" sz="1600" b="0" dirty="0">
                <a:solidFill>
                  <a:srgbClr val="000000"/>
                </a:solidFill>
                <a:effectLst/>
                <a:latin typeface="Menlo" panose="020B0609030804020204" pitchFamily="49" charset="0"/>
              </a:rPr>
              <a:t>: </a:t>
            </a:r>
            <a:r>
              <a:rPr lang="en-US" sz="1600" b="0" dirty="0">
                <a:solidFill>
                  <a:srgbClr val="A31515"/>
                </a:solidFill>
                <a:effectLst/>
                <a:latin typeface="Menlo" panose="020B0609030804020204" pitchFamily="49" charset="0"/>
              </a:rPr>
              <a:t>"down"</a:t>
            </a:r>
            <a:endParaRPr lang="en-US" sz="1600" b="0" dirty="0">
              <a:solidFill>
                <a:srgbClr val="000000"/>
              </a:solidFill>
              <a:effectLst/>
              <a:latin typeface="Menlo" panose="020B0609030804020204" pitchFamily="49" charset="0"/>
            </a:endParaRPr>
          </a:p>
          <a:p>
            <a:r>
              <a:rPr lang="en-US" sz="1600" b="0" dirty="0">
                <a:solidFill>
                  <a:srgbClr val="000000"/>
                </a:solidFill>
                <a:effectLst/>
                <a:latin typeface="Menlo" panose="020B0609030804020204" pitchFamily="49" charset="0"/>
              </a:rPr>
              <a:t>        }]</a:t>
            </a:r>
          </a:p>
          <a:p>
            <a:r>
              <a:rPr lang="en-US" sz="1600" b="0" dirty="0">
                <a:solidFill>
                  <a:srgbClr val="000000"/>
                </a:solidFill>
                <a:effectLst/>
                <a:latin typeface="Menlo" panose="020B0609030804020204" pitchFamily="49" charset="0"/>
              </a:rPr>
              <a:t>      }}</a:t>
            </a:r>
          </a:p>
          <a:p>
            <a:r>
              <a:rPr lang="en-US" sz="1600" b="0" dirty="0">
                <a:solidFill>
                  <a:srgbClr val="000000"/>
                </a:solidFill>
                <a:effectLst/>
                <a:latin typeface="Menlo" panose="020B0609030804020204" pitchFamily="49" charset="0"/>
              </a:rPr>
              <a:t>   }</a:t>
            </a:r>
          </a:p>
          <a:p>
            <a:r>
              <a:rPr lang="en-US" sz="1600" b="0" dirty="0">
                <a:solidFill>
                  <a:srgbClr val="000000"/>
                </a:solidFill>
                <a:effectLst/>
                <a:latin typeface="Menlo" panose="020B0609030804020204" pitchFamily="49" charset="0"/>
              </a:rPr>
              <a:t>}</a:t>
            </a:r>
          </a:p>
        </p:txBody>
      </p:sp>
      <p:sp>
        <p:nvSpPr>
          <p:cNvPr id="8" name="TextBox 7">
            <a:extLst>
              <a:ext uri="{FF2B5EF4-FFF2-40B4-BE49-F238E27FC236}">
                <a16:creationId xmlns:a16="http://schemas.microsoft.com/office/drawing/2014/main" id="{810DCE5C-95B1-FC46-6855-7A4F1FBB0802}"/>
              </a:ext>
            </a:extLst>
          </p:cNvPr>
          <p:cNvSpPr txBox="1"/>
          <p:nvPr/>
        </p:nvSpPr>
        <p:spPr>
          <a:xfrm>
            <a:off x="398008" y="4107253"/>
            <a:ext cx="8410839" cy="2462213"/>
          </a:xfrm>
          <a:prstGeom prst="rect">
            <a:avLst/>
          </a:prstGeom>
          <a:noFill/>
        </p:spPr>
        <p:txBody>
          <a:bodyPr wrap="square" rtlCol="0">
            <a:spAutoFit/>
          </a:bodyPr>
          <a:lstStyle/>
          <a:p>
            <a:r>
              <a:rPr lang="en-US" sz="1400" b="0" dirty="0">
                <a:solidFill>
                  <a:srgbClr val="000000"/>
                </a:solidFill>
                <a:effectLst/>
                <a:latin typeface="Menlo" panose="020B0609030804020204" pitchFamily="49" charset="0"/>
              </a:rPr>
              <a:t>&lt;push-update </a:t>
            </a:r>
            <a:r>
              <a:rPr lang="en-US" sz="1400" b="0" dirty="0" err="1">
                <a:solidFill>
                  <a:srgbClr val="000000"/>
                </a:solidFill>
                <a:effectLst/>
                <a:latin typeface="Menlo" panose="020B0609030804020204" pitchFamily="49" charset="0"/>
              </a:rPr>
              <a:t>xmlns</a:t>
            </a:r>
            <a:r>
              <a:rPr lang="en-US" sz="1400" b="0" dirty="0">
                <a:solidFill>
                  <a:srgbClr val="000000"/>
                </a:solidFill>
                <a:effectLst/>
                <a:latin typeface="Menlo" panose="020B0609030804020204" pitchFamily="49" charset="0"/>
              </a:rPr>
              <a:t>="</a:t>
            </a:r>
            <a:r>
              <a:rPr lang="en-US" sz="1400" b="0" dirty="0" err="1">
                <a:solidFill>
                  <a:srgbClr val="000000"/>
                </a:solidFill>
                <a:effectLst/>
                <a:latin typeface="Menlo" panose="020B0609030804020204" pitchFamily="49" charset="0"/>
              </a:rPr>
              <a:t>urn:ietf:params:xml:ns:yang:ietf-yang-push</a:t>
            </a:r>
            <a:r>
              <a:rPr lang="en-US" sz="1400" b="0" dirty="0">
                <a:solidFill>
                  <a:srgbClr val="000000"/>
                </a:solidFill>
                <a:effectLst/>
                <a:latin typeface="Menlo" panose="020B0609030804020204" pitchFamily="49" charset="0"/>
              </a:rPr>
              <a:t>"&gt;</a:t>
            </a:r>
          </a:p>
          <a:p>
            <a:r>
              <a:rPr lang="en-US" sz="1400" b="0" dirty="0">
                <a:solidFill>
                  <a:srgbClr val="000000"/>
                </a:solidFill>
                <a:effectLst/>
                <a:latin typeface="Menlo" panose="020B0609030804020204" pitchFamily="49" charset="0"/>
              </a:rPr>
              <a:t>  &lt;id&gt;89&lt;/id&gt;</a:t>
            </a:r>
          </a:p>
          <a:p>
            <a:r>
              <a:rPr lang="en-US" sz="1400" b="0" dirty="0">
                <a:solidFill>
                  <a:srgbClr val="000000"/>
                </a:solidFill>
                <a:effectLst/>
                <a:latin typeface="Menlo" panose="020B0609030804020204" pitchFamily="49" charset="0"/>
              </a:rPr>
              <a:t>  &lt;datastore-contents&gt;</a:t>
            </a:r>
          </a:p>
          <a:p>
            <a:r>
              <a:rPr lang="en-US" sz="1400" b="0" dirty="0">
                <a:solidFill>
                  <a:srgbClr val="000000"/>
                </a:solidFill>
                <a:effectLst/>
                <a:latin typeface="Menlo" panose="020B0609030804020204" pitchFamily="49" charset="0"/>
              </a:rPr>
              <a:t>    &lt;interfaces </a:t>
            </a:r>
            <a:r>
              <a:rPr lang="en-US" sz="1400" b="0" dirty="0" err="1">
                <a:solidFill>
                  <a:srgbClr val="000000"/>
                </a:solidFill>
                <a:effectLst/>
                <a:highlight>
                  <a:srgbClr val="00FF00"/>
                </a:highlight>
                <a:latin typeface="Menlo" panose="020B0609030804020204" pitchFamily="49" charset="0"/>
              </a:rPr>
              <a:t>xmlns</a:t>
            </a:r>
            <a:r>
              <a:rPr lang="en-US" sz="1400" b="0" dirty="0">
                <a:solidFill>
                  <a:srgbClr val="000000"/>
                </a:solidFill>
                <a:effectLst/>
                <a:highlight>
                  <a:srgbClr val="00FF00"/>
                </a:highlight>
                <a:latin typeface="Menlo" panose="020B0609030804020204" pitchFamily="49" charset="0"/>
              </a:rPr>
              <a:t>="</a:t>
            </a:r>
            <a:r>
              <a:rPr lang="en-US" sz="1400" b="0" dirty="0" err="1">
                <a:solidFill>
                  <a:srgbClr val="000000"/>
                </a:solidFill>
                <a:effectLst/>
                <a:highlight>
                  <a:srgbClr val="00FF00"/>
                </a:highlight>
                <a:latin typeface="Menlo" panose="020B0609030804020204" pitchFamily="49" charset="0"/>
              </a:rPr>
              <a:t>urn:ietf:params:xml:ns:yang:ietf-interfaces</a:t>
            </a:r>
            <a:r>
              <a:rPr lang="en-US" sz="1400" b="0" dirty="0">
                <a:solidFill>
                  <a:srgbClr val="000000"/>
                </a:solidFill>
                <a:effectLst/>
                <a:latin typeface="Menlo" panose="020B0609030804020204" pitchFamily="49" charset="0"/>
              </a:rPr>
              <a:t>"&gt;</a:t>
            </a:r>
          </a:p>
          <a:p>
            <a:r>
              <a:rPr lang="en-US" sz="1400" b="0" dirty="0">
                <a:solidFill>
                  <a:srgbClr val="000000"/>
                </a:solidFill>
                <a:effectLst/>
                <a:latin typeface="Menlo" panose="020B0609030804020204" pitchFamily="49" charset="0"/>
              </a:rPr>
              <a:t>      &lt;interface&gt;</a:t>
            </a:r>
          </a:p>
          <a:p>
            <a:r>
              <a:rPr lang="en-US" sz="1400" b="0" dirty="0">
                <a:solidFill>
                  <a:srgbClr val="000000"/>
                </a:solidFill>
                <a:effectLst/>
                <a:latin typeface="Menlo" panose="020B0609030804020204" pitchFamily="49" charset="0"/>
              </a:rPr>
              <a:t>        &lt;name </a:t>
            </a:r>
            <a:r>
              <a:rPr lang="en-US" sz="1400" b="0" dirty="0" err="1">
                <a:solidFill>
                  <a:srgbClr val="000000"/>
                </a:solidFill>
                <a:effectLst/>
                <a:latin typeface="Menlo" panose="020B0609030804020204" pitchFamily="49" charset="0"/>
              </a:rPr>
              <a:t>xmlns</a:t>
            </a:r>
            <a:r>
              <a:rPr lang="en-US" sz="1400" b="0" dirty="0">
                <a:solidFill>
                  <a:srgbClr val="000000"/>
                </a:solidFill>
                <a:effectLst/>
                <a:latin typeface="Menlo" panose="020B0609030804020204" pitchFamily="49" charset="0"/>
              </a:rPr>
              <a:t>="</a:t>
            </a:r>
            <a:r>
              <a:rPr lang="en-US" sz="1400" b="0" dirty="0" err="1">
                <a:solidFill>
                  <a:srgbClr val="000000"/>
                </a:solidFill>
                <a:effectLst/>
                <a:latin typeface="Menlo" panose="020B0609030804020204" pitchFamily="49" charset="0"/>
              </a:rPr>
              <a:t>urn:ietf:params:xml:ns:yang:ietf-interfaces</a:t>
            </a:r>
            <a:r>
              <a:rPr lang="en-US" sz="1400" b="0" dirty="0">
                <a:solidFill>
                  <a:srgbClr val="000000"/>
                </a:solidFill>
                <a:effectLst/>
                <a:latin typeface="Menlo" panose="020B0609030804020204" pitchFamily="49" charset="0"/>
              </a:rPr>
              <a:t>"&gt;eth0&lt;/name&gt;</a:t>
            </a:r>
          </a:p>
          <a:p>
            <a:r>
              <a:rPr lang="en-US" sz="1400" b="0" dirty="0">
                <a:solidFill>
                  <a:srgbClr val="000000"/>
                </a:solidFill>
                <a:effectLst/>
                <a:latin typeface="Menlo" panose="020B0609030804020204" pitchFamily="49" charset="0"/>
              </a:rPr>
              <a:t>        &lt;</a:t>
            </a:r>
            <a:r>
              <a:rPr lang="en-US" sz="1400" b="0" dirty="0" err="1">
                <a:solidFill>
                  <a:srgbClr val="000000"/>
                </a:solidFill>
                <a:effectLst/>
                <a:latin typeface="Menlo" panose="020B0609030804020204" pitchFamily="49" charset="0"/>
              </a:rPr>
              <a:t>oper</a:t>
            </a:r>
            <a:r>
              <a:rPr lang="en-US" sz="1400" b="0" dirty="0">
                <a:solidFill>
                  <a:srgbClr val="000000"/>
                </a:solidFill>
                <a:effectLst/>
                <a:latin typeface="Menlo" panose="020B0609030804020204" pitchFamily="49" charset="0"/>
              </a:rPr>
              <a:t>-status&gt;down&lt;/</a:t>
            </a:r>
            <a:r>
              <a:rPr lang="en-US" sz="1400" b="0" dirty="0" err="1">
                <a:solidFill>
                  <a:srgbClr val="000000"/>
                </a:solidFill>
                <a:effectLst/>
                <a:latin typeface="Menlo" panose="020B0609030804020204" pitchFamily="49" charset="0"/>
              </a:rPr>
              <a:t>oper</a:t>
            </a:r>
            <a:r>
              <a:rPr lang="en-US" sz="1400" b="0" dirty="0">
                <a:solidFill>
                  <a:srgbClr val="000000"/>
                </a:solidFill>
                <a:effectLst/>
                <a:latin typeface="Menlo" panose="020B0609030804020204" pitchFamily="49" charset="0"/>
              </a:rPr>
              <a:t>-status&gt;</a:t>
            </a:r>
          </a:p>
          <a:p>
            <a:r>
              <a:rPr lang="en-US" sz="1400" b="0" dirty="0">
                <a:solidFill>
                  <a:srgbClr val="000000"/>
                </a:solidFill>
                <a:effectLst/>
                <a:latin typeface="Menlo" panose="020B0609030804020204" pitchFamily="49" charset="0"/>
              </a:rPr>
              <a:t>      &lt;/interface&gt;</a:t>
            </a:r>
          </a:p>
          <a:p>
            <a:r>
              <a:rPr lang="en-US" sz="1400" b="0" dirty="0">
                <a:solidFill>
                  <a:srgbClr val="000000"/>
                </a:solidFill>
                <a:effectLst/>
                <a:latin typeface="Menlo" panose="020B0609030804020204" pitchFamily="49" charset="0"/>
              </a:rPr>
              <a:t>    &lt;/interfaces&gt;</a:t>
            </a:r>
          </a:p>
          <a:p>
            <a:r>
              <a:rPr lang="en-US" sz="1400" b="0" dirty="0">
                <a:solidFill>
                  <a:srgbClr val="000000"/>
                </a:solidFill>
                <a:effectLst/>
                <a:latin typeface="Menlo" panose="020B0609030804020204" pitchFamily="49" charset="0"/>
              </a:rPr>
              <a:t>  &lt;/datastore-contents&gt;</a:t>
            </a:r>
          </a:p>
          <a:p>
            <a:r>
              <a:rPr lang="en-US" sz="1400" b="0" dirty="0">
                <a:solidFill>
                  <a:srgbClr val="000000"/>
                </a:solidFill>
                <a:effectLst/>
                <a:latin typeface="Menlo" panose="020B0609030804020204" pitchFamily="49" charset="0"/>
              </a:rPr>
              <a:t>&lt;/push-update&gt;</a:t>
            </a:r>
          </a:p>
        </p:txBody>
      </p:sp>
      <p:sp>
        <p:nvSpPr>
          <p:cNvPr id="9" name="TextBox 8">
            <a:extLst>
              <a:ext uri="{FF2B5EF4-FFF2-40B4-BE49-F238E27FC236}">
                <a16:creationId xmlns:a16="http://schemas.microsoft.com/office/drawing/2014/main" id="{A0B0E221-5B1A-F83D-CEF4-09DC642300FE}"/>
              </a:ext>
            </a:extLst>
          </p:cNvPr>
          <p:cNvSpPr txBox="1"/>
          <p:nvPr/>
        </p:nvSpPr>
        <p:spPr>
          <a:xfrm>
            <a:off x="985867" y="2027433"/>
            <a:ext cx="6039678" cy="646331"/>
          </a:xfrm>
          <a:prstGeom prst="rect">
            <a:avLst/>
          </a:prstGeom>
          <a:noFill/>
        </p:spPr>
        <p:txBody>
          <a:bodyPr wrap="square" rtlCol="0">
            <a:spAutoFit/>
          </a:bodyPr>
          <a:lstStyle/>
          <a:p>
            <a:r>
              <a:rPr lang="en-US" dirty="0"/>
              <a:t>YANG Data JSON &amp; XML encodings always contain full namespace information to identify the relevant </a:t>
            </a:r>
            <a:r>
              <a:rPr lang="en-US" dirty="0">
                <a:highlight>
                  <a:srgbClr val="FF00FF"/>
                </a:highlight>
              </a:rPr>
              <a:t>YANG module</a:t>
            </a:r>
            <a:r>
              <a:rPr lang="en-US" dirty="0"/>
              <a:t>.</a:t>
            </a:r>
          </a:p>
        </p:txBody>
      </p:sp>
    </p:spTree>
    <p:extLst>
      <p:ext uri="{BB962C8B-B14F-4D97-AF65-F5344CB8AC3E}">
        <p14:creationId xmlns:p14="http://schemas.microsoft.com/office/powerpoint/2010/main" val="3893817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32</TotalTime>
  <Words>1262</Words>
  <Application>Microsoft Macintosh PowerPoint</Application>
  <PresentationFormat>Widescreen</PresentationFormat>
  <Paragraphs>160</Paragraphs>
  <Slides>12</Slides>
  <Notes>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Menlo</vt:lpstr>
      <vt:lpstr>Office Theme</vt:lpstr>
      <vt:lpstr>PowerPoint Presentation</vt:lpstr>
      <vt:lpstr>Problem statement</vt:lpstr>
      <vt:lpstr>Survey of existing use of “anydata”</vt:lpstr>
      <vt:lpstr>The goals of this document</vt:lpstr>
      <vt:lpstr>YANG Library look up</vt:lpstr>
      <vt:lpstr>Changes since IETF 123</vt:lpstr>
      <vt:lpstr>Implementation</vt:lpstr>
      <vt:lpstr>Question and next steps </vt:lpstr>
      <vt:lpstr>Where anydata is currently used? incomplete list</vt:lpstr>
      <vt:lpstr>Context</vt:lpstr>
      <vt:lpstr>RFC 8525 YANG Library</vt:lpstr>
      <vt:lpstr>YANG Data encodings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Elhassany Ahmed, SCS-INI-NET-VNC-E2E</cp:lastModifiedBy>
  <cp:revision>192</cp:revision>
  <dcterms:created xsi:type="dcterms:W3CDTF">2019-11-29T14:22:02Z</dcterms:created>
  <dcterms:modified xsi:type="dcterms:W3CDTF">2025-11-04T15:08:39Z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