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1041" r:id="rId2"/>
    <p:sldId id="2145706242" r:id="rId3"/>
    <p:sldId id="2145706305" r:id="rId4"/>
    <p:sldId id="2145706243" r:id="rId5"/>
    <p:sldId id="2145706306" r:id="rId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72B30"/>
    <a:srgbClr val="ACAB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8F68950-F8CC-4505-AD5A-E44C3FF4A9B2}" v="74" dt="2025-10-28T06:10:11.4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53" autoAdjust="0"/>
    <p:restoredTop sz="91768" autoAdjust="0"/>
  </p:normalViewPr>
  <p:slideViewPr>
    <p:cSldViewPr snapToGrid="0">
      <p:cViewPr varScale="1">
        <p:scale>
          <a:sx n="98" d="100"/>
          <a:sy n="98" d="100"/>
        </p:scale>
        <p:origin x="876" y="78"/>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notesMaster" Target="notesMasters/notesMaster1.xml"/><Relationship Id="rId12"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SCS-INI-NET-VNC-E2E" userId="487bc3e3-9ce7-4cdd-b7b4-8899ea88d289" providerId="ADAL" clId="{48F68950-F8CC-4505-AD5A-E44C3FF4A9B2}"/>
    <pc:docChg chg="undo custSel addSld delSld modSld sldOrd">
      <pc:chgData name="Graf Thomas, SCS-INI-NET-VNC-E2E" userId="487bc3e3-9ce7-4cdd-b7b4-8899ea88d289" providerId="ADAL" clId="{48F68950-F8CC-4505-AD5A-E44C3FF4A9B2}" dt="2025-10-28T06:10:32.887" v="2139" actId="20577"/>
      <pc:docMkLst>
        <pc:docMk/>
      </pc:docMkLst>
      <pc:sldChg chg="modSp mod">
        <pc:chgData name="Graf Thomas, SCS-INI-NET-VNC-E2E" userId="487bc3e3-9ce7-4cdd-b7b4-8899ea88d289" providerId="ADAL" clId="{48F68950-F8CC-4505-AD5A-E44C3FF4A9B2}" dt="2025-10-28T06:10:28.726" v="2138" actId="20577"/>
        <pc:sldMkLst>
          <pc:docMk/>
          <pc:sldMk cId="3578665336" sldId="1041"/>
        </pc:sldMkLst>
        <pc:spChg chg="mod">
          <ac:chgData name="Graf Thomas, SCS-INI-NET-VNC-E2E" userId="487bc3e3-9ce7-4cdd-b7b4-8899ea88d289" providerId="ADAL" clId="{48F68950-F8CC-4505-AD5A-E44C3FF4A9B2}" dt="2025-10-25T07:21:23.616" v="13" actId="20577"/>
          <ac:spMkLst>
            <pc:docMk/>
            <pc:sldMk cId="3578665336" sldId="1041"/>
            <ac:spMk id="5" creationId="{C26208B2-0D10-4C23-B2DE-372A62E98644}"/>
          </ac:spMkLst>
        </pc:spChg>
        <pc:spChg chg="mod">
          <ac:chgData name="Graf Thomas, SCS-INI-NET-VNC-E2E" userId="487bc3e3-9ce7-4cdd-b7b4-8899ea88d289" providerId="ADAL" clId="{48F68950-F8CC-4505-AD5A-E44C3FF4A9B2}" dt="2025-10-28T06:10:28.726" v="2138" actId="20577"/>
          <ac:spMkLst>
            <pc:docMk/>
            <pc:sldMk cId="3578665336" sldId="1041"/>
            <ac:spMk id="6" creationId="{6CAA0765-1318-4A03-8F91-D3ECC43D8FA7}"/>
          </ac:spMkLst>
        </pc:spChg>
      </pc:sldChg>
      <pc:sldChg chg="addSp delSp modSp mod ord">
        <pc:chgData name="Graf Thomas, SCS-INI-NET-VNC-E2E" userId="487bc3e3-9ce7-4cdd-b7b4-8899ea88d289" providerId="ADAL" clId="{48F68950-F8CC-4505-AD5A-E44C3FF4A9B2}" dt="2025-10-28T06:09:07.884" v="2108"/>
        <pc:sldMkLst>
          <pc:docMk/>
          <pc:sldMk cId="2617504443" sldId="2145706242"/>
        </pc:sldMkLst>
        <pc:spChg chg="mod">
          <ac:chgData name="Graf Thomas, SCS-INI-NET-VNC-E2E" userId="487bc3e3-9ce7-4cdd-b7b4-8899ea88d289" providerId="ADAL" clId="{48F68950-F8CC-4505-AD5A-E44C3FF4A9B2}" dt="2025-10-25T07:57:20.416" v="1222" actId="20577"/>
          <ac:spMkLst>
            <pc:docMk/>
            <pc:sldMk cId="2617504443" sldId="2145706242"/>
            <ac:spMk id="2" creationId="{FF20F271-6F0D-4AC0-BB1D-F5C338165C13}"/>
          </ac:spMkLst>
        </pc:spChg>
        <pc:spChg chg="mod">
          <ac:chgData name="Graf Thomas, SCS-INI-NET-VNC-E2E" userId="487bc3e3-9ce7-4cdd-b7b4-8899ea88d289" providerId="ADAL" clId="{48F68950-F8CC-4505-AD5A-E44C3FF4A9B2}" dt="2025-10-28T06:09:07.884" v="2108"/>
          <ac:spMkLst>
            <pc:docMk/>
            <pc:sldMk cId="2617504443" sldId="2145706242"/>
            <ac:spMk id="3" creationId="{29C0DFD4-432D-4B0C-93DF-790441DCF5B9}"/>
          </ac:spMkLst>
        </pc:spChg>
        <pc:spChg chg="add mod">
          <ac:chgData name="Graf Thomas, SCS-INI-NET-VNC-E2E" userId="487bc3e3-9ce7-4cdd-b7b4-8899ea88d289" providerId="ADAL" clId="{48F68950-F8CC-4505-AD5A-E44C3FF4A9B2}" dt="2025-10-25T08:04:14.349" v="1463" actId="14100"/>
          <ac:spMkLst>
            <pc:docMk/>
            <pc:sldMk cId="2617504443" sldId="2145706242"/>
            <ac:spMk id="10" creationId="{A73566BC-78F4-D0EF-6976-E60E3F76036D}"/>
          </ac:spMkLst>
        </pc:spChg>
        <pc:spChg chg="add mod">
          <ac:chgData name="Graf Thomas, SCS-INI-NET-VNC-E2E" userId="487bc3e3-9ce7-4cdd-b7b4-8899ea88d289" providerId="ADAL" clId="{48F68950-F8CC-4505-AD5A-E44C3FF4A9B2}" dt="2025-10-25T08:04:26.698" v="1481" actId="1037"/>
          <ac:spMkLst>
            <pc:docMk/>
            <pc:sldMk cId="2617504443" sldId="2145706242"/>
            <ac:spMk id="12" creationId="{78A63645-5CD4-D847-644F-2DFC2A5D5D3D}"/>
          </ac:spMkLst>
        </pc:spChg>
        <pc:spChg chg="add mod">
          <ac:chgData name="Graf Thomas, SCS-INI-NET-VNC-E2E" userId="487bc3e3-9ce7-4cdd-b7b4-8899ea88d289" providerId="ADAL" clId="{48F68950-F8CC-4505-AD5A-E44C3FF4A9B2}" dt="2025-10-25T08:04:26.698" v="1481" actId="1037"/>
          <ac:spMkLst>
            <pc:docMk/>
            <pc:sldMk cId="2617504443" sldId="2145706242"/>
            <ac:spMk id="13" creationId="{9EE5BAB2-AD56-F814-A128-39290E96651A}"/>
          </ac:spMkLst>
        </pc:spChg>
        <pc:spChg chg="add mod">
          <ac:chgData name="Graf Thomas, SCS-INI-NET-VNC-E2E" userId="487bc3e3-9ce7-4cdd-b7b4-8899ea88d289" providerId="ADAL" clId="{48F68950-F8CC-4505-AD5A-E44C3FF4A9B2}" dt="2025-10-25T08:04:09.292" v="1462" actId="1038"/>
          <ac:spMkLst>
            <pc:docMk/>
            <pc:sldMk cId="2617504443" sldId="2145706242"/>
            <ac:spMk id="14" creationId="{C65A4B26-CA66-E481-8A30-F04EF75B2F3E}"/>
          </ac:spMkLst>
        </pc:spChg>
        <pc:spChg chg="add mod">
          <ac:chgData name="Graf Thomas, SCS-INI-NET-VNC-E2E" userId="487bc3e3-9ce7-4cdd-b7b4-8899ea88d289" providerId="ADAL" clId="{48F68950-F8CC-4505-AD5A-E44C3FF4A9B2}" dt="2025-10-25T08:04:09.292" v="1462" actId="1038"/>
          <ac:spMkLst>
            <pc:docMk/>
            <pc:sldMk cId="2617504443" sldId="2145706242"/>
            <ac:spMk id="15" creationId="{6DB2FF59-6A37-7B3C-D87A-9523DC30E665}"/>
          </ac:spMkLst>
        </pc:spChg>
        <pc:spChg chg="add mod">
          <ac:chgData name="Graf Thomas, SCS-INI-NET-VNC-E2E" userId="487bc3e3-9ce7-4cdd-b7b4-8899ea88d289" providerId="ADAL" clId="{48F68950-F8CC-4505-AD5A-E44C3FF4A9B2}" dt="2025-10-25T08:04:09.292" v="1462" actId="1038"/>
          <ac:spMkLst>
            <pc:docMk/>
            <pc:sldMk cId="2617504443" sldId="2145706242"/>
            <ac:spMk id="16" creationId="{90A1D24B-C0A3-99AF-79F0-39C371307E52}"/>
          </ac:spMkLst>
        </pc:spChg>
        <pc:spChg chg="add mod">
          <ac:chgData name="Graf Thomas, SCS-INI-NET-VNC-E2E" userId="487bc3e3-9ce7-4cdd-b7b4-8899ea88d289" providerId="ADAL" clId="{48F68950-F8CC-4505-AD5A-E44C3FF4A9B2}" dt="2025-10-25T08:04:09.292" v="1462" actId="1038"/>
          <ac:spMkLst>
            <pc:docMk/>
            <pc:sldMk cId="2617504443" sldId="2145706242"/>
            <ac:spMk id="17" creationId="{93573FC5-D9A3-9EAB-DEE8-F9DAD7D202FC}"/>
          </ac:spMkLst>
        </pc:spChg>
        <pc:spChg chg="add mod">
          <ac:chgData name="Graf Thomas, SCS-INI-NET-VNC-E2E" userId="487bc3e3-9ce7-4cdd-b7b4-8899ea88d289" providerId="ADAL" clId="{48F68950-F8CC-4505-AD5A-E44C3FF4A9B2}" dt="2025-10-25T08:04:09.292" v="1462" actId="1038"/>
          <ac:spMkLst>
            <pc:docMk/>
            <pc:sldMk cId="2617504443" sldId="2145706242"/>
            <ac:spMk id="18" creationId="{EEFA89AB-995F-33E6-B5C2-0D30897EAEA6}"/>
          </ac:spMkLst>
        </pc:spChg>
      </pc:sldChg>
      <pc:sldChg chg="addSp delSp modSp mod">
        <pc:chgData name="Graf Thomas, SCS-INI-NET-VNC-E2E" userId="487bc3e3-9ce7-4cdd-b7b4-8899ea88d289" providerId="ADAL" clId="{48F68950-F8CC-4505-AD5A-E44C3FF4A9B2}" dt="2025-10-28T06:10:00.909" v="2137" actId="20577"/>
        <pc:sldMkLst>
          <pc:docMk/>
          <pc:sldMk cId="2750719351" sldId="2145706243"/>
        </pc:sldMkLst>
        <pc:spChg chg="mod">
          <ac:chgData name="Graf Thomas, SCS-INI-NET-VNC-E2E" userId="487bc3e3-9ce7-4cdd-b7b4-8899ea88d289" providerId="ADAL" clId="{48F68950-F8CC-4505-AD5A-E44C3FF4A9B2}" dt="2025-10-25T08:08:17.300" v="1519" actId="20577"/>
          <ac:spMkLst>
            <pc:docMk/>
            <pc:sldMk cId="2750719351" sldId="2145706243"/>
            <ac:spMk id="2" creationId="{925D8FC1-6AD2-4FDB-0618-87CF7F39767C}"/>
          </ac:spMkLst>
        </pc:spChg>
        <pc:spChg chg="mod">
          <ac:chgData name="Graf Thomas, SCS-INI-NET-VNC-E2E" userId="487bc3e3-9ce7-4cdd-b7b4-8899ea88d289" providerId="ADAL" clId="{48F68950-F8CC-4505-AD5A-E44C3FF4A9B2}" dt="2025-10-28T06:10:00.909" v="2137" actId="20577"/>
          <ac:spMkLst>
            <pc:docMk/>
            <pc:sldMk cId="2750719351" sldId="2145706243"/>
            <ac:spMk id="3" creationId="{E1C8AC62-B5C5-ADE4-1957-88D3A14E964A}"/>
          </ac:spMkLst>
        </pc:spChg>
        <pc:spChg chg="mod">
          <ac:chgData name="Graf Thomas, SCS-INI-NET-VNC-E2E" userId="487bc3e3-9ce7-4cdd-b7b4-8899ea88d289" providerId="ADAL" clId="{48F68950-F8CC-4505-AD5A-E44C3FF4A9B2}" dt="2025-10-25T07:37:04.212" v="566" actId="790"/>
          <ac:spMkLst>
            <pc:docMk/>
            <pc:sldMk cId="2750719351" sldId="2145706243"/>
            <ac:spMk id="8" creationId="{8BB66400-890A-2BF7-2334-5D3E2ED00552}"/>
          </ac:spMkLst>
        </pc:spChg>
      </pc:sldChg>
      <pc:sldChg chg="modSp add del mod">
        <pc:chgData name="Graf Thomas, SCS-INI-NET-VNC-E2E" userId="487bc3e3-9ce7-4cdd-b7b4-8899ea88d289" providerId="ADAL" clId="{48F68950-F8CC-4505-AD5A-E44C3FF4A9B2}" dt="2025-10-25T08:05:10.195" v="1484" actId="47"/>
        <pc:sldMkLst>
          <pc:docMk/>
          <pc:sldMk cId="1582024394" sldId="2145706304"/>
        </pc:sldMkLst>
      </pc:sldChg>
      <pc:sldChg chg="modSp add mod">
        <pc:chgData name="Graf Thomas, SCS-INI-NET-VNC-E2E" userId="487bc3e3-9ce7-4cdd-b7b4-8899ea88d289" providerId="ADAL" clId="{48F68950-F8CC-4505-AD5A-E44C3FF4A9B2}" dt="2025-10-25T08:24:04.896" v="1605" actId="20577"/>
        <pc:sldMkLst>
          <pc:docMk/>
          <pc:sldMk cId="2695572745" sldId="2145706305"/>
        </pc:sldMkLst>
        <pc:spChg chg="mod">
          <ac:chgData name="Graf Thomas, SCS-INI-NET-VNC-E2E" userId="487bc3e3-9ce7-4cdd-b7b4-8899ea88d289" providerId="ADAL" clId="{48F68950-F8CC-4505-AD5A-E44C3FF4A9B2}" dt="2025-10-25T08:24:04.896" v="1605" actId="20577"/>
          <ac:spMkLst>
            <pc:docMk/>
            <pc:sldMk cId="2695572745" sldId="2145706305"/>
            <ac:spMk id="3" creationId="{DFFD1483-3E46-4ECB-FCD8-371365FD4D07}"/>
          </ac:spMkLst>
        </pc:spChg>
      </pc:sldChg>
      <pc:sldChg chg="addSp modSp add mod">
        <pc:chgData name="Graf Thomas, SCS-INI-NET-VNC-E2E" userId="487bc3e3-9ce7-4cdd-b7b4-8899ea88d289" providerId="ADAL" clId="{48F68950-F8CC-4505-AD5A-E44C3FF4A9B2}" dt="2025-10-28T06:10:32.887" v="2139" actId="20577"/>
        <pc:sldMkLst>
          <pc:docMk/>
          <pc:sldMk cId="4208302676" sldId="2145706306"/>
        </pc:sldMkLst>
        <pc:spChg chg="mod">
          <ac:chgData name="Graf Thomas, SCS-INI-NET-VNC-E2E" userId="487bc3e3-9ce7-4cdd-b7b4-8899ea88d289" providerId="ADAL" clId="{48F68950-F8CC-4505-AD5A-E44C3FF4A9B2}" dt="2025-10-25T08:17:44.497" v="1576" actId="113"/>
          <ac:spMkLst>
            <pc:docMk/>
            <pc:sldMk cId="4208302676" sldId="2145706306"/>
            <ac:spMk id="2" creationId="{A9E077D2-7FD2-CAA6-BC26-8236770D9956}"/>
          </ac:spMkLst>
        </pc:spChg>
        <pc:spChg chg="mod">
          <ac:chgData name="Graf Thomas, SCS-INI-NET-VNC-E2E" userId="487bc3e3-9ce7-4cdd-b7b4-8899ea88d289" providerId="ADAL" clId="{48F68950-F8CC-4505-AD5A-E44C3FF4A9B2}" dt="2025-10-26T13:03:45.596" v="2106" actId="20577"/>
          <ac:spMkLst>
            <pc:docMk/>
            <pc:sldMk cId="4208302676" sldId="2145706306"/>
            <ac:spMk id="3" creationId="{07B878BF-4CE0-02B1-A1AF-E443CE11011B}"/>
          </ac:spMkLst>
        </pc:spChg>
        <pc:spChg chg="add mod">
          <ac:chgData name="Graf Thomas, SCS-INI-NET-VNC-E2E" userId="487bc3e3-9ce7-4cdd-b7b4-8899ea88d289" providerId="ADAL" clId="{48F68950-F8CC-4505-AD5A-E44C3FF4A9B2}" dt="2025-10-28T06:10:32.887" v="2139" actId="20577"/>
          <ac:spMkLst>
            <pc:docMk/>
            <pc:sldMk cId="4208302676" sldId="2145706306"/>
            <ac:spMk id="4" creationId="{17D9D613-D281-5E22-4AF5-5EF54C849750}"/>
          </ac:spMkLst>
        </pc:spChg>
      </pc:sldChg>
    </pc:docChg>
  </pc:docChgLst>
  <pc:docChgLst>
    <pc:chgData name="Graf Thomas, SCS-INI-NET-VNC-E2E" userId="487bc3e3-9ce7-4cdd-b7b4-8899ea88d289" providerId="ADAL" clId="{1BAAA70E-921F-47F1-8CE8-3DD05F71A227}"/>
    <pc:docChg chg="undo custSel addSld modSld">
      <pc:chgData name="Graf Thomas, SCS-INI-NET-VNC-E2E" userId="487bc3e3-9ce7-4cdd-b7b4-8899ea88d289" providerId="ADAL" clId="{1BAAA70E-921F-47F1-8CE8-3DD05F71A227}" dt="2025-10-25T07:17:10.622" v="1668" actId="948"/>
      <pc:docMkLst>
        <pc:docMk/>
      </pc:docMkLst>
      <pc:sldChg chg="modSp mod">
        <pc:chgData name="Graf Thomas, SCS-INI-NET-VNC-E2E" userId="487bc3e3-9ce7-4cdd-b7b4-8899ea88d289" providerId="ADAL" clId="{1BAAA70E-921F-47F1-8CE8-3DD05F71A227}" dt="2025-10-25T06:54:40.471" v="18" actId="20577"/>
        <pc:sldMkLst>
          <pc:docMk/>
          <pc:sldMk cId="3578665336" sldId="1041"/>
        </pc:sldMkLst>
        <pc:spChg chg="mod">
          <ac:chgData name="Graf Thomas, SCS-INI-NET-VNC-E2E" userId="487bc3e3-9ce7-4cdd-b7b4-8899ea88d289" providerId="ADAL" clId="{1BAAA70E-921F-47F1-8CE8-3DD05F71A227}" dt="2025-10-25T06:54:06.307" v="0" actId="20577"/>
          <ac:spMkLst>
            <pc:docMk/>
            <pc:sldMk cId="3578665336" sldId="1041"/>
            <ac:spMk id="5" creationId="{C26208B2-0D10-4C23-B2DE-372A62E98644}"/>
          </ac:spMkLst>
        </pc:spChg>
        <pc:spChg chg="mod">
          <ac:chgData name="Graf Thomas, SCS-INI-NET-VNC-E2E" userId="487bc3e3-9ce7-4cdd-b7b4-8899ea88d289" providerId="ADAL" clId="{1BAAA70E-921F-47F1-8CE8-3DD05F71A227}" dt="2025-10-25T06:54:40.471" v="18" actId="20577"/>
          <ac:spMkLst>
            <pc:docMk/>
            <pc:sldMk cId="3578665336" sldId="1041"/>
            <ac:spMk id="6" creationId="{6CAA0765-1318-4A03-8F91-D3ECC43D8FA7}"/>
          </ac:spMkLst>
        </pc:spChg>
      </pc:sldChg>
      <pc:sldChg chg="addSp delSp modSp mod">
        <pc:chgData name="Graf Thomas, SCS-INI-NET-VNC-E2E" userId="487bc3e3-9ce7-4cdd-b7b4-8899ea88d289" providerId="ADAL" clId="{1BAAA70E-921F-47F1-8CE8-3DD05F71A227}" dt="2025-10-25T07:17:10.622" v="1668" actId="948"/>
        <pc:sldMkLst>
          <pc:docMk/>
          <pc:sldMk cId="2617504443" sldId="2145706242"/>
        </pc:sldMkLst>
        <pc:spChg chg="mod">
          <ac:chgData name="Graf Thomas, SCS-INI-NET-VNC-E2E" userId="487bc3e3-9ce7-4cdd-b7b4-8899ea88d289" providerId="ADAL" clId="{1BAAA70E-921F-47F1-8CE8-3DD05F71A227}" dt="2025-10-25T07:15:33.329" v="1561" actId="20577"/>
          <ac:spMkLst>
            <pc:docMk/>
            <pc:sldMk cId="2617504443" sldId="2145706242"/>
            <ac:spMk id="2" creationId="{FF20F271-6F0D-4AC0-BB1D-F5C338165C13}"/>
          </ac:spMkLst>
        </pc:spChg>
        <pc:spChg chg="mod">
          <ac:chgData name="Graf Thomas, SCS-INI-NET-VNC-E2E" userId="487bc3e3-9ce7-4cdd-b7b4-8899ea88d289" providerId="ADAL" clId="{1BAAA70E-921F-47F1-8CE8-3DD05F71A227}" dt="2025-10-25T07:17:10.622" v="1668" actId="948"/>
          <ac:spMkLst>
            <pc:docMk/>
            <pc:sldMk cId="2617504443" sldId="2145706242"/>
            <ac:spMk id="3" creationId="{29C0DFD4-432D-4B0C-93DF-790441DCF5B9}"/>
          </ac:spMkLst>
        </pc:spChg>
      </pc:sldChg>
      <pc:sldChg chg="modSp add mod">
        <pc:chgData name="Graf Thomas, SCS-INI-NET-VNC-E2E" userId="487bc3e3-9ce7-4cdd-b7b4-8899ea88d289" providerId="ADAL" clId="{1BAAA70E-921F-47F1-8CE8-3DD05F71A227}" dt="2025-10-25T07:16:56.924" v="1667" actId="948"/>
        <pc:sldMkLst>
          <pc:docMk/>
          <pc:sldMk cId="2750719351" sldId="2145706243"/>
        </pc:sldMkLst>
        <pc:spChg chg="mod">
          <ac:chgData name="Graf Thomas, SCS-INI-NET-VNC-E2E" userId="487bc3e3-9ce7-4cdd-b7b4-8899ea88d289" providerId="ADAL" clId="{1BAAA70E-921F-47F1-8CE8-3DD05F71A227}" dt="2025-10-25T07:15:36.716" v="1565" actId="20577"/>
          <ac:spMkLst>
            <pc:docMk/>
            <pc:sldMk cId="2750719351" sldId="2145706243"/>
            <ac:spMk id="2" creationId="{925D8FC1-6AD2-4FDB-0618-87CF7F39767C}"/>
          </ac:spMkLst>
        </pc:spChg>
        <pc:spChg chg="mod">
          <ac:chgData name="Graf Thomas, SCS-INI-NET-VNC-E2E" userId="487bc3e3-9ce7-4cdd-b7b4-8899ea88d289" providerId="ADAL" clId="{1BAAA70E-921F-47F1-8CE8-3DD05F71A227}" dt="2025-10-25T07:16:56.924" v="1667" actId="948"/>
          <ac:spMkLst>
            <pc:docMk/>
            <pc:sldMk cId="2750719351" sldId="2145706243"/>
            <ac:spMk id="3" creationId="{E1C8AC62-B5C5-ADE4-1957-88D3A14E964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5E705E9-673F-4AC4-B29E-A7B26F3B8523}" type="datetimeFigureOut">
              <a:rPr lang="de-CH" smtClean="0"/>
              <a:t>28.10.2025</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BC52A0-2F3F-497F-8536-39D60282E9C2}" type="slidenum">
              <a:rPr lang="de-CH" smtClean="0"/>
              <a:t>‹#›</a:t>
            </a:fld>
            <a:endParaRPr lang="de-CH"/>
          </a:p>
        </p:txBody>
      </p:sp>
    </p:spTree>
    <p:extLst>
      <p:ext uri="{BB962C8B-B14F-4D97-AF65-F5344CB8AC3E}">
        <p14:creationId xmlns:p14="http://schemas.microsoft.com/office/powerpoint/2010/main" val="231673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E4512-1D3B-4B73-B042-476E6184E8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CH"/>
          </a:p>
        </p:txBody>
      </p:sp>
      <p:sp>
        <p:nvSpPr>
          <p:cNvPr id="3" name="Subtitle 2">
            <a:extLst>
              <a:ext uri="{FF2B5EF4-FFF2-40B4-BE49-F238E27FC236}">
                <a16:creationId xmlns:a16="http://schemas.microsoft.com/office/drawing/2014/main" id="{14168D7F-8149-41A1-BACA-3AE93B5EBA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CH"/>
          </a:p>
        </p:txBody>
      </p:sp>
      <p:sp>
        <p:nvSpPr>
          <p:cNvPr id="4" name="Date Placeholder 3">
            <a:extLst>
              <a:ext uri="{FF2B5EF4-FFF2-40B4-BE49-F238E27FC236}">
                <a16:creationId xmlns:a16="http://schemas.microsoft.com/office/drawing/2014/main" id="{2F31F274-2081-4043-A760-EBE78731B51B}"/>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5" name="Footer Placeholder 4">
            <a:extLst>
              <a:ext uri="{FF2B5EF4-FFF2-40B4-BE49-F238E27FC236}">
                <a16:creationId xmlns:a16="http://schemas.microsoft.com/office/drawing/2014/main" id="{06F4A492-DE76-49D9-B2D6-119D939A640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8F859CCC-4F98-451F-BD3B-E72AFDCA696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7858223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BBDF6-FBD2-40AF-9486-BB4A908B2A31}"/>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6FAC614F-9AF2-40AF-A811-367A6AFA5E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8E787B81-7873-4625-90C6-65B7D39F68FA}"/>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5" name="Footer Placeholder 4">
            <a:extLst>
              <a:ext uri="{FF2B5EF4-FFF2-40B4-BE49-F238E27FC236}">
                <a16:creationId xmlns:a16="http://schemas.microsoft.com/office/drawing/2014/main" id="{7D062558-7E3E-4F68-94CA-8F448DCC8E48}"/>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2A3E61FB-1357-46F5-903C-1994E98B264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099387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D0C7-725B-4BFF-9522-83239C8F81B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CH"/>
          </a:p>
        </p:txBody>
      </p:sp>
      <p:sp>
        <p:nvSpPr>
          <p:cNvPr id="3" name="Text Placeholder 2">
            <a:extLst>
              <a:ext uri="{FF2B5EF4-FFF2-40B4-BE49-F238E27FC236}">
                <a16:creationId xmlns:a16="http://schemas.microsoft.com/office/drawing/2014/main" id="{C97E1048-3DC5-4B9C-899F-DED6314AE26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B5DBFD-FBBF-4914-87A2-F3A61F56DED9}"/>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5" name="Footer Placeholder 4">
            <a:extLst>
              <a:ext uri="{FF2B5EF4-FFF2-40B4-BE49-F238E27FC236}">
                <a16:creationId xmlns:a16="http://schemas.microsoft.com/office/drawing/2014/main" id="{EB7571A4-73D2-444B-9013-7EFE083B18DF}"/>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C7CCFB92-7142-4854-ACC6-4129F01E705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390372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36279-2318-4AD6-A5F8-75FAC2F47DDA}"/>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7AD0583D-F808-46BC-A112-FEA6430F472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Content Placeholder 3">
            <a:extLst>
              <a:ext uri="{FF2B5EF4-FFF2-40B4-BE49-F238E27FC236}">
                <a16:creationId xmlns:a16="http://schemas.microsoft.com/office/drawing/2014/main" id="{4FE9A202-30E0-43D7-8764-65A6F84FDDA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Date Placeholder 4">
            <a:extLst>
              <a:ext uri="{FF2B5EF4-FFF2-40B4-BE49-F238E27FC236}">
                <a16:creationId xmlns:a16="http://schemas.microsoft.com/office/drawing/2014/main" id="{32791E6B-307F-487A-ACE7-95C6B653CB57}"/>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6" name="Footer Placeholder 5">
            <a:extLst>
              <a:ext uri="{FF2B5EF4-FFF2-40B4-BE49-F238E27FC236}">
                <a16:creationId xmlns:a16="http://schemas.microsoft.com/office/drawing/2014/main" id="{2621F60B-CB79-4100-B5DF-1E9EA55C1EE4}"/>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8193C06A-1F3A-41DA-8ED0-F1B0534320A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787353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837BF-12E0-4609-8885-BA3B61207024}"/>
              </a:ext>
            </a:extLst>
          </p:cNvPr>
          <p:cNvSpPr>
            <a:spLocks noGrp="1"/>
          </p:cNvSpPr>
          <p:nvPr>
            <p:ph type="title"/>
          </p:nvPr>
        </p:nvSpPr>
        <p:spPr>
          <a:xfrm>
            <a:off x="839788" y="365125"/>
            <a:ext cx="10515600" cy="1325563"/>
          </a:xfrm>
        </p:spPr>
        <p:txBody>
          <a:bodyPr/>
          <a:lstStyle/>
          <a:p>
            <a:r>
              <a:rPr lang="en-US"/>
              <a:t>Click to edit Master title style</a:t>
            </a:r>
            <a:endParaRPr lang="de-CH"/>
          </a:p>
        </p:txBody>
      </p:sp>
      <p:sp>
        <p:nvSpPr>
          <p:cNvPr id="3" name="Text Placeholder 2">
            <a:extLst>
              <a:ext uri="{FF2B5EF4-FFF2-40B4-BE49-F238E27FC236}">
                <a16:creationId xmlns:a16="http://schemas.microsoft.com/office/drawing/2014/main" id="{41D6F202-5F12-4652-B24C-DE18E1A337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BF7499-BB9D-474C-80E4-FBDD9AF94F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Text Placeholder 4">
            <a:extLst>
              <a:ext uri="{FF2B5EF4-FFF2-40B4-BE49-F238E27FC236}">
                <a16:creationId xmlns:a16="http://schemas.microsoft.com/office/drawing/2014/main" id="{1FE8ABCD-03D9-487D-A401-5C46542B96B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290E7B8-775C-4651-8505-06EEF69C7C7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7" name="Date Placeholder 6">
            <a:extLst>
              <a:ext uri="{FF2B5EF4-FFF2-40B4-BE49-F238E27FC236}">
                <a16:creationId xmlns:a16="http://schemas.microsoft.com/office/drawing/2014/main" id="{5EE55546-7C7E-4AE1-B224-70E058A04CB8}"/>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8" name="Footer Placeholder 7">
            <a:extLst>
              <a:ext uri="{FF2B5EF4-FFF2-40B4-BE49-F238E27FC236}">
                <a16:creationId xmlns:a16="http://schemas.microsoft.com/office/drawing/2014/main" id="{0A87DA8F-0A89-45FF-A3CC-8973287CFF46}"/>
              </a:ext>
            </a:extLst>
          </p:cNvPr>
          <p:cNvSpPr>
            <a:spLocks noGrp="1"/>
          </p:cNvSpPr>
          <p:nvPr>
            <p:ph type="ftr" sz="quarter" idx="11"/>
          </p:nvPr>
        </p:nvSpPr>
        <p:spPr/>
        <p:txBody>
          <a:bodyPr/>
          <a:lstStyle/>
          <a:p>
            <a:endParaRPr lang="de-CH"/>
          </a:p>
        </p:txBody>
      </p:sp>
      <p:sp>
        <p:nvSpPr>
          <p:cNvPr id="9" name="Slide Number Placeholder 8">
            <a:extLst>
              <a:ext uri="{FF2B5EF4-FFF2-40B4-BE49-F238E27FC236}">
                <a16:creationId xmlns:a16="http://schemas.microsoft.com/office/drawing/2014/main" id="{D52A632D-9625-4B76-A006-24C009E135A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8000530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A4D9-592C-47DB-A38B-6773D38A3113}"/>
              </a:ext>
            </a:extLst>
          </p:cNvPr>
          <p:cNvSpPr>
            <a:spLocks noGrp="1"/>
          </p:cNvSpPr>
          <p:nvPr>
            <p:ph type="title"/>
          </p:nvPr>
        </p:nvSpPr>
        <p:spPr/>
        <p:txBody>
          <a:bodyPr/>
          <a:lstStyle/>
          <a:p>
            <a:r>
              <a:rPr lang="en-US"/>
              <a:t>Click to edit Master title style</a:t>
            </a:r>
            <a:endParaRPr lang="de-CH"/>
          </a:p>
        </p:txBody>
      </p:sp>
      <p:sp>
        <p:nvSpPr>
          <p:cNvPr id="3" name="Date Placeholder 2">
            <a:extLst>
              <a:ext uri="{FF2B5EF4-FFF2-40B4-BE49-F238E27FC236}">
                <a16:creationId xmlns:a16="http://schemas.microsoft.com/office/drawing/2014/main" id="{30F8F040-BDDF-4877-8526-169F2DA14C15}"/>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4" name="Footer Placeholder 3">
            <a:extLst>
              <a:ext uri="{FF2B5EF4-FFF2-40B4-BE49-F238E27FC236}">
                <a16:creationId xmlns:a16="http://schemas.microsoft.com/office/drawing/2014/main" id="{7E90B3BB-C496-4AF5-8EB6-7559F47A6841}"/>
              </a:ext>
            </a:extLst>
          </p:cNvPr>
          <p:cNvSpPr>
            <a:spLocks noGrp="1"/>
          </p:cNvSpPr>
          <p:nvPr>
            <p:ph type="ftr" sz="quarter" idx="11"/>
          </p:nvPr>
        </p:nvSpPr>
        <p:spPr/>
        <p:txBody>
          <a:bodyPr/>
          <a:lstStyle/>
          <a:p>
            <a:endParaRPr lang="de-CH"/>
          </a:p>
        </p:txBody>
      </p:sp>
      <p:sp>
        <p:nvSpPr>
          <p:cNvPr id="5" name="Slide Number Placeholder 4">
            <a:extLst>
              <a:ext uri="{FF2B5EF4-FFF2-40B4-BE49-F238E27FC236}">
                <a16:creationId xmlns:a16="http://schemas.microsoft.com/office/drawing/2014/main" id="{87FE77DB-3A65-40BB-95CE-131D701F68B3}"/>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493433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86202C-9526-41D5-A80B-2DF289677874}"/>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3" name="Footer Placeholder 2">
            <a:extLst>
              <a:ext uri="{FF2B5EF4-FFF2-40B4-BE49-F238E27FC236}">
                <a16:creationId xmlns:a16="http://schemas.microsoft.com/office/drawing/2014/main" id="{1E3DB588-08C7-4A6C-AB92-AA66E93DA399}"/>
              </a:ext>
            </a:extLst>
          </p:cNvPr>
          <p:cNvSpPr>
            <a:spLocks noGrp="1"/>
          </p:cNvSpPr>
          <p:nvPr>
            <p:ph type="ftr" sz="quarter" idx="11"/>
          </p:nvPr>
        </p:nvSpPr>
        <p:spPr/>
        <p:txBody>
          <a:bodyPr/>
          <a:lstStyle/>
          <a:p>
            <a:endParaRPr lang="de-CH"/>
          </a:p>
        </p:txBody>
      </p:sp>
      <p:sp>
        <p:nvSpPr>
          <p:cNvPr id="4" name="Slide Number Placeholder 3">
            <a:extLst>
              <a:ext uri="{FF2B5EF4-FFF2-40B4-BE49-F238E27FC236}">
                <a16:creationId xmlns:a16="http://schemas.microsoft.com/office/drawing/2014/main" id="{726035E7-88C8-4D96-B785-776340A7BD1B}"/>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4581127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C2E0B-BAAE-488E-8A9B-5E2F972818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Content Placeholder 2">
            <a:extLst>
              <a:ext uri="{FF2B5EF4-FFF2-40B4-BE49-F238E27FC236}">
                <a16:creationId xmlns:a16="http://schemas.microsoft.com/office/drawing/2014/main" id="{308C22BD-ADB1-4F08-B9D6-E993F811FC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Text Placeholder 3">
            <a:extLst>
              <a:ext uri="{FF2B5EF4-FFF2-40B4-BE49-F238E27FC236}">
                <a16:creationId xmlns:a16="http://schemas.microsoft.com/office/drawing/2014/main" id="{CB329BCF-9547-4664-BC89-023CF460CD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B46FE1-476B-4893-8CD9-264AC97F89A0}"/>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6" name="Footer Placeholder 5">
            <a:extLst>
              <a:ext uri="{FF2B5EF4-FFF2-40B4-BE49-F238E27FC236}">
                <a16:creationId xmlns:a16="http://schemas.microsoft.com/office/drawing/2014/main" id="{7235B88A-2D78-46C2-BBA5-A7E4B6C778E0}"/>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1CFBCD13-0D0A-4531-9C78-280B19232CD6}"/>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8489552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2F91-0DE7-463A-B320-CFD88985B9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Picture Placeholder 2">
            <a:extLst>
              <a:ext uri="{FF2B5EF4-FFF2-40B4-BE49-F238E27FC236}">
                <a16:creationId xmlns:a16="http://schemas.microsoft.com/office/drawing/2014/main" id="{DA8FAE06-08B0-40A8-8F3E-C20E2667A7C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 Placeholder 3">
            <a:extLst>
              <a:ext uri="{FF2B5EF4-FFF2-40B4-BE49-F238E27FC236}">
                <a16:creationId xmlns:a16="http://schemas.microsoft.com/office/drawing/2014/main" id="{F52DC7CF-A958-437D-97CD-D3E81DB923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C2DCF7-E5CF-40ED-9C23-5F54FB7C501D}"/>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6" name="Footer Placeholder 5">
            <a:extLst>
              <a:ext uri="{FF2B5EF4-FFF2-40B4-BE49-F238E27FC236}">
                <a16:creationId xmlns:a16="http://schemas.microsoft.com/office/drawing/2014/main" id="{46B598A1-F516-4BF3-A1DB-EFB3FD805F93}"/>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24DCE8FE-0171-448F-8772-43B1E4122EF1}"/>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540261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7D866-2D41-48BC-9DC3-7FEE77BA7CD7}"/>
              </a:ext>
            </a:extLst>
          </p:cNvPr>
          <p:cNvSpPr>
            <a:spLocks noGrp="1"/>
          </p:cNvSpPr>
          <p:nvPr>
            <p:ph type="title"/>
          </p:nvPr>
        </p:nvSpPr>
        <p:spPr/>
        <p:txBody>
          <a:bodyPr/>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7477519-4E02-40D8-8B6A-3A512977D4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56831AF6-5DD6-4C3B-B500-F46F75D54246}"/>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5" name="Footer Placeholder 4">
            <a:extLst>
              <a:ext uri="{FF2B5EF4-FFF2-40B4-BE49-F238E27FC236}">
                <a16:creationId xmlns:a16="http://schemas.microsoft.com/office/drawing/2014/main" id="{A75992F3-29F5-4955-B2D5-391EC52DB76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DBDB107A-54F3-441F-911A-3CD57FDE6E72}"/>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94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349AB2-2AB2-43A7-8656-1622691F7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E3361E9-F971-441C-8CE6-36B5044224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18CF5765-AAA1-4EBA-9889-B58751F154F4}"/>
              </a:ext>
            </a:extLst>
          </p:cNvPr>
          <p:cNvSpPr>
            <a:spLocks noGrp="1"/>
          </p:cNvSpPr>
          <p:nvPr>
            <p:ph type="dt" sz="half" idx="10"/>
          </p:nvPr>
        </p:nvSpPr>
        <p:spPr/>
        <p:txBody>
          <a:bodyPr/>
          <a:lstStyle/>
          <a:p>
            <a:fld id="{9E9B238C-2335-4007-98C9-471C02CC43B6}" type="datetimeFigureOut">
              <a:rPr lang="de-CH" smtClean="0"/>
              <a:t>28.10.2025</a:t>
            </a:fld>
            <a:endParaRPr lang="de-CH"/>
          </a:p>
        </p:txBody>
      </p:sp>
      <p:sp>
        <p:nvSpPr>
          <p:cNvPr id="5" name="Footer Placeholder 4">
            <a:extLst>
              <a:ext uri="{FF2B5EF4-FFF2-40B4-BE49-F238E27FC236}">
                <a16:creationId xmlns:a16="http://schemas.microsoft.com/office/drawing/2014/main" id="{71F360DF-246C-4E18-B36B-0922733683DC}"/>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F8C95E4A-A865-4DAD-8AEC-EE7D584D640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559124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CCDFDE9-18F4-48C4-A401-3E984B3925D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CH"/>
          </a:p>
        </p:txBody>
      </p:sp>
      <p:sp>
        <p:nvSpPr>
          <p:cNvPr id="3" name="Text Placeholder 2">
            <a:extLst>
              <a:ext uri="{FF2B5EF4-FFF2-40B4-BE49-F238E27FC236}">
                <a16:creationId xmlns:a16="http://schemas.microsoft.com/office/drawing/2014/main" id="{E517C9F2-47EC-46EF-9DAA-721B9E5EF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B3B2DCEB-FFB0-4E16-B62A-C5FBA3476AB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E9B238C-2335-4007-98C9-471C02CC43B6}" type="datetimeFigureOut">
              <a:rPr lang="de-CH" smtClean="0"/>
              <a:t>28.10.2025</a:t>
            </a:fld>
            <a:endParaRPr lang="de-CH"/>
          </a:p>
        </p:txBody>
      </p:sp>
      <p:sp>
        <p:nvSpPr>
          <p:cNvPr id="5" name="Footer Placeholder 4">
            <a:extLst>
              <a:ext uri="{FF2B5EF4-FFF2-40B4-BE49-F238E27FC236}">
                <a16:creationId xmlns:a16="http://schemas.microsoft.com/office/drawing/2014/main" id="{028C72CA-B967-43BF-81A8-8AE258386D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Slide Number Placeholder 5">
            <a:extLst>
              <a:ext uri="{FF2B5EF4-FFF2-40B4-BE49-F238E27FC236}">
                <a16:creationId xmlns:a16="http://schemas.microsoft.com/office/drawing/2014/main" id="{EDD67793-ADCE-4178-B0C6-9992EC74B2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4AC485-25DE-431E-B345-9C0A15BB7F8A}" type="slidenum">
              <a:rPr lang="de-CH" smtClean="0"/>
              <a:t>‹#›</a:t>
            </a:fld>
            <a:endParaRPr lang="de-CH"/>
          </a:p>
        </p:txBody>
      </p:sp>
    </p:spTree>
    <p:extLst>
      <p:ext uri="{BB962C8B-B14F-4D97-AF65-F5344CB8AC3E}">
        <p14:creationId xmlns:p14="http://schemas.microsoft.com/office/powerpoint/2010/main" val="15759566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hyperlink" Target="https://datatracker.ietf.org/doc/html/draft-ietf-opsawg-collected-data-manifest"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ilarchive.ietf.org/arch/msg/nmop/Yi-WE5SgZ1hIxDfYtlgSQQfbC7U/" TargetMode="External"/><Relationship Id="rId7" Type="http://schemas.openxmlformats.org/officeDocument/2006/relationships/image" Target="../media/image1.png"/><Relationship Id="rId2" Type="http://schemas.openxmlformats.org/officeDocument/2006/relationships/hyperlink" Target="https://mailarchive.ietf.org/arch/msg/nmop/MfIthPyz61aJ9fX5WgJPuJud0us/" TargetMode="External"/><Relationship Id="rId1" Type="http://schemas.openxmlformats.org/officeDocument/2006/relationships/slideLayout" Target="../slideLayouts/slideLayout2.xml"/><Relationship Id="rId6" Type="http://schemas.openxmlformats.org/officeDocument/2006/relationships/hyperlink" Target="https://mailarchive.ietf.org/arch/msg/nmop/aefFROi7Pgm3m6xxfovqX_LIQ1c/" TargetMode="External"/><Relationship Id="rId5" Type="http://schemas.openxmlformats.org/officeDocument/2006/relationships/hyperlink" Target="https://datatracker.ietf.org/doc/html/draft-ietf-netmod-rfc8407bis-22#section-4.3.1" TargetMode="External"/><Relationship Id="rId4" Type="http://schemas.openxmlformats.org/officeDocument/2006/relationships/hyperlink" Target="https://datatracker.ietf.org/doc/html/draft-ietf-netmod-yang-semver"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datatracker.ietf.org/doc/html/rfc8791" TargetMode="External"/><Relationship Id="rId2" Type="http://schemas.openxmlformats.org/officeDocument/2006/relationships/hyperlink" Target="https://mailarchive.ietf.org/arch/msg/nmop/cgOnUQDVc_8hb0YOkIMDyBXyCrU/" TargetMode="External"/><Relationship Id="rId1" Type="http://schemas.openxmlformats.org/officeDocument/2006/relationships/slideLayout" Target="../slideLayouts/slideLayout2.xml"/><Relationship Id="rId5" Type="http://schemas.openxmlformats.org/officeDocument/2006/relationships/hyperlink" Target="https://datatracker.ietf.org/doc/html/draft-ietf-netconf-notif-envelope" TargetMode="External"/><Relationship Id="rId4" Type="http://schemas.openxmlformats.org/officeDocument/2006/relationships/hyperlink" Target="https://datatracker.ietf.org/doc/html/rfc7950#section-4.2.10"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pmacct/pmacct" TargetMode="External"/><Relationship Id="rId2" Type="http://schemas.openxmlformats.org/officeDocument/2006/relationships/hyperlink" Target="github.com/NetGauze/NetGauze" TargetMode="External"/><Relationship Id="rId1" Type="http://schemas.openxmlformats.org/officeDocument/2006/relationships/slideLayout" Target="../slideLayouts/slideLayout2.xml"/><Relationship Id="rId4" Type="http://schemas.openxmlformats.org/officeDocument/2006/relationships/hyperlink" Target="https://datatracker.ietf.org/doc/html/draft-ietf-nmop-yang-message-broker-integr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1">
            <a:extLst>
              <a:ext uri="{FF2B5EF4-FFF2-40B4-BE49-F238E27FC236}">
                <a16:creationId xmlns:a16="http://schemas.microsoft.com/office/drawing/2014/main" id="{C26208B2-0D10-4C23-B2DE-372A62E98644}"/>
              </a:ext>
            </a:extLst>
          </p:cNvPr>
          <p:cNvSpPr txBox="1">
            <a:spLocks/>
          </p:cNvSpPr>
          <p:nvPr/>
        </p:nvSpPr>
        <p:spPr>
          <a:xfrm>
            <a:off x="606830" y="1365772"/>
            <a:ext cx="11395314" cy="323900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t>Extensible YANG Model for Network Telemetry </a:t>
            </a:r>
            <a:r>
              <a:rPr lang="en-US" sz="3400" b="1" dirty="0">
                <a:solidFill>
                  <a:srgbClr val="FF0000"/>
                </a:solidFill>
              </a:rPr>
              <a:t>Messages</a:t>
            </a:r>
            <a:br>
              <a:rPr lang="en-US" sz="3600" b="1" dirty="0"/>
            </a:br>
            <a:r>
              <a:rPr lang="en-US" sz="2800" dirty="0"/>
              <a:t>draft-ietf-nmop-message-broker-telemetry-message-03</a:t>
            </a:r>
          </a:p>
          <a:p>
            <a:endParaRPr lang="en-US" sz="2800" dirty="0"/>
          </a:p>
          <a:p>
            <a:r>
              <a:rPr lang="en-US" sz="2800" dirty="0">
                <a:solidFill>
                  <a:schemeClr val="bg2">
                    <a:lumMod val="75000"/>
                  </a:schemeClr>
                </a:solidFill>
              </a:rPr>
              <a:t>Defines an extensible message schema in YANG</a:t>
            </a:r>
            <a:br>
              <a:rPr lang="en-US" sz="2800" dirty="0">
                <a:solidFill>
                  <a:schemeClr val="bg2">
                    <a:lumMod val="75000"/>
                  </a:schemeClr>
                </a:solidFill>
              </a:rPr>
            </a:br>
            <a:r>
              <a:rPr lang="en-US" sz="2800" dirty="0">
                <a:solidFill>
                  <a:schemeClr val="bg2">
                    <a:lumMod val="75000"/>
                  </a:schemeClr>
                </a:solidFill>
              </a:rPr>
              <a:t>	to be used at data collection to transform Network Telemetry messages 		into external systems such as Message Brokers</a:t>
            </a:r>
          </a:p>
        </p:txBody>
      </p:sp>
      <p:sp>
        <p:nvSpPr>
          <p:cNvPr id="2" name="Slide Number Placeholder 1">
            <a:extLst>
              <a:ext uri="{FF2B5EF4-FFF2-40B4-BE49-F238E27FC236}">
                <a16:creationId xmlns:a16="http://schemas.microsoft.com/office/drawing/2014/main" id="{AD23057C-339A-4254-8994-8EB77B8B4163}"/>
              </a:ext>
            </a:extLst>
          </p:cNvPr>
          <p:cNvSpPr>
            <a:spLocks noGrp="1"/>
          </p:cNvSpPr>
          <p:nvPr>
            <p:ph type="sldNum" sz="quarter" idx="12"/>
          </p:nvPr>
        </p:nvSpPr>
        <p:spPr>
          <a:xfrm>
            <a:off x="11587892" y="6361637"/>
            <a:ext cx="414251" cy="365125"/>
          </a:xfrm>
        </p:spPr>
        <p:txBody>
          <a:bodyPr/>
          <a:lstStyle/>
          <a:p>
            <a:fld id="{FC4AC485-25DE-431E-B345-9C0A15BB7F8A}" type="slidenum">
              <a:rPr lang="de-CH" sz="2200" smtClean="0"/>
              <a:t>1</a:t>
            </a:fld>
            <a:endParaRPr lang="de-CH" sz="2200" dirty="0"/>
          </a:p>
        </p:txBody>
      </p:sp>
      <p:sp>
        <p:nvSpPr>
          <p:cNvPr id="6" name="Subtitle 4">
            <a:extLst>
              <a:ext uri="{FF2B5EF4-FFF2-40B4-BE49-F238E27FC236}">
                <a16:creationId xmlns:a16="http://schemas.microsoft.com/office/drawing/2014/main" id="{6CAA0765-1318-4A03-8F91-D3ECC43D8FA7}"/>
              </a:ext>
            </a:extLst>
          </p:cNvPr>
          <p:cNvSpPr txBox="1">
            <a:spLocks/>
          </p:cNvSpPr>
          <p:nvPr/>
        </p:nvSpPr>
        <p:spPr>
          <a:xfrm>
            <a:off x="838200" y="5658415"/>
            <a:ext cx="11163943" cy="703221"/>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de-CH" sz="1400" b="1" dirty="0">
                <a:latin typeface="+mj-lt"/>
              </a:rPr>
              <a:t>thomas.graf@swisscom.com</a:t>
            </a:r>
            <a:br>
              <a:rPr lang="de-CH" sz="1400" dirty="0">
                <a:latin typeface="+mj-lt"/>
              </a:rPr>
            </a:br>
            <a:r>
              <a:rPr lang="de-CH" sz="1400" dirty="0">
                <a:latin typeface="+mj-lt"/>
              </a:rPr>
              <a:t>ahmed.elhassany@swisscom.com</a:t>
            </a:r>
          </a:p>
          <a:p>
            <a:pPr marL="0" indent="0" algn="r">
              <a:spcBef>
                <a:spcPts val="300"/>
              </a:spcBef>
              <a:buNone/>
              <a:defRPr sz="1782"/>
            </a:pPr>
            <a:endParaRPr lang="de-CH" sz="1400" dirty="0">
              <a:latin typeface="+mj-lt"/>
            </a:endParaRPr>
          </a:p>
          <a:p>
            <a:pPr marL="0" indent="0" algn="r">
              <a:spcBef>
                <a:spcPts val="300"/>
              </a:spcBef>
              <a:buNone/>
            </a:pPr>
            <a:r>
              <a:rPr lang="de-CH" sz="1400" dirty="0">
                <a:latin typeface="+mj-lt"/>
              </a:rPr>
              <a:t>28. </a:t>
            </a:r>
            <a:r>
              <a:rPr lang="de-CH" sz="1400" dirty="0" err="1">
                <a:latin typeface="+mj-lt"/>
              </a:rPr>
              <a:t>October</a:t>
            </a:r>
            <a:r>
              <a:rPr lang="de-CH" sz="1400" dirty="0">
                <a:latin typeface="+mj-lt"/>
              </a:rPr>
              <a:t> </a:t>
            </a:r>
            <a:r>
              <a:rPr lang="de-CH" sz="1400" dirty="0">
                <a:latin typeface="+mj-lt"/>
                <a:ea typeface="+mj-ea"/>
                <a:cs typeface="+mj-cs"/>
              </a:rPr>
              <a:t>2025</a:t>
            </a:r>
            <a:endParaRPr lang="de-CH" sz="1400" dirty="0">
              <a:latin typeface="+mj-lt"/>
            </a:endParaRPr>
          </a:p>
          <a:p>
            <a:pPr algn="r"/>
            <a:endParaRPr lang="de-CH" sz="2200" dirty="0"/>
          </a:p>
        </p:txBody>
      </p:sp>
    </p:spTree>
    <p:extLst>
      <p:ext uri="{BB962C8B-B14F-4D97-AF65-F5344CB8AC3E}">
        <p14:creationId xmlns:p14="http://schemas.microsoft.com/office/powerpoint/2010/main" val="35786653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r>
              <a:rPr lang="en-US" sz="2800" b="1" dirty="0"/>
              <a:t>Extensible YANG Model for Network Telemetry Messages</a:t>
            </a:r>
            <a:br>
              <a:rPr lang="en-GB" sz="3600" dirty="0"/>
            </a:br>
            <a:r>
              <a:rPr lang="de-CH" sz="2700" dirty="0">
                <a:solidFill>
                  <a:schemeClr val="bg2">
                    <a:lumMod val="75000"/>
                  </a:schemeClr>
                </a:solidFill>
              </a:rPr>
              <a:t>YANG Schema </a:t>
            </a:r>
            <a:r>
              <a:rPr lang="de-CH" sz="2700" dirty="0" err="1">
                <a:solidFill>
                  <a:schemeClr val="bg2">
                    <a:lumMod val="75000"/>
                  </a:schemeClr>
                </a:solidFill>
              </a:rPr>
              <a:t>Trees</a:t>
            </a:r>
            <a:endParaRPr lang="en-US" sz="2700" b="1" dirty="0">
              <a:solidFill>
                <a:srgbClr val="FF0000"/>
              </a:solidFill>
            </a:endParaRPr>
          </a:p>
        </p:txBody>
      </p:sp>
      <p:sp>
        <p:nvSpPr>
          <p:cNvPr id="3" name="Content Placeholder 2">
            <a:extLst>
              <a:ext uri="{FF2B5EF4-FFF2-40B4-BE49-F238E27FC236}">
                <a16:creationId xmlns:a16="http://schemas.microsoft.com/office/drawing/2014/main" id="{29C0DFD4-432D-4B0C-93DF-790441DCF5B9}"/>
              </a:ext>
            </a:extLst>
          </p:cNvPr>
          <p:cNvSpPr>
            <a:spLocks noGrp="1"/>
          </p:cNvSpPr>
          <p:nvPr>
            <p:ph idx="1"/>
          </p:nvPr>
        </p:nvSpPr>
        <p:spPr>
          <a:xfrm>
            <a:off x="923954" y="1873299"/>
            <a:ext cx="2397368" cy="4730028"/>
          </a:xfrm>
        </p:spPr>
        <p:txBody>
          <a:bodyPr>
            <a:noAutofit/>
          </a:bodyPr>
          <a:lstStyle/>
          <a:p>
            <a:pPr marL="342900" indent="-342900">
              <a:buClr>
                <a:srgbClr val="FF0000"/>
              </a:buClr>
              <a:buFont typeface="+mj-lt"/>
              <a:buAutoNum type="arabicParenBoth"/>
            </a:pPr>
            <a:r>
              <a:rPr lang="en-US" sz="1700" dirty="0"/>
              <a:t>Optional network node and collector data manifest reused from </a:t>
            </a:r>
            <a:r>
              <a:rPr lang="en-US" sz="1700" dirty="0">
                <a:hlinkClick r:id="rId2"/>
              </a:rPr>
              <a:t>draft-</a:t>
            </a:r>
            <a:r>
              <a:rPr lang="en-US" sz="1700" dirty="0" err="1">
                <a:hlinkClick r:id="rId2"/>
              </a:rPr>
              <a:t>ietf</a:t>
            </a:r>
            <a:r>
              <a:rPr lang="en-US" sz="1700" dirty="0">
                <a:hlinkClick r:id="rId2"/>
              </a:rPr>
              <a:t>-opsawg-collected-data-manifest</a:t>
            </a:r>
            <a:r>
              <a:rPr lang="en-US" sz="1700" dirty="0"/>
              <a:t>.</a:t>
            </a:r>
          </a:p>
          <a:p>
            <a:pPr marL="342900" indent="-342900">
              <a:buClr>
                <a:srgbClr val="FF0000"/>
              </a:buClr>
              <a:buFont typeface="+mj-lt"/>
              <a:buAutoNum type="arabicParenBoth"/>
            </a:pPr>
            <a:r>
              <a:rPr lang="en-US" sz="1700" dirty="0"/>
              <a:t>Telemetry Protocol Metadata.</a:t>
            </a:r>
          </a:p>
          <a:p>
            <a:pPr marL="342900" indent="-342900">
              <a:buClr>
                <a:srgbClr val="FF0000"/>
              </a:buClr>
              <a:buFont typeface="+mj-lt"/>
              <a:buAutoNum type="arabicParenBoth"/>
            </a:pPr>
            <a:r>
              <a:rPr lang="en-US" sz="1700" dirty="0"/>
              <a:t>Optional network operator metadata.</a:t>
            </a:r>
          </a:p>
          <a:p>
            <a:pPr marL="342900" indent="-342900">
              <a:buClr>
                <a:srgbClr val="FF0000"/>
              </a:buClr>
              <a:buFont typeface="+mj-lt"/>
              <a:buAutoNum type="arabicParenBoth"/>
            </a:pPr>
            <a:r>
              <a:rPr lang="en-US" sz="1700" dirty="0"/>
              <a:t>YANG-Push notification received from the network node.</a:t>
            </a:r>
          </a:p>
          <a:p>
            <a:pPr marL="342900" indent="-342900">
              <a:buClr>
                <a:srgbClr val="FF0000"/>
              </a:buClr>
              <a:buFont typeface="+mj-lt"/>
              <a:buAutoNum type="arabicParenBoth"/>
            </a:pPr>
            <a:r>
              <a:rPr lang="en-US" sz="1700" dirty="0"/>
              <a:t>YANG-Push subscription received from network node.</a:t>
            </a:r>
          </a:p>
        </p:txBody>
      </p:sp>
      <p:sp>
        <p:nvSpPr>
          <p:cNvPr id="8" name="Slide Number Placeholder 1">
            <a:extLst>
              <a:ext uri="{FF2B5EF4-FFF2-40B4-BE49-F238E27FC236}">
                <a16:creationId xmlns:a16="http://schemas.microsoft.com/office/drawing/2014/main" id="{F03D7BF8-F90A-4F8C-8FCE-B1DB1DEC687A}"/>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2</a:t>
            </a:fld>
            <a:endParaRPr lang="de-CH" sz="1400" dirty="0"/>
          </a:p>
        </p:txBody>
      </p:sp>
      <p:sp>
        <p:nvSpPr>
          <p:cNvPr id="10" name="TextBox 9">
            <a:extLst>
              <a:ext uri="{FF2B5EF4-FFF2-40B4-BE49-F238E27FC236}">
                <a16:creationId xmlns:a16="http://schemas.microsoft.com/office/drawing/2014/main" id="{A73566BC-78F4-D0EF-6976-E60E3F76036D}"/>
              </a:ext>
            </a:extLst>
          </p:cNvPr>
          <p:cNvSpPr txBox="1"/>
          <p:nvPr/>
        </p:nvSpPr>
        <p:spPr>
          <a:xfrm>
            <a:off x="7558395" y="1140617"/>
            <a:ext cx="4633606" cy="5586145"/>
          </a:xfrm>
          <a:prstGeom prst="rect">
            <a:avLst/>
          </a:prstGeom>
          <a:noFill/>
        </p:spPr>
        <p:txBody>
          <a:bodyPr wrap="square">
            <a:spAutoFit/>
          </a:bodyPr>
          <a:lstStyle/>
          <a:p>
            <a:r>
              <a:rPr lang="de-CH" sz="850" dirty="0" err="1">
                <a:latin typeface="Courier New" panose="02070309020205020404" pitchFamily="49" charset="0"/>
                <a:cs typeface="Courier New" panose="02070309020205020404" pitchFamily="49" charset="0"/>
              </a:rPr>
              <a:t>module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ietf</a:t>
            </a:r>
            <a:r>
              <a:rPr lang="de-CH" sz="850" dirty="0">
                <a:latin typeface="Courier New" panose="02070309020205020404" pitchFamily="49" charset="0"/>
                <a:cs typeface="Courier New" panose="02070309020205020404" pitchFamily="49" charset="0"/>
              </a:rPr>
              <a:t>-</a:t>
            </a:r>
            <a:r>
              <a:rPr lang="de-CH" sz="850" dirty="0" err="1">
                <a:latin typeface="Courier New" panose="02070309020205020404" pitchFamily="49" charset="0"/>
                <a:cs typeface="Courier New" panose="02070309020205020404" pitchFamily="49" charset="0"/>
              </a:rPr>
              <a:t>telemetry</a:t>
            </a:r>
            <a:r>
              <a:rPr lang="de-CH" sz="850" dirty="0">
                <a:latin typeface="Courier New" panose="02070309020205020404" pitchFamily="49" charset="0"/>
                <a:cs typeface="Courier New" panose="02070309020205020404" pitchFamily="49" charset="0"/>
              </a:rPr>
              <a:t>-message</a:t>
            </a:r>
          </a:p>
          <a:p>
            <a:endParaRPr lang="de-CH" sz="850" dirty="0">
              <a:latin typeface="Courier New" panose="02070309020205020404" pitchFamily="49" charset="0"/>
              <a:cs typeface="Courier New" panose="02070309020205020404" pitchFamily="49" charset="0"/>
            </a:endParaRPr>
          </a:p>
          <a:p>
            <a:r>
              <a:rPr lang="de-CH" sz="850" b="1" dirty="0">
                <a:solidFill>
                  <a:srgbClr val="FF0000"/>
                </a:solidFill>
                <a:latin typeface="Courier New" panose="02070309020205020404" pitchFamily="49" charset="0"/>
                <a:cs typeface="Courier New" panose="02070309020205020404" pitchFamily="49" charset="0"/>
              </a:rPr>
              <a:t>  </a:t>
            </a:r>
            <a:r>
              <a:rPr lang="de-CH" sz="850" b="1" dirty="0" err="1">
                <a:solidFill>
                  <a:srgbClr val="FF0000"/>
                </a:solidFill>
                <a:latin typeface="Courier New" panose="02070309020205020404" pitchFamily="49" charset="0"/>
                <a:cs typeface="Courier New" panose="02070309020205020404" pitchFamily="49" charset="0"/>
              </a:rPr>
              <a:t>structure</a:t>
            </a:r>
            <a:r>
              <a:rPr lang="de-CH" sz="850" b="1" dirty="0">
                <a:solidFill>
                  <a:srgbClr val="FF0000"/>
                </a:solidFill>
                <a:latin typeface="Courier New" panose="02070309020205020404" pitchFamily="49" charset="0"/>
                <a:cs typeface="Courier New" panose="02070309020205020404" pitchFamily="49" charset="0"/>
              </a:rPr>
              <a:t> </a:t>
            </a:r>
            <a:r>
              <a:rPr lang="de-CH" sz="850" b="1" dirty="0" err="1">
                <a:solidFill>
                  <a:srgbClr val="FF0000"/>
                </a:solidFill>
                <a:latin typeface="Courier New" panose="02070309020205020404" pitchFamily="49" charset="0"/>
                <a:cs typeface="Courier New" panose="02070309020205020404" pitchFamily="49" charset="0"/>
              </a:rPr>
              <a:t>message</a:t>
            </a:r>
            <a:r>
              <a:rPr lang="de-CH" sz="850" b="1" dirty="0">
                <a:solidFill>
                  <a:srgbClr val="FF0000"/>
                </a:solidFill>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network-</a:t>
            </a:r>
            <a:r>
              <a:rPr lang="de-CH" sz="850" dirty="0" err="1">
                <a:latin typeface="Courier New" panose="02070309020205020404" pitchFamily="49" charset="0"/>
                <a:cs typeface="Courier New" panose="02070309020205020404" pitchFamily="49" charset="0"/>
              </a:rPr>
              <a:t>node</a:t>
            </a:r>
            <a:r>
              <a:rPr lang="de-CH" sz="850" dirty="0">
                <a:latin typeface="Courier New" panose="02070309020205020404" pitchFamily="49" charset="0"/>
                <a:cs typeface="Courier New" panose="02070309020205020404" pitchFamily="49" charset="0"/>
              </a:rPr>
              <a:t>-manifest {network-</a:t>
            </a:r>
            <a:r>
              <a:rPr lang="de-CH" sz="850" dirty="0" err="1">
                <a:latin typeface="Courier New" panose="02070309020205020404" pitchFamily="49" charset="0"/>
                <a:cs typeface="Courier New" panose="02070309020205020404" pitchFamily="49" charset="0"/>
              </a:rPr>
              <a:t>node</a:t>
            </a:r>
            <a:r>
              <a:rPr lang="de-CH" sz="850" dirty="0">
                <a:latin typeface="Courier New" panose="02070309020205020404" pitchFamily="49" charset="0"/>
                <a:cs typeface="Courier New" panose="02070309020205020404" pitchFamily="49" charset="0"/>
              </a:rPr>
              <a:t>-manifest}?</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name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vendor</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vendor-pen</a:t>
            </a:r>
            <a:r>
              <a:rPr lang="de-CH" sz="850" dirty="0">
                <a:latin typeface="Courier New" panose="02070309020205020404" pitchFamily="49" charset="0"/>
                <a:cs typeface="Courier New" panose="02070309020205020404" pitchFamily="49" charset="0"/>
              </a:rPr>
              <a:t>?         uint32</a:t>
            </a:r>
          </a:p>
          <a:p>
            <a:r>
              <a:rPr lang="de-CH" sz="850" dirty="0">
                <a:latin typeface="Courier New" panose="02070309020205020404" pitchFamily="49" charset="0"/>
                <a:cs typeface="Courier New" panose="02070309020205020404" pitchFamily="49" charset="0"/>
              </a:rPr>
              <a:t>    |  +-- software-version?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software-</a:t>
            </a:r>
            <a:r>
              <a:rPr lang="de-CH" sz="850" dirty="0" err="1">
                <a:latin typeface="Courier New" panose="02070309020205020404" pitchFamily="49" charset="0"/>
                <a:cs typeface="Courier New" panose="02070309020205020404" pitchFamily="49" charset="0"/>
              </a:rPr>
              <a:t>flavor</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os</a:t>
            </a:r>
            <a:r>
              <a:rPr lang="de-CH" sz="850" dirty="0">
                <a:latin typeface="Courier New" panose="02070309020205020404" pitchFamily="49" charset="0"/>
                <a:cs typeface="Courier New" panose="02070309020205020404" pitchFamily="49" charset="0"/>
              </a:rPr>
              <a:t>-version?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os</a:t>
            </a:r>
            <a:r>
              <a:rPr lang="de-CH" sz="850" dirty="0">
                <a:latin typeface="Courier New" panose="02070309020205020404" pitchFamily="49" charset="0"/>
                <a:cs typeface="Courier New" panose="02070309020205020404" pitchFamily="49" charset="0"/>
              </a:rPr>
              <a:t>-type?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telemetry</a:t>
            </a:r>
            <a:r>
              <a:rPr lang="de-CH" sz="850" dirty="0">
                <a:latin typeface="Courier New" panose="02070309020205020404" pitchFamily="49" charset="0"/>
                <a:cs typeface="Courier New" panose="02070309020205020404" pitchFamily="49" charset="0"/>
              </a:rPr>
              <a:t>-message-</a:t>
            </a:r>
            <a:r>
              <a:rPr lang="de-CH" sz="850" dirty="0" err="1">
                <a:latin typeface="Courier New" panose="02070309020205020404" pitchFamily="49" charset="0"/>
                <a:cs typeface="Courier New" panose="02070309020205020404" pitchFamily="49" charset="0"/>
              </a:rPr>
              <a:t>metadata</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node</a:t>
            </a:r>
            <a:r>
              <a:rPr lang="de-CH" sz="850" dirty="0">
                <a:latin typeface="Courier New" panose="02070309020205020404" pitchFamily="49" charset="0"/>
                <a:cs typeface="Courier New" panose="02070309020205020404" pitchFamily="49" charset="0"/>
              </a:rPr>
              <a:t>-export-</a:t>
            </a:r>
            <a:r>
              <a:rPr lang="de-CH" sz="850" dirty="0" err="1">
                <a:latin typeface="Courier New" panose="02070309020205020404" pitchFamily="49" charset="0"/>
                <a:cs typeface="Courier New" panose="02070309020205020404" pitchFamily="49" charset="0"/>
              </a:rPr>
              <a:t>timestamp</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yang:date-and-time</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collection-timestamp</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yang:date-and-time</a:t>
            </a:r>
            <a:endParaRPr lang="de-CH" sz="850" dirty="0">
              <a:latin typeface="Courier New" panose="02070309020205020404" pitchFamily="49" charset="0"/>
              <a:cs typeface="Courier New" panose="02070309020205020404" pitchFamily="49" charset="0"/>
            </a:endParaRPr>
          </a:p>
          <a:p>
            <a:r>
              <a:rPr lang="de-CH" sz="850" b="1" dirty="0">
                <a:solidFill>
                  <a:srgbClr val="FF0000"/>
                </a:solidFill>
                <a:latin typeface="Courier New" panose="02070309020205020404" pitchFamily="49" charset="0"/>
                <a:cs typeface="Courier New" panose="02070309020205020404" pitchFamily="49" charset="0"/>
              </a:rPr>
              <a:t>    |  +-- </a:t>
            </a:r>
            <a:r>
              <a:rPr lang="de-CH" sz="850" b="1" dirty="0" err="1">
                <a:solidFill>
                  <a:srgbClr val="FF0000"/>
                </a:solidFill>
                <a:latin typeface="Courier New" panose="02070309020205020404" pitchFamily="49" charset="0"/>
                <a:cs typeface="Courier New" panose="02070309020205020404" pitchFamily="49" charset="0"/>
              </a:rPr>
              <a:t>notification</a:t>
            </a:r>
            <a:r>
              <a:rPr lang="de-CH" sz="850" b="1" dirty="0">
                <a:solidFill>
                  <a:srgbClr val="FF0000"/>
                </a:solidFill>
                <a:latin typeface="Courier New" panose="02070309020205020404" pitchFamily="49" charset="0"/>
                <a:cs typeface="Courier New" panose="02070309020205020404" pitchFamily="49" charset="0"/>
              </a:rPr>
              <a:t>-event</a:t>
            </a:r>
          </a:p>
          <a:p>
            <a:r>
              <a:rPr lang="de-CH" sz="850" b="1" dirty="0">
                <a:solidFill>
                  <a:srgbClr val="FF0000"/>
                </a:solidFill>
                <a:latin typeface="Courier New" panose="02070309020205020404" pitchFamily="49" charset="0"/>
                <a:cs typeface="Courier New" panose="02070309020205020404" pitchFamily="49" charset="0"/>
              </a:rPr>
              <a:t>    |  |     </a:t>
            </a:r>
            <a:r>
              <a:rPr lang="de-CH" sz="850" b="1" dirty="0" err="1">
                <a:solidFill>
                  <a:srgbClr val="FF0000"/>
                </a:solidFill>
                <a:latin typeface="Courier New" panose="02070309020205020404" pitchFamily="49" charset="0"/>
                <a:cs typeface="Courier New" panose="02070309020205020404" pitchFamily="49" charset="0"/>
              </a:rPr>
              <a:t>telemetry</a:t>
            </a:r>
            <a:r>
              <a:rPr lang="de-CH" sz="850" b="1" dirty="0">
                <a:solidFill>
                  <a:srgbClr val="FF0000"/>
                </a:solidFill>
                <a:latin typeface="Courier New" panose="02070309020205020404" pitchFamily="49" charset="0"/>
                <a:cs typeface="Courier New" panose="02070309020205020404" pitchFamily="49" charset="0"/>
              </a:rPr>
              <a:t>-</a:t>
            </a:r>
            <a:r>
              <a:rPr lang="de-CH" sz="850" b="1" dirty="0" err="1">
                <a:solidFill>
                  <a:srgbClr val="FF0000"/>
                </a:solidFill>
                <a:latin typeface="Courier New" panose="02070309020205020404" pitchFamily="49" charset="0"/>
                <a:cs typeface="Courier New" panose="02070309020205020404" pitchFamily="49" charset="0"/>
              </a:rPr>
              <a:t>notification</a:t>
            </a:r>
            <a:r>
              <a:rPr lang="de-CH" sz="850" b="1" dirty="0">
                <a:solidFill>
                  <a:srgbClr val="FF0000"/>
                </a:solidFill>
                <a:latin typeface="Courier New" panose="02070309020205020404" pitchFamily="49" charset="0"/>
                <a:cs typeface="Courier New" panose="02070309020205020404" pitchFamily="49" charset="0"/>
              </a:rPr>
              <a:t>-event-type</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session-protocol</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telemetry</a:t>
            </a:r>
            <a:r>
              <a:rPr lang="de-CH" sz="850" dirty="0">
                <a:latin typeface="Courier New" panose="02070309020205020404" pitchFamily="49" charset="0"/>
                <a:cs typeface="Courier New" panose="02070309020205020404" pitchFamily="49" charset="0"/>
              </a:rPr>
              <a:t>-session-</a:t>
            </a:r>
            <a:r>
              <a:rPr lang="de-CH" sz="850" dirty="0" err="1">
                <a:latin typeface="Courier New" panose="02070309020205020404" pitchFamily="49" charset="0"/>
                <a:cs typeface="Courier New" panose="02070309020205020404" pitchFamily="49" charset="0"/>
              </a:rPr>
              <a:t>protocol</a:t>
            </a:r>
            <a:r>
              <a:rPr lang="de-CH" sz="850" dirty="0">
                <a:latin typeface="Courier New" panose="02070309020205020404" pitchFamily="49" charset="0"/>
                <a:cs typeface="Courier New" panose="02070309020205020404" pitchFamily="49" charset="0"/>
              </a:rPr>
              <a:t>-type</a:t>
            </a:r>
          </a:p>
          <a:p>
            <a:r>
              <a:rPr lang="de-CH" sz="850" dirty="0">
                <a:latin typeface="Courier New" panose="02070309020205020404" pitchFamily="49" charset="0"/>
                <a:cs typeface="Courier New" panose="02070309020205020404" pitchFamily="49" charset="0"/>
              </a:rPr>
              <a:t>    |  +-- export-</a:t>
            </a:r>
            <a:r>
              <a:rPr lang="de-CH" sz="850" dirty="0" err="1">
                <a:latin typeface="Courier New" panose="02070309020205020404" pitchFamily="49" charset="0"/>
                <a:cs typeface="Courier New" panose="02070309020205020404" pitchFamily="49" charset="0"/>
              </a:rPr>
              <a:t>address</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inet:host</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export-</a:t>
            </a:r>
            <a:r>
              <a:rPr lang="de-CH" sz="850" dirty="0" err="1">
                <a:latin typeface="Courier New" panose="02070309020205020404" pitchFamily="49" charset="0"/>
                <a:cs typeface="Courier New" panose="02070309020205020404" pitchFamily="49" charset="0"/>
              </a:rPr>
              <a:t>port</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inet:port-number</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collection-address</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inet:host</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collection-port</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inet:port-number</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data</a:t>
            </a:r>
            <a:r>
              <a:rPr lang="de-CH" sz="850" dirty="0">
                <a:latin typeface="Courier New" panose="02070309020205020404" pitchFamily="49" charset="0"/>
                <a:cs typeface="Courier New" panose="02070309020205020404" pitchFamily="49" charset="0"/>
              </a:rPr>
              <a:t>-</a:t>
            </a:r>
            <a:r>
              <a:rPr lang="de-CH" sz="850" dirty="0" err="1">
                <a:latin typeface="Courier New" panose="02070309020205020404" pitchFamily="49" charset="0"/>
                <a:cs typeface="Courier New" panose="02070309020205020404" pitchFamily="49" charset="0"/>
              </a:rPr>
              <a:t>collection</a:t>
            </a:r>
            <a:r>
              <a:rPr lang="de-CH" sz="850" dirty="0">
                <a:latin typeface="Courier New" panose="02070309020205020404" pitchFamily="49" charset="0"/>
                <a:cs typeface="Courier New" panose="02070309020205020404" pitchFamily="49" charset="0"/>
              </a:rPr>
              <a:t>-manifest {</a:t>
            </a:r>
            <a:r>
              <a:rPr lang="de-CH" sz="850" dirty="0" err="1">
                <a:latin typeface="Courier New" panose="02070309020205020404" pitchFamily="49" charset="0"/>
                <a:cs typeface="Courier New" panose="02070309020205020404" pitchFamily="49" charset="0"/>
              </a:rPr>
              <a:t>data</a:t>
            </a:r>
            <a:r>
              <a:rPr lang="de-CH" sz="850" dirty="0">
                <a:latin typeface="Courier New" panose="02070309020205020404" pitchFamily="49" charset="0"/>
                <a:cs typeface="Courier New" panose="02070309020205020404" pitchFamily="49" charset="0"/>
              </a:rPr>
              <a:t>-</a:t>
            </a:r>
            <a:r>
              <a:rPr lang="de-CH" sz="850" dirty="0" err="1">
                <a:latin typeface="Courier New" panose="02070309020205020404" pitchFamily="49" charset="0"/>
                <a:cs typeface="Courier New" panose="02070309020205020404" pitchFamily="49" charset="0"/>
              </a:rPr>
              <a:t>collection</a:t>
            </a:r>
            <a:r>
              <a:rPr lang="de-CH" sz="850" dirty="0">
                <a:latin typeface="Courier New" panose="02070309020205020404" pitchFamily="49" charset="0"/>
                <a:cs typeface="Courier New" panose="02070309020205020404" pitchFamily="49" charset="0"/>
              </a:rPr>
              <a:t>-manifest}?</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name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vendor</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vendor-pen</a:t>
            </a:r>
            <a:r>
              <a:rPr lang="de-CH" sz="850" dirty="0">
                <a:latin typeface="Courier New" panose="02070309020205020404" pitchFamily="49" charset="0"/>
                <a:cs typeface="Courier New" panose="02070309020205020404" pitchFamily="49" charset="0"/>
              </a:rPr>
              <a:t>?         uint32</a:t>
            </a:r>
          </a:p>
          <a:p>
            <a:r>
              <a:rPr lang="de-CH" sz="850" dirty="0">
                <a:latin typeface="Courier New" panose="02070309020205020404" pitchFamily="49" charset="0"/>
                <a:cs typeface="Courier New" panose="02070309020205020404" pitchFamily="49" charset="0"/>
              </a:rPr>
              <a:t>    |  +-- software-version?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software-</a:t>
            </a:r>
            <a:r>
              <a:rPr lang="de-CH" sz="850" dirty="0" err="1">
                <a:latin typeface="Courier New" panose="02070309020205020404" pitchFamily="49" charset="0"/>
                <a:cs typeface="Courier New" panose="02070309020205020404" pitchFamily="49" charset="0"/>
              </a:rPr>
              <a:t>flavor</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os</a:t>
            </a:r>
            <a:r>
              <a:rPr lang="de-CH" sz="850" dirty="0">
                <a:latin typeface="Courier New" panose="02070309020205020404" pitchFamily="49" charset="0"/>
                <a:cs typeface="Courier New" panose="02070309020205020404" pitchFamily="49" charset="0"/>
              </a:rPr>
              <a:t>-version?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os</a:t>
            </a:r>
            <a:r>
              <a:rPr lang="de-CH" sz="850" dirty="0">
                <a:latin typeface="Courier New" panose="02070309020205020404" pitchFamily="49" charset="0"/>
                <a:cs typeface="Courier New" panose="02070309020205020404" pitchFamily="49" charset="0"/>
              </a:rPr>
              <a:t>-type?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network-operator-</a:t>
            </a:r>
            <a:r>
              <a:rPr lang="de-CH" sz="850" dirty="0" err="1">
                <a:latin typeface="Courier New" panose="02070309020205020404" pitchFamily="49" charset="0"/>
                <a:cs typeface="Courier New" panose="02070309020205020404" pitchFamily="49" charset="0"/>
              </a:rPr>
              <a:t>metadata</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labels</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name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name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value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string-choice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 (</a:t>
            </a:r>
            <a:r>
              <a:rPr lang="de-CH" sz="850" dirty="0" err="1">
                <a:latin typeface="Courier New" panose="02070309020205020404" pitchFamily="49" charset="0"/>
                <a:cs typeface="Courier New" panose="02070309020205020404" pitchFamily="49" charset="0"/>
              </a:rPr>
              <a:t>string-choice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string-value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 </a:t>
            </a:r>
            <a:r>
              <a:rPr lang="de-CH" sz="850" dirty="0" err="1">
                <a:latin typeface="Courier New" panose="02070309020205020404" pitchFamily="49" charset="0"/>
                <a:cs typeface="Courier New" panose="02070309020205020404" pitchFamily="49" charset="0"/>
              </a:rPr>
              <a:t>string-value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anydata-choice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anydata-choice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anydata-values</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anydata-values</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anydata</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payload</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anydata</a:t>
            </a:r>
            <a:endParaRPr lang="de-CH" sz="850" dirty="0">
              <a:latin typeface="Courier New" panose="02070309020205020404" pitchFamily="49" charset="0"/>
              <a:cs typeface="Courier New" panose="02070309020205020404" pitchFamily="49" charset="0"/>
            </a:endParaRPr>
          </a:p>
        </p:txBody>
      </p:sp>
      <p:sp>
        <p:nvSpPr>
          <p:cNvPr id="12" name="TextBox 11">
            <a:extLst>
              <a:ext uri="{FF2B5EF4-FFF2-40B4-BE49-F238E27FC236}">
                <a16:creationId xmlns:a16="http://schemas.microsoft.com/office/drawing/2014/main" id="{78A63645-5CD4-D847-644F-2DFC2A5D5D3D}"/>
              </a:ext>
            </a:extLst>
          </p:cNvPr>
          <p:cNvSpPr txBox="1"/>
          <p:nvPr/>
        </p:nvSpPr>
        <p:spPr>
          <a:xfrm>
            <a:off x="3416225" y="2214781"/>
            <a:ext cx="4339525" cy="4278094"/>
          </a:xfrm>
          <a:prstGeom prst="rect">
            <a:avLst/>
          </a:prstGeom>
          <a:noFill/>
        </p:spPr>
        <p:txBody>
          <a:bodyPr wrap="square">
            <a:spAutoFit/>
          </a:bodyPr>
          <a:lstStyle/>
          <a:p>
            <a:r>
              <a:rPr lang="de-CH" sz="850" dirty="0" err="1">
                <a:latin typeface="Courier New" panose="02070309020205020404" pitchFamily="49" charset="0"/>
                <a:cs typeface="Courier New" panose="02070309020205020404" pitchFamily="49" charset="0"/>
              </a:rPr>
              <a:t>module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ietf</a:t>
            </a:r>
            <a:r>
              <a:rPr lang="de-CH" sz="850" dirty="0">
                <a:latin typeface="Courier New" panose="02070309020205020404" pitchFamily="49" charset="0"/>
                <a:cs typeface="Courier New" panose="02070309020205020404" pitchFamily="49" charset="0"/>
              </a:rPr>
              <a:t>-</a:t>
            </a:r>
            <a:r>
              <a:rPr lang="de-CH" sz="850" dirty="0" err="1">
                <a:latin typeface="Courier New" panose="02070309020205020404" pitchFamily="49" charset="0"/>
                <a:cs typeface="Courier New" panose="02070309020205020404" pitchFamily="49" charset="0"/>
              </a:rPr>
              <a:t>yang</a:t>
            </a:r>
            <a:r>
              <a:rPr lang="de-CH" sz="850" dirty="0">
                <a:latin typeface="Courier New" panose="02070309020205020404" pitchFamily="49" charset="0"/>
                <a:cs typeface="Courier New" panose="02070309020205020404" pitchFamily="49" charset="0"/>
              </a:rPr>
              <a:t>-push-</a:t>
            </a:r>
            <a:r>
              <a:rPr lang="de-CH" sz="850" dirty="0" err="1">
                <a:latin typeface="Courier New" panose="02070309020205020404" pitchFamily="49" charset="0"/>
                <a:cs typeface="Courier New" panose="02070309020205020404" pitchFamily="49" charset="0"/>
              </a:rPr>
              <a:t>telemetry</a:t>
            </a:r>
            <a:r>
              <a:rPr lang="de-CH" sz="850" dirty="0">
                <a:latin typeface="Courier New" panose="02070309020205020404" pitchFamily="49" charset="0"/>
                <a:cs typeface="Courier New" panose="02070309020205020404" pitchFamily="49" charset="0"/>
              </a:rPr>
              <a:t>-message</a:t>
            </a:r>
          </a:p>
          <a:p>
            <a:endParaRPr lang="de-CH" sz="850" dirty="0">
              <a:latin typeface="Courier New" panose="02070309020205020404" pitchFamily="49" charset="0"/>
              <a:cs typeface="Courier New" panose="02070309020205020404" pitchFamily="49" charset="0"/>
            </a:endParaRPr>
          </a:p>
          <a:p>
            <a:r>
              <a:rPr lang="de-CH" sz="850" b="1" dirty="0">
                <a:solidFill>
                  <a:srgbClr val="FF0000"/>
                </a:solidFill>
                <a:latin typeface="Courier New" panose="02070309020205020404" pitchFamily="49" charset="0"/>
                <a:cs typeface="Courier New" panose="02070309020205020404" pitchFamily="49" charset="0"/>
              </a:rPr>
              <a:t>  </a:t>
            </a:r>
            <a:r>
              <a:rPr lang="de-CH" sz="850" b="1" dirty="0" err="1">
                <a:solidFill>
                  <a:srgbClr val="FF0000"/>
                </a:solidFill>
                <a:latin typeface="Courier New" panose="02070309020205020404" pitchFamily="49" charset="0"/>
                <a:cs typeface="Courier New" panose="02070309020205020404" pitchFamily="49" charset="0"/>
              </a:rPr>
              <a:t>augment-structure</a:t>
            </a:r>
            <a:r>
              <a:rPr lang="de-CH" sz="850" b="1" dirty="0">
                <a:solidFill>
                  <a:srgbClr val="FF0000"/>
                </a:solidFill>
                <a:latin typeface="Courier New" panose="02070309020205020404" pitchFamily="49" charset="0"/>
                <a:cs typeface="Courier New" panose="02070309020205020404" pitchFamily="49" charset="0"/>
              </a:rPr>
              <a:t> </a:t>
            </a:r>
            <a:r>
              <a:rPr lang="de-CH" sz="850" dirty="0">
                <a:latin typeface="Courier New" panose="02070309020205020404" pitchFamily="49" charset="0"/>
                <a:cs typeface="Courier New" panose="02070309020205020404" pitchFamily="49" charset="0"/>
              </a:rPr>
              <a:t>/</a:t>
            </a:r>
            <a:r>
              <a:rPr lang="de-CH" sz="850" dirty="0" err="1">
                <a:latin typeface="Courier New" panose="02070309020205020404" pitchFamily="49" charset="0"/>
                <a:cs typeface="Courier New" panose="02070309020205020404" pitchFamily="49" charset="0"/>
              </a:rPr>
              <a:t>tm:message</a:t>
            </a:r>
            <a:r>
              <a:rPr lang="de-CH" sz="850" dirty="0">
                <a:latin typeface="Courier New" panose="02070309020205020404" pitchFamily="49" charset="0"/>
                <a:cs typeface="Courier New" panose="02070309020205020404" pitchFamily="49" charset="0"/>
              </a:rPr>
              <a:t>/</a:t>
            </a:r>
            <a:r>
              <a:rPr lang="de-CH" sz="850" dirty="0" err="1">
                <a:latin typeface="Courier New" panose="02070309020205020404" pitchFamily="49" charset="0"/>
                <a:cs typeface="Courier New" panose="02070309020205020404" pitchFamily="49" charset="0"/>
              </a:rPr>
              <a:t>tm:telemetry-message-metadata</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yang</a:t>
            </a:r>
            <a:r>
              <a:rPr lang="de-CH" sz="850" dirty="0">
                <a:latin typeface="Courier New" panose="02070309020205020404" pitchFamily="49" charset="0"/>
                <a:cs typeface="Courier New" panose="02070309020205020404" pitchFamily="49" charset="0"/>
              </a:rPr>
              <a:t>-push-</a:t>
            </a:r>
            <a:r>
              <a:rPr lang="de-CH" sz="850" dirty="0" err="1">
                <a:latin typeface="Courier New" panose="02070309020205020404" pitchFamily="49" charset="0"/>
                <a:cs typeface="Courier New" panose="02070309020205020404" pitchFamily="49" charset="0"/>
              </a:rPr>
              <a:t>subscription</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id</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sn:subscription-id</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(filter-</a:t>
            </a:r>
            <a:r>
              <a:rPr lang="de-CH" sz="850" dirty="0" err="1">
                <a:latin typeface="Courier New" panose="02070309020205020404" pitchFamily="49" charset="0"/>
                <a:cs typeface="Courier New" panose="02070309020205020404" pitchFamily="49" charset="0"/>
              </a:rPr>
              <a:t>spec</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subtree</a:t>
            </a:r>
            <a:r>
              <a:rPr lang="de-CH" sz="850" dirty="0">
                <a:latin typeface="Courier New" panose="02070309020205020404" pitchFamily="49" charset="0"/>
                <a:cs typeface="Courier New" panose="02070309020205020404" pitchFamily="49" charset="0"/>
              </a:rPr>
              <a:t>-filter)?</a:t>
            </a:r>
          </a:p>
          <a:p>
            <a:r>
              <a:rPr lang="de-CH" sz="850" dirty="0">
                <a:latin typeface="Courier New" panose="02070309020205020404" pitchFamily="49" charset="0"/>
                <a:cs typeface="Courier New" panose="02070309020205020404" pitchFamily="49" charset="0"/>
              </a:rPr>
              <a:t>       |  |  +-- </a:t>
            </a:r>
            <a:r>
              <a:rPr lang="de-CH" sz="850" dirty="0" err="1">
                <a:latin typeface="Courier New" panose="02070309020205020404" pitchFamily="49" charset="0"/>
                <a:cs typeface="Courier New" panose="02070309020205020404" pitchFamily="49" charset="0"/>
              </a:rPr>
              <a:t>subtree</a:t>
            </a:r>
            <a:r>
              <a:rPr lang="de-CH" sz="850" dirty="0">
                <a:latin typeface="Courier New" panose="02070309020205020404" pitchFamily="49" charset="0"/>
                <a:cs typeface="Courier New" panose="02070309020205020404" pitchFamily="49" charset="0"/>
              </a:rPr>
              <a:t>-filter?   </a:t>
            </a:r>
            <a:r>
              <a:rPr lang="de-CH" sz="850" dirty="0" err="1">
                <a:latin typeface="Courier New" panose="02070309020205020404" pitchFamily="49" charset="0"/>
                <a:cs typeface="Courier New" panose="02070309020205020404" pitchFamily="49" charset="0"/>
              </a:rPr>
              <a:t>anydata</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xpath</a:t>
            </a:r>
            <a:r>
              <a:rPr lang="de-CH" sz="850" dirty="0">
                <a:latin typeface="Courier New" panose="02070309020205020404" pitchFamily="49" charset="0"/>
                <a:cs typeface="Courier New" panose="02070309020205020404" pitchFamily="49" charset="0"/>
              </a:rPr>
              <a:t>-filter)?</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xpath</a:t>
            </a:r>
            <a:r>
              <a:rPr lang="de-CH" sz="850" dirty="0">
                <a:latin typeface="Courier New" panose="02070309020205020404" pitchFamily="49" charset="0"/>
                <a:cs typeface="Courier New" panose="02070309020205020404" pitchFamily="49" charset="0"/>
              </a:rPr>
              <a:t>-filter?     yang:xpath1.0</a:t>
            </a: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target</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+--:(stream)</a:t>
            </a:r>
          </a:p>
          <a:p>
            <a:r>
              <a:rPr lang="de-CH" sz="850" dirty="0">
                <a:latin typeface="Courier New" panose="02070309020205020404" pitchFamily="49" charset="0"/>
                <a:cs typeface="Courier New" panose="02070309020205020404" pitchFamily="49" charset="0"/>
              </a:rPr>
              <a:t>       |  |  +-- stream?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datastore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datastore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identityref</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transport</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sn:transport</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encoding</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sn:encoding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purpose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(update-trigger)?</a:t>
            </a: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periodic</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 </a:t>
            </a:r>
            <a:r>
              <a:rPr lang="de-CH" sz="850" dirty="0" err="1">
                <a:latin typeface="Courier New" panose="02070309020205020404" pitchFamily="49" charset="0"/>
                <a:cs typeface="Courier New" panose="02070309020205020404" pitchFamily="49" charset="0"/>
              </a:rPr>
              <a:t>periodic</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 </a:t>
            </a:r>
            <a:r>
              <a:rPr lang="de-CH" sz="850" dirty="0" err="1">
                <a:latin typeface="Courier New" panose="02070309020205020404" pitchFamily="49" charset="0"/>
                <a:cs typeface="Courier New" panose="02070309020205020404" pitchFamily="49" charset="0"/>
              </a:rPr>
              <a:t>period</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yp:centiseconds</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 </a:t>
            </a:r>
            <a:r>
              <a:rPr lang="de-CH" sz="850" dirty="0" err="1">
                <a:latin typeface="Courier New" panose="02070309020205020404" pitchFamily="49" charset="0"/>
                <a:cs typeface="Courier New" panose="02070309020205020404" pitchFamily="49" charset="0"/>
              </a:rPr>
              <a:t>anchor</a:t>
            </a:r>
            <a:r>
              <a:rPr lang="de-CH" sz="850" dirty="0">
                <a:latin typeface="Courier New" panose="02070309020205020404" pitchFamily="49" charset="0"/>
                <a:cs typeface="Courier New" panose="02070309020205020404" pitchFamily="49" charset="0"/>
              </a:rPr>
              <a:t>-time?   </a:t>
            </a:r>
            <a:r>
              <a:rPr lang="de-CH" sz="850" dirty="0" err="1">
                <a:latin typeface="Courier New" panose="02070309020205020404" pitchFamily="49" charset="0"/>
                <a:cs typeface="Courier New" panose="02070309020205020404" pitchFamily="49" charset="0"/>
              </a:rPr>
              <a:t>yang:date-and-time</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+--:(on-change)</a:t>
            </a:r>
          </a:p>
          <a:p>
            <a:r>
              <a:rPr lang="de-CH" sz="850" dirty="0">
                <a:latin typeface="Courier New" panose="02070309020205020404" pitchFamily="49" charset="0"/>
                <a:cs typeface="Courier New" panose="02070309020205020404" pitchFamily="49" charset="0"/>
              </a:rPr>
              <a:t>       |     +-- on-change!</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dampening-period</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yp:centiseconds</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sync</a:t>
            </a:r>
            <a:r>
              <a:rPr lang="de-CH" sz="850" dirty="0">
                <a:latin typeface="Courier New" panose="02070309020205020404" pitchFamily="49" charset="0"/>
                <a:cs typeface="Courier New" panose="02070309020205020404" pitchFamily="49" charset="0"/>
              </a:rPr>
              <a:t>-on-start?      </a:t>
            </a:r>
            <a:r>
              <a:rPr lang="de-CH" sz="850" dirty="0" err="1">
                <a:latin typeface="Courier New" panose="02070309020205020404" pitchFamily="49" charset="0"/>
                <a:cs typeface="Courier New" panose="02070309020205020404" pitchFamily="49" charset="0"/>
              </a:rPr>
              <a:t>boolean</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module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name</a:t>
            </a:r>
            <a:r>
              <a:rPr lang="de-CH" sz="850" dirty="0">
                <a:latin typeface="Courier New" panose="02070309020205020404" pitchFamily="49" charset="0"/>
                <a:cs typeface="Courier New" panose="02070309020205020404" pitchFamily="49" charset="0"/>
              </a:rPr>
              <a:t>]</a:t>
            </a: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name</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yang:yang-identifier</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revision</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rev:revision-date</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 </a:t>
            </a:r>
            <a:r>
              <a:rPr lang="de-CH" sz="850" dirty="0" err="1">
                <a:latin typeface="Courier New" panose="02070309020205020404" pitchFamily="49" charset="0"/>
                <a:cs typeface="Courier New" panose="02070309020205020404" pitchFamily="49" charset="0"/>
              </a:rPr>
              <a:t>version</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ysver:version</a:t>
            </a:r>
            <a:endParaRPr lang="de-CH" sz="850" dirty="0">
              <a:latin typeface="Courier New" panose="02070309020205020404" pitchFamily="49" charset="0"/>
              <a:cs typeface="Courier New" panose="02070309020205020404" pitchFamily="49" charset="0"/>
            </a:endParaRPr>
          </a:p>
          <a:p>
            <a:r>
              <a:rPr lang="de-CH" sz="850" dirty="0">
                <a:latin typeface="Courier New" panose="02070309020205020404" pitchFamily="49" charset="0"/>
                <a:cs typeface="Courier New" panose="02070309020205020404" pitchFamily="49" charset="0"/>
              </a:rPr>
              <a:t>       +-- </a:t>
            </a:r>
            <a:r>
              <a:rPr lang="de-CH" sz="850" dirty="0" err="1">
                <a:latin typeface="Courier New" panose="02070309020205020404" pitchFamily="49" charset="0"/>
                <a:cs typeface="Courier New" panose="02070309020205020404" pitchFamily="49" charset="0"/>
              </a:rPr>
              <a:t>yang</a:t>
            </a:r>
            <a:r>
              <a:rPr lang="de-CH" sz="850" dirty="0">
                <a:latin typeface="Courier New" panose="02070309020205020404" pitchFamily="49" charset="0"/>
                <a:cs typeface="Courier New" panose="02070309020205020404" pitchFamily="49" charset="0"/>
              </a:rPr>
              <a:t>-</a:t>
            </a:r>
            <a:r>
              <a:rPr lang="de-CH" sz="850" dirty="0" err="1">
                <a:latin typeface="Courier New" panose="02070309020205020404" pitchFamily="49" charset="0"/>
                <a:cs typeface="Courier New" panose="02070309020205020404" pitchFamily="49" charset="0"/>
              </a:rPr>
              <a:t>library</a:t>
            </a:r>
            <a:r>
              <a:rPr lang="de-CH" sz="850" dirty="0">
                <a:latin typeface="Courier New" panose="02070309020205020404" pitchFamily="49" charset="0"/>
                <a:cs typeface="Courier New" panose="02070309020205020404" pitchFamily="49" charset="0"/>
              </a:rPr>
              <a:t>-content-</a:t>
            </a:r>
            <a:r>
              <a:rPr lang="de-CH" sz="850" dirty="0" err="1">
                <a:latin typeface="Courier New" panose="02070309020205020404" pitchFamily="49" charset="0"/>
                <a:cs typeface="Courier New" panose="02070309020205020404" pitchFamily="49" charset="0"/>
              </a:rPr>
              <a:t>id</a:t>
            </a:r>
            <a:r>
              <a:rPr lang="de-CH" sz="850" dirty="0">
                <a:latin typeface="Courier New" panose="02070309020205020404" pitchFamily="49" charset="0"/>
                <a:cs typeface="Courier New" panose="02070309020205020404" pitchFamily="49" charset="0"/>
              </a:rPr>
              <a:t>?   </a:t>
            </a:r>
            <a:r>
              <a:rPr lang="de-CH" sz="850" dirty="0" err="1">
                <a:latin typeface="Courier New" panose="02070309020205020404" pitchFamily="49" charset="0"/>
                <a:cs typeface="Courier New" panose="02070309020205020404" pitchFamily="49" charset="0"/>
              </a:rPr>
              <a:t>string</a:t>
            </a:r>
            <a:endParaRPr lang="de-CH" sz="850" dirty="0">
              <a:latin typeface="Courier New" panose="02070309020205020404" pitchFamily="49" charset="0"/>
              <a:cs typeface="Courier New" panose="02070309020205020404" pitchFamily="49" charset="0"/>
            </a:endParaRPr>
          </a:p>
        </p:txBody>
      </p:sp>
      <p:sp>
        <p:nvSpPr>
          <p:cNvPr id="13" name="Oval 12">
            <a:extLst>
              <a:ext uri="{FF2B5EF4-FFF2-40B4-BE49-F238E27FC236}">
                <a16:creationId xmlns:a16="http://schemas.microsoft.com/office/drawing/2014/main" id="{9EE5BAB2-AD56-F814-A128-39290E96651A}"/>
              </a:ext>
            </a:extLst>
          </p:cNvPr>
          <p:cNvSpPr/>
          <p:nvPr/>
        </p:nvSpPr>
        <p:spPr>
          <a:xfrm>
            <a:off x="3321322" y="2955011"/>
            <a:ext cx="381837" cy="346727"/>
          </a:xfrm>
          <a:prstGeom prst="ellipse">
            <a:avLst/>
          </a:prstGeom>
          <a:solidFill>
            <a:srgbClr val="FF0000">
              <a:alpha val="10000"/>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CH" dirty="0">
                <a:solidFill>
                  <a:srgbClr val="FF0000"/>
                </a:solidFill>
              </a:rPr>
              <a:t>5</a:t>
            </a:r>
          </a:p>
        </p:txBody>
      </p:sp>
      <p:sp>
        <p:nvSpPr>
          <p:cNvPr id="14" name="Oval 13">
            <a:extLst>
              <a:ext uri="{FF2B5EF4-FFF2-40B4-BE49-F238E27FC236}">
                <a16:creationId xmlns:a16="http://schemas.microsoft.com/office/drawing/2014/main" id="{C65A4B26-CA66-E481-8A30-F04EF75B2F3E}"/>
              </a:ext>
            </a:extLst>
          </p:cNvPr>
          <p:cNvSpPr/>
          <p:nvPr/>
        </p:nvSpPr>
        <p:spPr>
          <a:xfrm>
            <a:off x="7407373" y="1873299"/>
            <a:ext cx="381837" cy="346727"/>
          </a:xfrm>
          <a:prstGeom prst="ellipse">
            <a:avLst/>
          </a:prstGeom>
          <a:solidFill>
            <a:srgbClr val="FF0000">
              <a:alpha val="10000"/>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CH" dirty="0">
                <a:solidFill>
                  <a:srgbClr val="FF0000"/>
                </a:solidFill>
              </a:rPr>
              <a:t>1</a:t>
            </a:r>
          </a:p>
        </p:txBody>
      </p:sp>
      <p:sp>
        <p:nvSpPr>
          <p:cNvPr id="15" name="Oval 14">
            <a:extLst>
              <a:ext uri="{FF2B5EF4-FFF2-40B4-BE49-F238E27FC236}">
                <a16:creationId xmlns:a16="http://schemas.microsoft.com/office/drawing/2014/main" id="{6DB2FF59-6A37-7B3C-D87A-9523DC30E665}"/>
              </a:ext>
            </a:extLst>
          </p:cNvPr>
          <p:cNvSpPr/>
          <p:nvPr/>
        </p:nvSpPr>
        <p:spPr>
          <a:xfrm>
            <a:off x="7401282" y="4075373"/>
            <a:ext cx="381837" cy="346727"/>
          </a:xfrm>
          <a:prstGeom prst="ellipse">
            <a:avLst/>
          </a:prstGeom>
          <a:solidFill>
            <a:srgbClr val="FF0000">
              <a:alpha val="10000"/>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CH" dirty="0">
                <a:solidFill>
                  <a:srgbClr val="FF0000"/>
                </a:solidFill>
              </a:rPr>
              <a:t>1</a:t>
            </a:r>
          </a:p>
        </p:txBody>
      </p:sp>
      <p:sp>
        <p:nvSpPr>
          <p:cNvPr id="16" name="Oval 15">
            <a:extLst>
              <a:ext uri="{FF2B5EF4-FFF2-40B4-BE49-F238E27FC236}">
                <a16:creationId xmlns:a16="http://schemas.microsoft.com/office/drawing/2014/main" id="{90A1D24B-C0A3-99AF-79F0-39C371307E52}"/>
              </a:ext>
            </a:extLst>
          </p:cNvPr>
          <p:cNvSpPr/>
          <p:nvPr/>
        </p:nvSpPr>
        <p:spPr>
          <a:xfrm>
            <a:off x="7401281" y="2852266"/>
            <a:ext cx="381837" cy="346727"/>
          </a:xfrm>
          <a:prstGeom prst="ellipse">
            <a:avLst/>
          </a:prstGeom>
          <a:solidFill>
            <a:srgbClr val="FF0000">
              <a:alpha val="10000"/>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CH" dirty="0">
                <a:solidFill>
                  <a:srgbClr val="FF0000"/>
                </a:solidFill>
              </a:rPr>
              <a:t>2</a:t>
            </a:r>
          </a:p>
        </p:txBody>
      </p:sp>
      <p:sp>
        <p:nvSpPr>
          <p:cNvPr id="17" name="Oval 16">
            <a:extLst>
              <a:ext uri="{FF2B5EF4-FFF2-40B4-BE49-F238E27FC236}">
                <a16:creationId xmlns:a16="http://schemas.microsoft.com/office/drawing/2014/main" id="{93573FC5-D9A3-9EAB-DEE8-F9DAD7D202FC}"/>
              </a:ext>
            </a:extLst>
          </p:cNvPr>
          <p:cNvSpPr/>
          <p:nvPr/>
        </p:nvSpPr>
        <p:spPr>
          <a:xfrm>
            <a:off x="7410884" y="5197592"/>
            <a:ext cx="381837" cy="346727"/>
          </a:xfrm>
          <a:prstGeom prst="ellipse">
            <a:avLst/>
          </a:prstGeom>
          <a:solidFill>
            <a:srgbClr val="FF0000">
              <a:alpha val="10000"/>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CH" dirty="0">
                <a:solidFill>
                  <a:srgbClr val="FF0000"/>
                </a:solidFill>
              </a:rPr>
              <a:t>3</a:t>
            </a:r>
          </a:p>
        </p:txBody>
      </p:sp>
      <p:sp>
        <p:nvSpPr>
          <p:cNvPr id="18" name="Oval 17">
            <a:extLst>
              <a:ext uri="{FF2B5EF4-FFF2-40B4-BE49-F238E27FC236}">
                <a16:creationId xmlns:a16="http://schemas.microsoft.com/office/drawing/2014/main" id="{EEFA89AB-995F-33E6-B5C2-0D30897EAEA6}"/>
              </a:ext>
            </a:extLst>
          </p:cNvPr>
          <p:cNvSpPr/>
          <p:nvPr/>
        </p:nvSpPr>
        <p:spPr>
          <a:xfrm>
            <a:off x="7401280" y="6380035"/>
            <a:ext cx="381837" cy="346727"/>
          </a:xfrm>
          <a:prstGeom prst="ellipse">
            <a:avLst/>
          </a:prstGeom>
          <a:solidFill>
            <a:srgbClr val="FF0000">
              <a:alpha val="10000"/>
            </a:srgbClr>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CH" dirty="0">
                <a:solidFill>
                  <a:srgbClr val="FF0000"/>
                </a:solidFill>
              </a:rPr>
              <a:t>4</a:t>
            </a:r>
          </a:p>
        </p:txBody>
      </p:sp>
    </p:spTree>
    <p:extLst>
      <p:ext uri="{BB962C8B-B14F-4D97-AF65-F5344CB8AC3E}">
        <p14:creationId xmlns:p14="http://schemas.microsoft.com/office/powerpoint/2010/main" val="26175044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BE83B-F691-36BC-C02A-8A6E6173AF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2307E7-7294-F676-0695-F5E8BCFB1114}"/>
              </a:ext>
            </a:extLst>
          </p:cNvPr>
          <p:cNvSpPr>
            <a:spLocks noGrp="1"/>
          </p:cNvSpPr>
          <p:nvPr>
            <p:ph type="title"/>
          </p:nvPr>
        </p:nvSpPr>
        <p:spPr/>
        <p:txBody>
          <a:bodyPr>
            <a:normAutofit/>
          </a:bodyPr>
          <a:lstStyle/>
          <a:p>
            <a:r>
              <a:rPr lang="en-US" sz="2800" b="1" dirty="0"/>
              <a:t>Extensible YANG Model for Network Telemetry Messages</a:t>
            </a:r>
            <a:br>
              <a:rPr lang="en-GB" sz="3600" dirty="0"/>
            </a:br>
            <a:r>
              <a:rPr lang="en-GB" sz="2700" dirty="0">
                <a:solidFill>
                  <a:schemeClr val="bg2">
                    <a:lumMod val="75000"/>
                  </a:schemeClr>
                </a:solidFill>
              </a:rPr>
              <a:t>Status and Summary </a:t>
            </a:r>
            <a:r>
              <a:rPr lang="de-CH" sz="2700" dirty="0" err="1">
                <a:solidFill>
                  <a:schemeClr val="bg2">
                    <a:lumMod val="75000"/>
                  </a:schemeClr>
                </a:solidFill>
              </a:rPr>
              <a:t>from</a:t>
            </a:r>
            <a:r>
              <a:rPr lang="de-CH" sz="2700" dirty="0">
                <a:solidFill>
                  <a:schemeClr val="bg2">
                    <a:lumMod val="75000"/>
                  </a:schemeClr>
                </a:solidFill>
              </a:rPr>
              <a:t> </a:t>
            </a:r>
            <a:r>
              <a:rPr lang="en-US" sz="2700" b="1" dirty="0">
                <a:solidFill>
                  <a:srgbClr val="FF0000"/>
                </a:solidFill>
              </a:rPr>
              <a:t>-02</a:t>
            </a:r>
          </a:p>
        </p:txBody>
      </p:sp>
      <p:sp>
        <p:nvSpPr>
          <p:cNvPr id="3" name="Content Placeholder 2">
            <a:extLst>
              <a:ext uri="{FF2B5EF4-FFF2-40B4-BE49-F238E27FC236}">
                <a16:creationId xmlns:a16="http://schemas.microsoft.com/office/drawing/2014/main" id="{DFFD1483-3E46-4ECB-FCD8-371365FD4D07}"/>
              </a:ext>
            </a:extLst>
          </p:cNvPr>
          <p:cNvSpPr>
            <a:spLocks noGrp="1"/>
          </p:cNvSpPr>
          <p:nvPr>
            <p:ph idx="1"/>
          </p:nvPr>
        </p:nvSpPr>
        <p:spPr>
          <a:xfrm>
            <a:off x="838200" y="1772816"/>
            <a:ext cx="6506183" cy="4404148"/>
          </a:xfrm>
        </p:spPr>
        <p:txBody>
          <a:bodyPr>
            <a:noAutofit/>
          </a:bodyPr>
          <a:lstStyle/>
          <a:p>
            <a:r>
              <a:rPr lang="en-US" sz="1800" dirty="0">
                <a:latin typeface="Calibri Body"/>
              </a:rPr>
              <a:t>Addressed comments from Reshad (</a:t>
            </a:r>
            <a:r>
              <a:rPr lang="en-US" sz="1800" dirty="0">
                <a:latin typeface="Calibri Body"/>
                <a:hlinkClick r:id="rId2"/>
              </a:rPr>
              <a:t>https://mailarchive.ietf.org/arch/msg/nmop/MfIthPyz61aJ9fX5WgJPuJud0us/</a:t>
            </a:r>
            <a:r>
              <a:rPr lang="en-US" sz="1800" dirty="0">
                <a:latin typeface="Calibri Body"/>
              </a:rPr>
              <a:t>) and Rob (</a:t>
            </a:r>
            <a:r>
              <a:rPr lang="en-US" sz="1800" dirty="0">
                <a:latin typeface="Calibri Body"/>
                <a:hlinkClick r:id="rId3"/>
              </a:rPr>
              <a:t>https://mailarchive.ietf.org/arch/msg/nmop/Yi-WE5SgZ1hIxDfYtlgSQQfbC7U/</a:t>
            </a:r>
            <a:r>
              <a:rPr lang="en-US" sz="1800" dirty="0">
                <a:latin typeface="Calibri Body"/>
              </a:rPr>
              <a:t>). Many thanks </a:t>
            </a:r>
            <a:r>
              <a:rPr lang="en-US" sz="1800">
                <a:latin typeface="Calibri Body"/>
              </a:rPr>
              <a:t>for the review!</a:t>
            </a:r>
            <a:endParaRPr lang="en-US" sz="1800" dirty="0">
              <a:latin typeface="Calibri Body"/>
            </a:endParaRPr>
          </a:p>
          <a:p>
            <a:r>
              <a:rPr lang="en-US" sz="1800" dirty="0">
                <a:latin typeface="Calibri Body"/>
              </a:rPr>
              <a:t>Reflected changes in </a:t>
            </a:r>
            <a:r>
              <a:rPr lang="en-US" sz="1800" dirty="0" err="1">
                <a:latin typeface="Calibri Body"/>
              </a:rPr>
              <a:t>ietf</a:t>
            </a:r>
            <a:r>
              <a:rPr lang="en-US" sz="1800" dirty="0">
                <a:latin typeface="Calibri Body"/>
              </a:rPr>
              <a:t>-yang-push-telemetry-message yang module node name changes from "</a:t>
            </a:r>
            <a:r>
              <a:rPr lang="en-US" sz="1800" dirty="0">
                <a:latin typeface="Calibri Body"/>
                <a:hlinkClick r:id="rId4"/>
              </a:rPr>
              <a:t>draft-</a:t>
            </a:r>
            <a:r>
              <a:rPr lang="en-US" sz="1800" dirty="0" err="1">
                <a:latin typeface="Calibri Body"/>
                <a:hlinkClick r:id="rId4"/>
              </a:rPr>
              <a:t>ietf</a:t>
            </a:r>
            <a:r>
              <a:rPr lang="en-US" sz="1800" dirty="0">
                <a:latin typeface="Calibri Body"/>
                <a:hlinkClick r:id="rId4"/>
              </a:rPr>
              <a:t>-</a:t>
            </a:r>
            <a:r>
              <a:rPr lang="en-US" sz="1800" dirty="0" err="1">
                <a:latin typeface="Calibri Body"/>
                <a:hlinkClick r:id="rId4"/>
              </a:rPr>
              <a:t>netmod</a:t>
            </a:r>
            <a:r>
              <a:rPr lang="en-US" sz="1800" dirty="0">
                <a:latin typeface="Calibri Body"/>
                <a:hlinkClick r:id="rId4"/>
              </a:rPr>
              <a:t>-yang-</a:t>
            </a:r>
            <a:r>
              <a:rPr lang="en-US" sz="1800" dirty="0" err="1">
                <a:latin typeface="Calibri Body"/>
                <a:hlinkClick r:id="rId4"/>
              </a:rPr>
              <a:t>semver</a:t>
            </a:r>
            <a:r>
              <a:rPr lang="en-US" sz="1800" dirty="0">
                <a:latin typeface="Calibri Body"/>
              </a:rPr>
              <a:t>" from "revision-label" to" version" and "module-name" to "name" to align with </a:t>
            </a:r>
            <a:r>
              <a:rPr lang="en-US" sz="1800" dirty="0">
                <a:latin typeface="Calibri Body"/>
                <a:hlinkClick r:id="rId5"/>
              </a:rPr>
              <a:t>https://datatracker.ietf.org/doc/html/draft-ietf-netmod-rfc8407bis-22#section-4.3.1</a:t>
            </a:r>
            <a:r>
              <a:rPr lang="en-US" sz="1800" dirty="0">
                <a:latin typeface="Calibri Body"/>
              </a:rPr>
              <a:t>.</a:t>
            </a:r>
          </a:p>
          <a:p>
            <a:pPr lvl="1">
              <a:spcBef>
                <a:spcPts val="1000"/>
              </a:spcBef>
            </a:pPr>
            <a:r>
              <a:rPr lang="en-US" sz="1800" dirty="0">
                <a:latin typeface="Calibri Body"/>
              </a:rPr>
              <a:t>Please note that the described changes also had implications on draft-ietf-netconf-yang-notifications-versioning-09 </a:t>
            </a:r>
            <a:r>
              <a:rPr lang="en-US" sz="1800" dirty="0">
                <a:latin typeface="Calibri Body"/>
                <a:hlinkClick r:id="rId6"/>
              </a:rPr>
              <a:t>https://mailarchive.ietf.org/arch/msg/nmop/aefFROi7Pgm3m6xxfovqX_LIQ1c/</a:t>
            </a:r>
            <a:r>
              <a:rPr lang="en-US" sz="1800" dirty="0">
                <a:latin typeface="Calibri Body"/>
              </a:rPr>
              <a:t>.</a:t>
            </a:r>
          </a:p>
        </p:txBody>
      </p:sp>
      <p:sp>
        <p:nvSpPr>
          <p:cNvPr id="8" name="Slide Number Placeholder 1">
            <a:extLst>
              <a:ext uri="{FF2B5EF4-FFF2-40B4-BE49-F238E27FC236}">
                <a16:creationId xmlns:a16="http://schemas.microsoft.com/office/drawing/2014/main" id="{F9740576-5CE1-1F72-1FA7-2F6F521B45BF}"/>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3</a:t>
            </a:fld>
            <a:endParaRPr lang="de-CH" sz="1400" dirty="0"/>
          </a:p>
        </p:txBody>
      </p:sp>
      <p:pic>
        <p:nvPicPr>
          <p:cNvPr id="6" name="Picture 5">
            <a:extLst>
              <a:ext uri="{FF2B5EF4-FFF2-40B4-BE49-F238E27FC236}">
                <a16:creationId xmlns:a16="http://schemas.microsoft.com/office/drawing/2014/main" id="{276D64D8-6EC6-121D-9AE4-BA5E220FA39C}"/>
              </a:ext>
            </a:extLst>
          </p:cNvPr>
          <p:cNvPicPr>
            <a:picLocks noChangeAspect="1"/>
          </p:cNvPicPr>
          <p:nvPr/>
        </p:nvPicPr>
        <p:blipFill>
          <a:blip r:embed="rId7"/>
          <a:stretch>
            <a:fillRect/>
          </a:stretch>
        </p:blipFill>
        <p:spPr>
          <a:xfrm>
            <a:off x="7498702" y="1287237"/>
            <a:ext cx="4089190" cy="5375306"/>
          </a:xfrm>
          <a:prstGeom prst="rect">
            <a:avLst/>
          </a:prstGeom>
        </p:spPr>
      </p:pic>
      <p:sp>
        <p:nvSpPr>
          <p:cNvPr id="7" name="Oval 6">
            <a:extLst>
              <a:ext uri="{FF2B5EF4-FFF2-40B4-BE49-F238E27FC236}">
                <a16:creationId xmlns:a16="http://schemas.microsoft.com/office/drawing/2014/main" id="{C1711D17-A3A3-369C-3704-52AF263AC327}"/>
              </a:ext>
            </a:extLst>
          </p:cNvPr>
          <p:cNvSpPr/>
          <p:nvPr/>
        </p:nvSpPr>
        <p:spPr>
          <a:xfrm>
            <a:off x="9999902" y="3742952"/>
            <a:ext cx="1498192" cy="838775"/>
          </a:xfrm>
          <a:prstGeom prst="ellipse">
            <a:avLst/>
          </a:prstGeom>
          <a:solidFill>
            <a:srgbClr val="FF0000">
              <a:alpha val="20000"/>
            </a:srgbClr>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p>
        </p:txBody>
      </p:sp>
    </p:spTree>
    <p:extLst>
      <p:ext uri="{BB962C8B-B14F-4D97-AF65-F5344CB8AC3E}">
        <p14:creationId xmlns:p14="http://schemas.microsoft.com/office/powerpoint/2010/main" val="26955727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12E10-D23C-63C1-BF5E-2E15CFD128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5D8FC1-6AD2-4FDB-0618-87CF7F39767C}"/>
              </a:ext>
            </a:extLst>
          </p:cNvPr>
          <p:cNvSpPr>
            <a:spLocks noGrp="1"/>
          </p:cNvSpPr>
          <p:nvPr>
            <p:ph type="title"/>
          </p:nvPr>
        </p:nvSpPr>
        <p:spPr/>
        <p:txBody>
          <a:bodyPr>
            <a:normAutofit/>
          </a:bodyPr>
          <a:lstStyle/>
          <a:p>
            <a:r>
              <a:rPr lang="en-US" sz="2800" b="1" dirty="0"/>
              <a:t>Extensible YANG Model for Network Telemetry Messages</a:t>
            </a:r>
            <a:br>
              <a:rPr lang="en-US" sz="3600" dirty="0"/>
            </a:br>
            <a:r>
              <a:rPr lang="en-GB" sz="2700" dirty="0">
                <a:solidFill>
                  <a:schemeClr val="bg2">
                    <a:lumMod val="75000"/>
                  </a:schemeClr>
                </a:solidFill>
              </a:rPr>
              <a:t>Status and Summary </a:t>
            </a:r>
            <a:r>
              <a:rPr lang="de-CH" sz="2700" dirty="0" err="1">
                <a:solidFill>
                  <a:schemeClr val="bg2">
                    <a:lumMod val="75000"/>
                  </a:schemeClr>
                </a:solidFill>
              </a:rPr>
              <a:t>from</a:t>
            </a:r>
            <a:r>
              <a:rPr lang="de-CH" sz="2700" dirty="0">
                <a:solidFill>
                  <a:schemeClr val="bg2">
                    <a:lumMod val="75000"/>
                  </a:schemeClr>
                </a:solidFill>
              </a:rPr>
              <a:t> </a:t>
            </a:r>
            <a:r>
              <a:rPr lang="en-US" sz="2700" b="1" dirty="0">
                <a:solidFill>
                  <a:srgbClr val="FF0000"/>
                </a:solidFill>
              </a:rPr>
              <a:t>-03</a:t>
            </a:r>
          </a:p>
        </p:txBody>
      </p:sp>
      <p:sp>
        <p:nvSpPr>
          <p:cNvPr id="3" name="Content Placeholder 2">
            <a:extLst>
              <a:ext uri="{FF2B5EF4-FFF2-40B4-BE49-F238E27FC236}">
                <a16:creationId xmlns:a16="http://schemas.microsoft.com/office/drawing/2014/main" id="{E1C8AC62-B5C5-ADE4-1957-88D3A14E964A}"/>
              </a:ext>
            </a:extLst>
          </p:cNvPr>
          <p:cNvSpPr>
            <a:spLocks noGrp="1"/>
          </p:cNvSpPr>
          <p:nvPr>
            <p:ph idx="1"/>
          </p:nvPr>
        </p:nvSpPr>
        <p:spPr>
          <a:xfrm>
            <a:off x="838199" y="1772816"/>
            <a:ext cx="10749693" cy="4404148"/>
          </a:xfrm>
        </p:spPr>
        <p:txBody>
          <a:bodyPr>
            <a:noAutofit/>
          </a:bodyPr>
          <a:lstStyle/>
          <a:p>
            <a:r>
              <a:rPr lang="en-US" sz="1800" dirty="0">
                <a:latin typeface="Calibri Body"/>
              </a:rPr>
              <a:t>Many thanks to Martin Björklund for the early YANG doctors review. Comments were addressed as bellow. See also  </a:t>
            </a:r>
            <a:r>
              <a:rPr lang="en-US" sz="1800" dirty="0">
                <a:latin typeface="Calibri Body"/>
                <a:hlinkClick r:id="rId2"/>
              </a:rPr>
              <a:t>https://mailarchive.ietf.org/arch/msg/nmop/cgOnUQDVc_8hb0YOkIMDyBXyCrU/</a:t>
            </a:r>
            <a:endParaRPr lang="en-US" sz="1800" dirty="0">
              <a:latin typeface="Calibri Body"/>
            </a:endParaRPr>
          </a:p>
          <a:p>
            <a:r>
              <a:rPr lang="en-US" sz="1800" dirty="0">
                <a:latin typeface="Calibri Body"/>
              </a:rPr>
              <a:t>identity name change from "</a:t>
            </a:r>
            <a:r>
              <a:rPr lang="en-US" sz="1800" dirty="0" err="1">
                <a:latin typeface="Calibri Body"/>
              </a:rPr>
              <a:t>yp</a:t>
            </a:r>
            <a:r>
              <a:rPr lang="en-US" sz="1800" dirty="0">
                <a:latin typeface="Calibri Body"/>
              </a:rPr>
              <a:t>-push" to "yang-push".</a:t>
            </a:r>
          </a:p>
          <a:p>
            <a:r>
              <a:rPr lang="en-US" sz="1800" dirty="0">
                <a:latin typeface="Calibri Body"/>
              </a:rPr>
              <a:t>Introduced missing leaf "notification-event" referencing "telemetry-notification-event-type" </a:t>
            </a:r>
            <a:r>
              <a:rPr lang="en-US" sz="1800" dirty="0" err="1">
                <a:latin typeface="Calibri Body"/>
              </a:rPr>
              <a:t>identityref</a:t>
            </a:r>
            <a:r>
              <a:rPr lang="en-US" sz="1800" dirty="0">
                <a:latin typeface="Calibri Body"/>
              </a:rPr>
              <a:t> to declare notification type of telemetry message. Wherever real-time transformed from network node or generated or removed out of cache in data collector as state update.</a:t>
            </a:r>
          </a:p>
          <a:p>
            <a:r>
              <a:rPr lang="en-US" sz="1800" dirty="0">
                <a:latin typeface="Calibri Body"/>
              </a:rPr>
              <a:t>Martin suggested to change "message" container to </a:t>
            </a:r>
            <a:r>
              <a:rPr lang="en-US" sz="1800" dirty="0" err="1">
                <a:latin typeface="Calibri Body"/>
              </a:rPr>
              <a:t>sx:structure</a:t>
            </a:r>
            <a:r>
              <a:rPr lang="en-US" sz="1800" dirty="0">
                <a:latin typeface="Calibri Body"/>
              </a:rPr>
              <a:t> (</a:t>
            </a:r>
            <a:r>
              <a:rPr lang="en-US" sz="1800" dirty="0">
                <a:latin typeface="Calibri Body"/>
                <a:hlinkClick r:id="rId3"/>
              </a:rPr>
              <a:t>RFC 8791</a:t>
            </a:r>
            <a:r>
              <a:rPr lang="en-US" sz="1800" dirty="0">
                <a:latin typeface="Calibri Body"/>
              </a:rPr>
              <a:t>, data structure) or notification (</a:t>
            </a:r>
            <a:r>
              <a:rPr lang="en-US" sz="1800" dirty="0">
                <a:latin typeface="Calibri Body"/>
                <a:hlinkClick r:id="rId4"/>
              </a:rPr>
              <a:t>Section 4.2.10 of RFC 7950</a:t>
            </a:r>
            <a:r>
              <a:rPr lang="en-US" sz="1800" dirty="0">
                <a:latin typeface="Calibri Body"/>
              </a:rPr>
              <a:t>). Considering that it envelops </a:t>
            </a:r>
            <a:r>
              <a:rPr lang="en-US" sz="1800" dirty="0">
                <a:latin typeface="Calibri Body"/>
                <a:hlinkClick r:id="rId5"/>
              </a:rPr>
              <a:t>draft-</a:t>
            </a:r>
            <a:r>
              <a:rPr lang="en-US" sz="1800" dirty="0" err="1">
                <a:latin typeface="Calibri Body"/>
                <a:hlinkClick r:id="rId5"/>
              </a:rPr>
              <a:t>ietf</a:t>
            </a:r>
            <a:r>
              <a:rPr lang="en-US" sz="1800" dirty="0">
                <a:latin typeface="Calibri Body"/>
                <a:hlinkClick r:id="rId5"/>
              </a:rPr>
              <a:t>-netconf-</a:t>
            </a:r>
            <a:r>
              <a:rPr lang="en-US" sz="1800" dirty="0" err="1">
                <a:latin typeface="Calibri Body"/>
                <a:hlinkClick r:id="rId5"/>
              </a:rPr>
              <a:t>notif</a:t>
            </a:r>
            <a:r>
              <a:rPr lang="en-US" sz="1800" dirty="0">
                <a:latin typeface="Calibri Body"/>
                <a:hlinkClick r:id="rId5"/>
              </a:rPr>
              <a:t>-envelope</a:t>
            </a:r>
            <a:r>
              <a:rPr lang="en-US" sz="1800" dirty="0">
                <a:latin typeface="Calibri Body"/>
              </a:rPr>
              <a:t>, authors opted for "</a:t>
            </a:r>
            <a:r>
              <a:rPr lang="en-US" sz="1800" dirty="0" err="1">
                <a:latin typeface="Calibri Body"/>
              </a:rPr>
              <a:t>sx:structure</a:t>
            </a:r>
            <a:r>
              <a:rPr lang="en-US" sz="1800" dirty="0">
                <a:latin typeface="Calibri Body"/>
              </a:rPr>
              <a:t>". </a:t>
            </a:r>
          </a:p>
          <a:p>
            <a:pPr lvl="1">
              <a:spcBef>
                <a:spcPts val="1000"/>
              </a:spcBef>
              <a:buFont typeface="Wingdings" panose="05000000000000000000" pitchFamily="2" charset="2"/>
              <a:buChar char="Ø"/>
            </a:pPr>
            <a:r>
              <a:rPr lang="en-US" sz="1800" b="1" dirty="0">
                <a:solidFill>
                  <a:srgbClr val="FF0000"/>
                </a:solidFill>
                <a:latin typeface="Calibri Body"/>
              </a:rPr>
              <a:t>We like to hear from the working group wherever the YANG doctors input and authors choice make sense. Other opinions?</a:t>
            </a:r>
          </a:p>
        </p:txBody>
      </p:sp>
      <p:sp>
        <p:nvSpPr>
          <p:cNvPr id="8" name="Slide Number Placeholder 1">
            <a:extLst>
              <a:ext uri="{FF2B5EF4-FFF2-40B4-BE49-F238E27FC236}">
                <a16:creationId xmlns:a16="http://schemas.microsoft.com/office/drawing/2014/main" id="{8BB66400-890A-2BF7-2334-5D3E2ED00552}"/>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4</a:t>
            </a:fld>
            <a:endParaRPr lang="en-US" sz="1400" dirty="0"/>
          </a:p>
        </p:txBody>
      </p:sp>
    </p:spTree>
    <p:extLst>
      <p:ext uri="{BB962C8B-B14F-4D97-AF65-F5344CB8AC3E}">
        <p14:creationId xmlns:p14="http://schemas.microsoft.com/office/powerpoint/2010/main" val="27507193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A5D84-7AFF-09C7-08E5-E3BE019B14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E077D2-7FD2-CAA6-BC26-8236770D9956}"/>
              </a:ext>
            </a:extLst>
          </p:cNvPr>
          <p:cNvSpPr>
            <a:spLocks noGrp="1"/>
          </p:cNvSpPr>
          <p:nvPr>
            <p:ph type="title"/>
          </p:nvPr>
        </p:nvSpPr>
        <p:spPr/>
        <p:txBody>
          <a:bodyPr>
            <a:normAutofit/>
          </a:bodyPr>
          <a:lstStyle/>
          <a:p>
            <a:r>
              <a:rPr lang="en-US" sz="2800" b="1" dirty="0"/>
              <a:t>Extensible YANG Model for Network Telemetry Messages</a:t>
            </a:r>
            <a:br>
              <a:rPr lang="en-US" sz="3600" dirty="0"/>
            </a:br>
            <a:r>
              <a:rPr lang="en-US" sz="2700" dirty="0">
                <a:solidFill>
                  <a:schemeClr val="bg2">
                    <a:lumMod val="75000"/>
                  </a:schemeClr>
                </a:solidFill>
              </a:rPr>
              <a:t>Next steps at </a:t>
            </a:r>
            <a:r>
              <a:rPr lang="en-US" sz="2700" b="1" dirty="0">
                <a:solidFill>
                  <a:srgbClr val="FF0000"/>
                </a:solidFill>
              </a:rPr>
              <a:t>IETF 124 and 125</a:t>
            </a:r>
          </a:p>
        </p:txBody>
      </p:sp>
      <p:sp>
        <p:nvSpPr>
          <p:cNvPr id="3" name="Content Placeholder 2">
            <a:extLst>
              <a:ext uri="{FF2B5EF4-FFF2-40B4-BE49-F238E27FC236}">
                <a16:creationId xmlns:a16="http://schemas.microsoft.com/office/drawing/2014/main" id="{07B878BF-4CE0-02B1-A1AF-E443CE11011B}"/>
              </a:ext>
            </a:extLst>
          </p:cNvPr>
          <p:cNvSpPr>
            <a:spLocks noGrp="1"/>
          </p:cNvSpPr>
          <p:nvPr>
            <p:ph idx="1"/>
          </p:nvPr>
        </p:nvSpPr>
        <p:spPr>
          <a:xfrm>
            <a:off x="838199" y="1772816"/>
            <a:ext cx="10749693" cy="4404148"/>
          </a:xfrm>
        </p:spPr>
        <p:txBody>
          <a:bodyPr>
            <a:noAutofit/>
          </a:bodyPr>
          <a:lstStyle/>
          <a:p>
            <a:pPr marL="0" indent="0">
              <a:buNone/>
            </a:pPr>
            <a:r>
              <a:rPr lang="en-US" sz="1800" b="1" dirty="0">
                <a:latin typeface="Calibri Body"/>
              </a:rPr>
              <a:t>Next Steps</a:t>
            </a:r>
          </a:p>
          <a:p>
            <a:pPr>
              <a:spcBef>
                <a:spcPts val="600"/>
              </a:spcBef>
            </a:pPr>
            <a:r>
              <a:rPr lang="en-US" sz="1800" dirty="0">
                <a:latin typeface="Calibri Body"/>
              </a:rPr>
              <a:t>The document describes in the implementation status section the </a:t>
            </a:r>
            <a:r>
              <a:rPr lang="en-US" sz="1800" dirty="0">
                <a:latin typeface="Calibri Body"/>
                <a:hlinkClick r:id="rId2"/>
              </a:rPr>
              <a:t>NetGauze</a:t>
            </a:r>
            <a:r>
              <a:rPr lang="en-US" sz="1800" dirty="0">
                <a:latin typeface="Calibri Body"/>
              </a:rPr>
              <a:t> YANG Message Broker Producer implementation which was validated at IETF 123 hackathon. </a:t>
            </a:r>
          </a:p>
          <a:p>
            <a:pPr>
              <a:spcBef>
                <a:spcPts val="600"/>
              </a:spcBef>
            </a:pPr>
            <a:r>
              <a:rPr lang="en-US" sz="1800" dirty="0">
                <a:latin typeface="Calibri Body"/>
              </a:rPr>
              <a:t>We validated </a:t>
            </a:r>
            <a:r>
              <a:rPr lang="en-US" sz="1800" dirty="0">
                <a:latin typeface="Calibri Body"/>
                <a:hlinkClick r:id="rId3"/>
              </a:rPr>
              <a:t>Pmacct</a:t>
            </a:r>
            <a:r>
              <a:rPr lang="en-US" sz="1800" dirty="0">
                <a:latin typeface="Calibri Body"/>
              </a:rPr>
              <a:t> as second YANG Message Broker Producer implementation at IETF 124 hackathon.</a:t>
            </a:r>
          </a:p>
          <a:p>
            <a:pPr lvl="1">
              <a:spcBef>
                <a:spcPts val="600"/>
              </a:spcBef>
              <a:buFont typeface="Wingdings" panose="05000000000000000000" pitchFamily="2" charset="2"/>
              <a:buChar char="Ø"/>
            </a:pPr>
            <a:r>
              <a:rPr lang="en-US" sz="1800" b="1" dirty="0">
                <a:solidFill>
                  <a:srgbClr val="FF0000"/>
                </a:solidFill>
                <a:latin typeface="Calibri Body"/>
              </a:rPr>
              <a:t>See separate presentation for details.</a:t>
            </a:r>
          </a:p>
          <a:p>
            <a:pPr>
              <a:spcBef>
                <a:spcPts val="600"/>
              </a:spcBef>
            </a:pPr>
            <a:r>
              <a:rPr lang="en-US" sz="1800" dirty="0">
                <a:latin typeface="Calibri Body"/>
              </a:rPr>
              <a:t>Workflow Engine from Ciena Blue Planet UAA is a YANG Message Broker Consumer implementation which is currently under development and testing. </a:t>
            </a:r>
          </a:p>
          <a:p>
            <a:pPr>
              <a:spcBef>
                <a:spcPts val="600"/>
              </a:spcBef>
            </a:pPr>
            <a:r>
              <a:rPr lang="en-US" sz="1800" dirty="0">
                <a:latin typeface="Calibri Body"/>
              </a:rPr>
              <a:t>The last remaining normative referenced document which did not pass working group last call is </a:t>
            </a:r>
            <a:r>
              <a:rPr lang="en-US" sz="1800" dirty="0">
                <a:latin typeface="Calibri Body"/>
                <a:hlinkClick r:id="rId4"/>
              </a:rPr>
              <a:t>draft-</a:t>
            </a:r>
            <a:r>
              <a:rPr lang="en-US" sz="1800" dirty="0" err="1">
                <a:latin typeface="Calibri Body"/>
                <a:hlinkClick r:id="rId4"/>
              </a:rPr>
              <a:t>ietf</a:t>
            </a:r>
            <a:r>
              <a:rPr lang="en-US" sz="1800" dirty="0">
                <a:latin typeface="Calibri Body"/>
                <a:hlinkClick r:id="rId4"/>
              </a:rPr>
              <a:t>-</a:t>
            </a:r>
            <a:r>
              <a:rPr lang="en-US" sz="1800" dirty="0" err="1">
                <a:latin typeface="Calibri Body"/>
                <a:hlinkClick r:id="rId4"/>
              </a:rPr>
              <a:t>nmop</a:t>
            </a:r>
            <a:r>
              <a:rPr lang="en-US" sz="1800" dirty="0">
                <a:latin typeface="Calibri Body"/>
                <a:hlinkClick r:id="rId4"/>
              </a:rPr>
              <a:t>-yang-message-broker-integration</a:t>
            </a:r>
            <a:r>
              <a:rPr lang="en-US" sz="1800" dirty="0">
                <a:latin typeface="Calibri Body"/>
              </a:rPr>
              <a:t>.</a:t>
            </a:r>
          </a:p>
          <a:p>
            <a:pPr>
              <a:spcBef>
                <a:spcPts val="600"/>
              </a:spcBef>
              <a:buFont typeface="Wingdings" panose="05000000000000000000" pitchFamily="2" charset="2"/>
              <a:buChar char="Ø"/>
            </a:pPr>
            <a:r>
              <a:rPr lang="en-US" sz="1800" b="1" dirty="0">
                <a:solidFill>
                  <a:srgbClr val="FF0000"/>
                </a:solidFill>
                <a:latin typeface="Calibri Body"/>
              </a:rPr>
              <a:t>Clarify with NMOP and OPS AD wherever the document should be "informational" or "standards track".</a:t>
            </a:r>
          </a:p>
          <a:p>
            <a:pPr>
              <a:spcBef>
                <a:spcPts val="600"/>
              </a:spcBef>
              <a:buFont typeface="Wingdings" panose="05000000000000000000" pitchFamily="2" charset="2"/>
              <a:buChar char="Ø"/>
            </a:pPr>
            <a:r>
              <a:rPr lang="en-US" sz="1800" b="1" dirty="0">
                <a:solidFill>
                  <a:srgbClr val="FF0000"/>
                </a:solidFill>
                <a:latin typeface="Calibri Body"/>
              </a:rPr>
              <a:t>The authors believe that the document is stable and once YANG doctors review and input from second implementation has been merged, working group last call at IETF 125 and submitted together with </a:t>
            </a:r>
            <a:br>
              <a:rPr lang="en-US" sz="1800" b="1" dirty="0">
                <a:solidFill>
                  <a:srgbClr val="FF0000"/>
                </a:solidFill>
                <a:latin typeface="Calibri Body"/>
              </a:rPr>
            </a:br>
            <a:r>
              <a:rPr lang="en-US" sz="1800" b="1" dirty="0">
                <a:solidFill>
                  <a:srgbClr val="FF0000"/>
                </a:solidFill>
                <a:latin typeface="Calibri Body"/>
                <a:hlinkClick r:id="rId4"/>
              </a:rPr>
              <a:t>draft-</a:t>
            </a:r>
            <a:r>
              <a:rPr lang="en-US" sz="1800" b="1" dirty="0" err="1">
                <a:solidFill>
                  <a:srgbClr val="FF0000"/>
                </a:solidFill>
                <a:latin typeface="Calibri Body"/>
                <a:hlinkClick r:id="rId4"/>
              </a:rPr>
              <a:t>ietf</a:t>
            </a:r>
            <a:r>
              <a:rPr lang="en-US" sz="1800" b="1" dirty="0">
                <a:solidFill>
                  <a:srgbClr val="FF0000"/>
                </a:solidFill>
                <a:latin typeface="Calibri Body"/>
                <a:hlinkClick r:id="rId4"/>
              </a:rPr>
              <a:t>-</a:t>
            </a:r>
            <a:r>
              <a:rPr lang="en-US" sz="1800" b="1" dirty="0" err="1">
                <a:solidFill>
                  <a:srgbClr val="FF0000"/>
                </a:solidFill>
                <a:latin typeface="Calibri Body"/>
                <a:hlinkClick r:id="rId4"/>
              </a:rPr>
              <a:t>nmop</a:t>
            </a:r>
            <a:r>
              <a:rPr lang="en-US" sz="1800" b="1" dirty="0">
                <a:solidFill>
                  <a:srgbClr val="FF0000"/>
                </a:solidFill>
                <a:latin typeface="Calibri Body"/>
                <a:hlinkClick r:id="rId4"/>
              </a:rPr>
              <a:t>-yang-message-broker-integration</a:t>
            </a:r>
            <a:r>
              <a:rPr lang="en-US" sz="1800" b="1" dirty="0">
                <a:solidFill>
                  <a:srgbClr val="FF0000"/>
                </a:solidFill>
                <a:latin typeface="Calibri Body"/>
              </a:rPr>
              <a:t> to IESG can be considered.</a:t>
            </a:r>
          </a:p>
        </p:txBody>
      </p:sp>
      <p:sp>
        <p:nvSpPr>
          <p:cNvPr id="8" name="Slide Number Placeholder 1">
            <a:extLst>
              <a:ext uri="{FF2B5EF4-FFF2-40B4-BE49-F238E27FC236}">
                <a16:creationId xmlns:a16="http://schemas.microsoft.com/office/drawing/2014/main" id="{179FA453-EA73-9ADC-D734-E02FEE26395B}"/>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5</a:t>
            </a:fld>
            <a:endParaRPr lang="en-US" sz="1400" dirty="0"/>
          </a:p>
        </p:txBody>
      </p:sp>
      <p:sp>
        <p:nvSpPr>
          <p:cNvPr id="4" name="Subtitle 4">
            <a:extLst>
              <a:ext uri="{FF2B5EF4-FFF2-40B4-BE49-F238E27FC236}">
                <a16:creationId xmlns:a16="http://schemas.microsoft.com/office/drawing/2014/main" id="{17D9D613-D281-5E22-4AF5-5EF54C849750}"/>
              </a:ext>
            </a:extLst>
          </p:cNvPr>
          <p:cNvSpPr txBox="1">
            <a:spLocks/>
          </p:cNvSpPr>
          <p:nvPr/>
        </p:nvSpPr>
        <p:spPr>
          <a:xfrm>
            <a:off x="838200" y="5658415"/>
            <a:ext cx="11163943" cy="703221"/>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de-CH" sz="1400" b="1" dirty="0">
                <a:latin typeface="+mj-lt"/>
              </a:rPr>
              <a:t>thomas.graf@swisscom.com</a:t>
            </a:r>
            <a:br>
              <a:rPr lang="de-CH" sz="1400" dirty="0">
                <a:latin typeface="+mj-lt"/>
              </a:rPr>
            </a:br>
            <a:r>
              <a:rPr lang="de-CH" sz="1400" dirty="0">
                <a:latin typeface="+mj-lt"/>
              </a:rPr>
              <a:t>ahmed.elhassany@swisscom.com</a:t>
            </a:r>
          </a:p>
          <a:p>
            <a:pPr marL="0" indent="0" algn="r">
              <a:spcBef>
                <a:spcPts val="300"/>
              </a:spcBef>
              <a:buNone/>
              <a:defRPr sz="1782"/>
            </a:pPr>
            <a:endParaRPr lang="de-CH" sz="1400" dirty="0">
              <a:latin typeface="+mj-lt"/>
            </a:endParaRPr>
          </a:p>
          <a:p>
            <a:pPr marL="0" indent="0" algn="r">
              <a:spcBef>
                <a:spcPts val="300"/>
              </a:spcBef>
              <a:buNone/>
            </a:pPr>
            <a:r>
              <a:rPr lang="de-CH" sz="1400">
                <a:latin typeface="+mj-lt"/>
              </a:rPr>
              <a:t>28. </a:t>
            </a:r>
            <a:r>
              <a:rPr lang="de-CH" sz="1400" dirty="0" err="1">
                <a:latin typeface="+mj-lt"/>
              </a:rPr>
              <a:t>October</a:t>
            </a:r>
            <a:r>
              <a:rPr lang="de-CH" sz="1400" dirty="0">
                <a:latin typeface="+mj-lt"/>
              </a:rPr>
              <a:t> </a:t>
            </a:r>
            <a:r>
              <a:rPr lang="de-CH" sz="1400" dirty="0">
                <a:latin typeface="+mj-lt"/>
                <a:ea typeface="+mj-ea"/>
                <a:cs typeface="+mj-cs"/>
              </a:rPr>
              <a:t>2025</a:t>
            </a:r>
            <a:endParaRPr lang="de-CH" sz="1400" dirty="0">
              <a:latin typeface="+mj-lt"/>
            </a:endParaRPr>
          </a:p>
          <a:p>
            <a:pPr algn="r"/>
            <a:endParaRPr lang="de-CH" sz="2200" dirty="0"/>
          </a:p>
        </p:txBody>
      </p:sp>
    </p:spTree>
    <p:extLst>
      <p:ext uri="{BB962C8B-B14F-4D97-AF65-F5344CB8AC3E}">
        <p14:creationId xmlns:p14="http://schemas.microsoft.com/office/powerpoint/2010/main" val="420830267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2e1fccfb-80ca-4fe1-a574-1516544edb53}" enabled="1" method="Standard" siteId="{364e5b87-c1c7-420d-9bee-c35d19b557a1}" removed="0"/>
</clbl:labelList>
</file>

<file path=docProps/app.xml><?xml version="1.0" encoding="utf-8"?>
<Properties xmlns="http://schemas.openxmlformats.org/officeDocument/2006/extended-properties" xmlns:vt="http://schemas.openxmlformats.org/officeDocument/2006/docPropsVTypes">
  <Template/>
  <TotalTime>0</TotalTime>
  <Words>1029</Words>
  <Application>Microsoft Office PowerPoint</Application>
  <PresentationFormat>Widescreen</PresentationFormat>
  <Paragraphs>119</Paragraphs>
  <Slides>5</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vt:i4>
      </vt:variant>
    </vt:vector>
  </HeadingPairs>
  <TitlesOfParts>
    <vt:vector size="12" baseType="lpstr">
      <vt:lpstr>Calibri Body</vt:lpstr>
      <vt:lpstr>Arial</vt:lpstr>
      <vt:lpstr>Calibri</vt:lpstr>
      <vt:lpstr>Calibri Light</vt:lpstr>
      <vt:lpstr>Courier New</vt:lpstr>
      <vt:lpstr>Wingdings</vt:lpstr>
      <vt:lpstr>Office Theme</vt:lpstr>
      <vt:lpstr>PowerPoint Presentation</vt:lpstr>
      <vt:lpstr>Extensible YANG Model for Network Telemetry Messages YANG Schema Trees</vt:lpstr>
      <vt:lpstr>Extensible YANG Model for Network Telemetry Messages Status and Summary from -02</vt:lpstr>
      <vt:lpstr>Extensible YANG Model for Network Telemetry Messages Status and Summary from -03</vt:lpstr>
      <vt:lpstr>Extensible YANG Model for Network Telemetry Messages Next steps at IETF 124 and 125</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Titel der  Präsentation</dc:title>
  <dc:creator>Graf Thomas, INI-ONE-WSN-DCF</dc:creator>
  <cp:lastModifiedBy>Graf Thomas, SCS-INI-NET-VNC-E2E</cp:lastModifiedBy>
  <cp:revision>262</cp:revision>
  <dcterms:created xsi:type="dcterms:W3CDTF">2019-11-29T14:22:02Z</dcterms:created>
  <dcterms:modified xsi:type="dcterms:W3CDTF">2025-10-28T06:10:34Z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e1fccfb-80ca-4fe1-a574-1516544edb53_Enabled">
    <vt:lpwstr>true</vt:lpwstr>
  </property>
  <property fmtid="{D5CDD505-2E9C-101B-9397-08002B2CF9AE}" pid="3" name="MSIP_Label_2e1fccfb-80ca-4fe1-a574-1516544edb53_SetDate">
    <vt:lpwstr>2023-03-20T10:46:29Z</vt:lpwstr>
  </property>
  <property fmtid="{D5CDD505-2E9C-101B-9397-08002B2CF9AE}" pid="4" name="MSIP_Label_2e1fccfb-80ca-4fe1-a574-1516544edb53_Method">
    <vt:lpwstr>Standard</vt:lpwstr>
  </property>
  <property fmtid="{D5CDD505-2E9C-101B-9397-08002B2CF9AE}" pid="5" name="MSIP_Label_2e1fccfb-80ca-4fe1-a574-1516544edb53_Name">
    <vt:lpwstr>C2 Internal</vt:lpwstr>
  </property>
  <property fmtid="{D5CDD505-2E9C-101B-9397-08002B2CF9AE}" pid="6" name="MSIP_Label_2e1fccfb-80ca-4fe1-a574-1516544edb53_SiteId">
    <vt:lpwstr>364e5b87-c1c7-420d-9bee-c35d19b557a1</vt:lpwstr>
  </property>
  <property fmtid="{D5CDD505-2E9C-101B-9397-08002B2CF9AE}" pid="7" name="MSIP_Label_2e1fccfb-80ca-4fe1-a574-1516544edb53_ActionId">
    <vt:lpwstr>f20e7325-fc30-45a7-a02f-991797c0d813</vt:lpwstr>
  </property>
  <property fmtid="{D5CDD505-2E9C-101B-9397-08002B2CF9AE}" pid="8" name="MSIP_Label_2e1fccfb-80ca-4fe1-a574-1516544edb53_ContentBits">
    <vt:lpwstr>0</vt:lpwstr>
  </property>
  <property fmtid="{D5CDD505-2E9C-101B-9397-08002B2CF9AE}" pid="9" name="Sensitivity">
    <vt:lpwstr>C2 General</vt:lpwstr>
  </property>
</Properties>
</file>