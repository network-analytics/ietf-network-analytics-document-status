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1041" r:id="rId2"/>
    <p:sldId id="2145706242" r:id="rId3"/>
    <p:sldId id="2145706305" r:id="rId4"/>
    <p:sldId id="2145706243" r:id="rId5"/>
    <p:sldId id="2145706306"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F68950-F8CC-4505-AD5A-E44C3FF4A9B2}" v="69" dt="2025-10-26T13:03:41.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91768" autoAdjust="0"/>
  </p:normalViewPr>
  <p:slideViewPr>
    <p:cSldViewPr snapToGrid="0">
      <p:cViewPr varScale="1">
        <p:scale>
          <a:sx n="98" d="100"/>
          <a:sy n="98" d="100"/>
        </p:scale>
        <p:origin x="876" y="7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48F68950-F8CC-4505-AD5A-E44C3FF4A9B2}"/>
    <pc:docChg chg="undo custSel addSld delSld modSld sldOrd">
      <pc:chgData name="Graf Thomas, SCS-INI-NET-VNC-E2E" userId="487bc3e3-9ce7-4cdd-b7b4-8899ea88d289" providerId="ADAL" clId="{48F68950-F8CC-4505-AD5A-E44C3FF4A9B2}" dt="2025-10-26T13:03:45.596" v="2106" actId="20577"/>
      <pc:docMkLst>
        <pc:docMk/>
      </pc:docMkLst>
      <pc:sldChg chg="modSp mod">
        <pc:chgData name="Graf Thomas, SCS-INI-NET-VNC-E2E" userId="487bc3e3-9ce7-4cdd-b7b4-8899ea88d289" providerId="ADAL" clId="{48F68950-F8CC-4505-AD5A-E44C3FF4A9B2}" dt="2025-10-26T12:34:44.541" v="1607" actId="20577"/>
        <pc:sldMkLst>
          <pc:docMk/>
          <pc:sldMk cId="3578665336" sldId="1041"/>
        </pc:sldMkLst>
        <pc:spChg chg="mod">
          <ac:chgData name="Graf Thomas, SCS-INI-NET-VNC-E2E" userId="487bc3e3-9ce7-4cdd-b7b4-8899ea88d289" providerId="ADAL" clId="{48F68950-F8CC-4505-AD5A-E44C3FF4A9B2}" dt="2025-10-25T07:21:23.616" v="13" actId="20577"/>
          <ac:spMkLst>
            <pc:docMk/>
            <pc:sldMk cId="3578665336" sldId="1041"/>
            <ac:spMk id="5" creationId="{C26208B2-0D10-4C23-B2DE-372A62E98644}"/>
          </ac:spMkLst>
        </pc:spChg>
        <pc:spChg chg="mod">
          <ac:chgData name="Graf Thomas, SCS-INI-NET-VNC-E2E" userId="487bc3e3-9ce7-4cdd-b7b4-8899ea88d289" providerId="ADAL" clId="{48F68950-F8CC-4505-AD5A-E44C3FF4A9B2}" dt="2025-10-26T12:34:44.541" v="1607" actId="20577"/>
          <ac:spMkLst>
            <pc:docMk/>
            <pc:sldMk cId="3578665336" sldId="1041"/>
            <ac:spMk id="6" creationId="{6CAA0765-1318-4A03-8F91-D3ECC43D8FA7}"/>
          </ac:spMkLst>
        </pc:spChg>
      </pc:sldChg>
      <pc:sldChg chg="addSp delSp modSp mod ord">
        <pc:chgData name="Graf Thomas, SCS-INI-NET-VNC-E2E" userId="487bc3e3-9ce7-4cdd-b7b4-8899ea88d289" providerId="ADAL" clId="{48F68950-F8CC-4505-AD5A-E44C3FF4A9B2}" dt="2025-10-25T08:11:39.482" v="1572" actId="255"/>
        <pc:sldMkLst>
          <pc:docMk/>
          <pc:sldMk cId="2617504443" sldId="2145706242"/>
        </pc:sldMkLst>
        <pc:spChg chg="mod">
          <ac:chgData name="Graf Thomas, SCS-INI-NET-VNC-E2E" userId="487bc3e3-9ce7-4cdd-b7b4-8899ea88d289" providerId="ADAL" clId="{48F68950-F8CC-4505-AD5A-E44C3FF4A9B2}" dt="2025-10-25T07:57:20.416" v="1222" actId="20577"/>
          <ac:spMkLst>
            <pc:docMk/>
            <pc:sldMk cId="2617504443" sldId="2145706242"/>
            <ac:spMk id="2" creationId="{FF20F271-6F0D-4AC0-BB1D-F5C338165C13}"/>
          </ac:spMkLst>
        </pc:spChg>
        <pc:spChg chg="mod">
          <ac:chgData name="Graf Thomas, SCS-INI-NET-VNC-E2E" userId="487bc3e3-9ce7-4cdd-b7b4-8899ea88d289" providerId="ADAL" clId="{48F68950-F8CC-4505-AD5A-E44C3FF4A9B2}" dt="2025-10-25T08:11:39.482" v="1572" actId="255"/>
          <ac:spMkLst>
            <pc:docMk/>
            <pc:sldMk cId="2617504443" sldId="2145706242"/>
            <ac:spMk id="3" creationId="{29C0DFD4-432D-4B0C-93DF-790441DCF5B9}"/>
          </ac:spMkLst>
        </pc:spChg>
        <pc:spChg chg="add">
          <ac:chgData name="Graf Thomas, SCS-INI-NET-VNC-E2E" userId="487bc3e3-9ce7-4cdd-b7b4-8899ea88d289" providerId="ADAL" clId="{48F68950-F8CC-4505-AD5A-E44C3FF4A9B2}" dt="2025-10-25T07:23:22.938" v="18"/>
          <ac:spMkLst>
            <pc:docMk/>
            <pc:sldMk cId="2617504443" sldId="2145706242"/>
            <ac:spMk id="4" creationId="{14D6EDF5-7D65-0125-9708-6A27ABC534FD}"/>
          </ac:spMkLst>
        </pc:spChg>
        <pc:spChg chg="add">
          <ac:chgData name="Graf Thomas, SCS-INI-NET-VNC-E2E" userId="487bc3e3-9ce7-4cdd-b7b4-8899ea88d289" providerId="ADAL" clId="{48F68950-F8CC-4505-AD5A-E44C3FF4A9B2}" dt="2025-10-25T07:25:37.684" v="65"/>
          <ac:spMkLst>
            <pc:docMk/>
            <pc:sldMk cId="2617504443" sldId="2145706242"/>
            <ac:spMk id="5" creationId="{7492601E-9B18-EEC8-9228-DBC8182F81AA}"/>
          </ac:spMkLst>
        </pc:spChg>
        <pc:spChg chg="add del mod">
          <ac:chgData name="Graf Thomas, SCS-INI-NET-VNC-E2E" userId="487bc3e3-9ce7-4cdd-b7b4-8899ea88d289" providerId="ADAL" clId="{48F68950-F8CC-4505-AD5A-E44C3FF4A9B2}" dt="2025-10-25T08:02:35.229" v="1375" actId="478"/>
          <ac:spMkLst>
            <pc:docMk/>
            <pc:sldMk cId="2617504443" sldId="2145706242"/>
            <ac:spMk id="7" creationId="{BDA5F1B1-5262-D95C-A4A7-84EC62768427}"/>
          </ac:spMkLst>
        </pc:spChg>
        <pc:spChg chg="add mod">
          <ac:chgData name="Graf Thomas, SCS-INI-NET-VNC-E2E" userId="487bc3e3-9ce7-4cdd-b7b4-8899ea88d289" providerId="ADAL" clId="{48F68950-F8CC-4505-AD5A-E44C3FF4A9B2}" dt="2025-10-25T08:04:14.349" v="1463" actId="14100"/>
          <ac:spMkLst>
            <pc:docMk/>
            <pc:sldMk cId="2617504443" sldId="2145706242"/>
            <ac:spMk id="10" creationId="{A73566BC-78F4-D0EF-6976-E60E3F76036D}"/>
          </ac:spMkLst>
        </pc:spChg>
        <pc:spChg chg="add mod">
          <ac:chgData name="Graf Thomas, SCS-INI-NET-VNC-E2E" userId="487bc3e3-9ce7-4cdd-b7b4-8899ea88d289" providerId="ADAL" clId="{48F68950-F8CC-4505-AD5A-E44C3FF4A9B2}" dt="2025-10-25T08:04:26.698" v="1481" actId="1037"/>
          <ac:spMkLst>
            <pc:docMk/>
            <pc:sldMk cId="2617504443" sldId="2145706242"/>
            <ac:spMk id="12" creationId="{78A63645-5CD4-D847-644F-2DFC2A5D5D3D}"/>
          </ac:spMkLst>
        </pc:spChg>
        <pc:spChg chg="add mod">
          <ac:chgData name="Graf Thomas, SCS-INI-NET-VNC-E2E" userId="487bc3e3-9ce7-4cdd-b7b4-8899ea88d289" providerId="ADAL" clId="{48F68950-F8CC-4505-AD5A-E44C3FF4A9B2}" dt="2025-10-25T08:04:26.698" v="1481" actId="1037"/>
          <ac:spMkLst>
            <pc:docMk/>
            <pc:sldMk cId="2617504443" sldId="2145706242"/>
            <ac:spMk id="13" creationId="{9EE5BAB2-AD56-F814-A128-39290E96651A}"/>
          </ac:spMkLst>
        </pc:spChg>
        <pc:spChg chg="add mod">
          <ac:chgData name="Graf Thomas, SCS-INI-NET-VNC-E2E" userId="487bc3e3-9ce7-4cdd-b7b4-8899ea88d289" providerId="ADAL" clId="{48F68950-F8CC-4505-AD5A-E44C3FF4A9B2}" dt="2025-10-25T08:04:09.292" v="1462" actId="1038"/>
          <ac:spMkLst>
            <pc:docMk/>
            <pc:sldMk cId="2617504443" sldId="2145706242"/>
            <ac:spMk id="14" creationId="{C65A4B26-CA66-E481-8A30-F04EF75B2F3E}"/>
          </ac:spMkLst>
        </pc:spChg>
        <pc:spChg chg="add mod">
          <ac:chgData name="Graf Thomas, SCS-INI-NET-VNC-E2E" userId="487bc3e3-9ce7-4cdd-b7b4-8899ea88d289" providerId="ADAL" clId="{48F68950-F8CC-4505-AD5A-E44C3FF4A9B2}" dt="2025-10-25T08:04:09.292" v="1462" actId="1038"/>
          <ac:spMkLst>
            <pc:docMk/>
            <pc:sldMk cId="2617504443" sldId="2145706242"/>
            <ac:spMk id="15" creationId="{6DB2FF59-6A37-7B3C-D87A-9523DC30E665}"/>
          </ac:spMkLst>
        </pc:spChg>
        <pc:spChg chg="add mod">
          <ac:chgData name="Graf Thomas, SCS-INI-NET-VNC-E2E" userId="487bc3e3-9ce7-4cdd-b7b4-8899ea88d289" providerId="ADAL" clId="{48F68950-F8CC-4505-AD5A-E44C3FF4A9B2}" dt="2025-10-25T08:04:09.292" v="1462" actId="1038"/>
          <ac:spMkLst>
            <pc:docMk/>
            <pc:sldMk cId="2617504443" sldId="2145706242"/>
            <ac:spMk id="16" creationId="{90A1D24B-C0A3-99AF-79F0-39C371307E52}"/>
          </ac:spMkLst>
        </pc:spChg>
        <pc:spChg chg="add mod">
          <ac:chgData name="Graf Thomas, SCS-INI-NET-VNC-E2E" userId="487bc3e3-9ce7-4cdd-b7b4-8899ea88d289" providerId="ADAL" clId="{48F68950-F8CC-4505-AD5A-E44C3FF4A9B2}" dt="2025-10-25T08:04:09.292" v="1462" actId="1038"/>
          <ac:spMkLst>
            <pc:docMk/>
            <pc:sldMk cId="2617504443" sldId="2145706242"/>
            <ac:spMk id="17" creationId="{93573FC5-D9A3-9EAB-DEE8-F9DAD7D202FC}"/>
          </ac:spMkLst>
        </pc:spChg>
        <pc:spChg chg="add mod">
          <ac:chgData name="Graf Thomas, SCS-INI-NET-VNC-E2E" userId="487bc3e3-9ce7-4cdd-b7b4-8899ea88d289" providerId="ADAL" clId="{48F68950-F8CC-4505-AD5A-E44C3FF4A9B2}" dt="2025-10-25T08:04:09.292" v="1462" actId="1038"/>
          <ac:spMkLst>
            <pc:docMk/>
            <pc:sldMk cId="2617504443" sldId="2145706242"/>
            <ac:spMk id="18" creationId="{EEFA89AB-995F-33E6-B5C2-0D30897EAEA6}"/>
          </ac:spMkLst>
        </pc:spChg>
        <pc:picChg chg="add del mod">
          <ac:chgData name="Graf Thomas, SCS-INI-NET-VNC-E2E" userId="487bc3e3-9ce7-4cdd-b7b4-8899ea88d289" providerId="ADAL" clId="{48F68950-F8CC-4505-AD5A-E44C3FF4A9B2}" dt="2025-10-25T07:51:43.443" v="1116" actId="478"/>
          <ac:picMkLst>
            <pc:docMk/>
            <pc:sldMk cId="2617504443" sldId="2145706242"/>
            <ac:picMk id="6" creationId="{E50EE024-B60B-726D-F5BC-C3F50F794357}"/>
          </ac:picMkLst>
        </pc:picChg>
      </pc:sldChg>
      <pc:sldChg chg="addSp delSp modSp mod">
        <pc:chgData name="Graf Thomas, SCS-INI-NET-VNC-E2E" userId="487bc3e3-9ce7-4cdd-b7b4-8899ea88d289" providerId="ADAL" clId="{48F68950-F8CC-4505-AD5A-E44C3FF4A9B2}" dt="2025-10-26T12:35:31.379" v="1610" actId="20577"/>
        <pc:sldMkLst>
          <pc:docMk/>
          <pc:sldMk cId="2750719351" sldId="2145706243"/>
        </pc:sldMkLst>
        <pc:spChg chg="mod">
          <ac:chgData name="Graf Thomas, SCS-INI-NET-VNC-E2E" userId="487bc3e3-9ce7-4cdd-b7b4-8899ea88d289" providerId="ADAL" clId="{48F68950-F8CC-4505-AD5A-E44C3FF4A9B2}" dt="2025-10-25T08:08:17.300" v="1519" actId="20577"/>
          <ac:spMkLst>
            <pc:docMk/>
            <pc:sldMk cId="2750719351" sldId="2145706243"/>
            <ac:spMk id="2" creationId="{925D8FC1-6AD2-4FDB-0618-87CF7F39767C}"/>
          </ac:spMkLst>
        </pc:spChg>
        <pc:spChg chg="mod">
          <ac:chgData name="Graf Thomas, SCS-INI-NET-VNC-E2E" userId="487bc3e3-9ce7-4cdd-b7b4-8899ea88d289" providerId="ADAL" clId="{48F68950-F8CC-4505-AD5A-E44C3FF4A9B2}" dt="2025-10-26T12:35:31.379" v="1610" actId="20577"/>
          <ac:spMkLst>
            <pc:docMk/>
            <pc:sldMk cId="2750719351" sldId="2145706243"/>
            <ac:spMk id="3" creationId="{E1C8AC62-B5C5-ADE4-1957-88D3A14E964A}"/>
          </ac:spMkLst>
        </pc:spChg>
        <pc:spChg chg="add">
          <ac:chgData name="Graf Thomas, SCS-INI-NET-VNC-E2E" userId="487bc3e3-9ce7-4cdd-b7b4-8899ea88d289" providerId="ADAL" clId="{48F68950-F8CC-4505-AD5A-E44C3FF4A9B2}" dt="2025-10-25T07:35:48.624" v="550"/>
          <ac:spMkLst>
            <pc:docMk/>
            <pc:sldMk cId="2750719351" sldId="2145706243"/>
            <ac:spMk id="4" creationId="{A394A6AB-E46F-9A87-D2DF-A32C1EA266C8}"/>
          </ac:spMkLst>
        </pc:spChg>
        <pc:spChg chg="del">
          <ac:chgData name="Graf Thomas, SCS-INI-NET-VNC-E2E" userId="487bc3e3-9ce7-4cdd-b7b4-8899ea88d289" providerId="ADAL" clId="{48F68950-F8CC-4505-AD5A-E44C3FF4A9B2}" dt="2025-10-25T07:36:50.996" v="565" actId="478"/>
          <ac:spMkLst>
            <pc:docMk/>
            <pc:sldMk cId="2750719351" sldId="2145706243"/>
            <ac:spMk id="5" creationId="{8C23250E-A19C-6C6E-E1FC-F12B08950F9A}"/>
          </ac:spMkLst>
        </pc:spChg>
        <pc:spChg chg="mod">
          <ac:chgData name="Graf Thomas, SCS-INI-NET-VNC-E2E" userId="487bc3e3-9ce7-4cdd-b7b4-8899ea88d289" providerId="ADAL" clId="{48F68950-F8CC-4505-AD5A-E44C3FF4A9B2}" dt="2025-10-25T07:37:04.212" v="566" actId="790"/>
          <ac:spMkLst>
            <pc:docMk/>
            <pc:sldMk cId="2750719351" sldId="2145706243"/>
            <ac:spMk id="8" creationId="{8BB66400-890A-2BF7-2334-5D3E2ED00552}"/>
          </ac:spMkLst>
        </pc:spChg>
        <pc:picChg chg="del">
          <ac:chgData name="Graf Thomas, SCS-INI-NET-VNC-E2E" userId="487bc3e3-9ce7-4cdd-b7b4-8899ea88d289" providerId="ADAL" clId="{48F68950-F8CC-4505-AD5A-E44C3FF4A9B2}" dt="2025-10-25T07:36:49.176" v="564" actId="478"/>
          <ac:picMkLst>
            <pc:docMk/>
            <pc:sldMk cId="2750719351" sldId="2145706243"/>
            <ac:picMk id="9" creationId="{8F6D5FF2-E4CF-46B4-608A-82B9EF4D42C4}"/>
          </ac:picMkLst>
        </pc:picChg>
      </pc:sldChg>
      <pc:sldChg chg="modSp add del mod">
        <pc:chgData name="Graf Thomas, SCS-INI-NET-VNC-E2E" userId="487bc3e3-9ce7-4cdd-b7b4-8899ea88d289" providerId="ADAL" clId="{48F68950-F8CC-4505-AD5A-E44C3FF4A9B2}" dt="2025-10-25T08:05:10.195" v="1484" actId="47"/>
        <pc:sldMkLst>
          <pc:docMk/>
          <pc:sldMk cId="1582024394" sldId="2145706304"/>
        </pc:sldMkLst>
        <pc:spChg chg="mod">
          <ac:chgData name="Graf Thomas, SCS-INI-NET-VNC-E2E" userId="487bc3e3-9ce7-4cdd-b7b4-8899ea88d289" providerId="ADAL" clId="{48F68950-F8CC-4505-AD5A-E44C3FF4A9B2}" dt="2025-10-25T07:50:16.027" v="1114" actId="14861"/>
          <ac:spMkLst>
            <pc:docMk/>
            <pc:sldMk cId="1582024394" sldId="2145706304"/>
            <ac:spMk id="4" creationId="{7A4670A5-928B-EB1C-84C2-106DD79D9535}"/>
          </ac:spMkLst>
        </pc:spChg>
      </pc:sldChg>
      <pc:sldChg chg="modSp add mod">
        <pc:chgData name="Graf Thomas, SCS-INI-NET-VNC-E2E" userId="487bc3e3-9ce7-4cdd-b7b4-8899ea88d289" providerId="ADAL" clId="{48F68950-F8CC-4505-AD5A-E44C3FF4A9B2}" dt="2025-10-25T08:24:04.896" v="1605" actId="20577"/>
        <pc:sldMkLst>
          <pc:docMk/>
          <pc:sldMk cId="2695572745" sldId="2145706305"/>
        </pc:sldMkLst>
        <pc:spChg chg="mod">
          <ac:chgData name="Graf Thomas, SCS-INI-NET-VNC-E2E" userId="487bc3e3-9ce7-4cdd-b7b4-8899ea88d289" providerId="ADAL" clId="{48F68950-F8CC-4505-AD5A-E44C3FF4A9B2}" dt="2025-10-25T08:24:04.896" v="1605" actId="20577"/>
          <ac:spMkLst>
            <pc:docMk/>
            <pc:sldMk cId="2695572745" sldId="2145706305"/>
            <ac:spMk id="3" creationId="{DFFD1483-3E46-4ECB-FCD8-371365FD4D07}"/>
          </ac:spMkLst>
        </pc:spChg>
      </pc:sldChg>
      <pc:sldChg chg="addSp modSp add mod">
        <pc:chgData name="Graf Thomas, SCS-INI-NET-VNC-E2E" userId="487bc3e3-9ce7-4cdd-b7b4-8899ea88d289" providerId="ADAL" clId="{48F68950-F8CC-4505-AD5A-E44C3FF4A9B2}" dt="2025-10-26T13:03:45.596" v="2106" actId="20577"/>
        <pc:sldMkLst>
          <pc:docMk/>
          <pc:sldMk cId="4208302676" sldId="2145706306"/>
        </pc:sldMkLst>
        <pc:spChg chg="mod">
          <ac:chgData name="Graf Thomas, SCS-INI-NET-VNC-E2E" userId="487bc3e3-9ce7-4cdd-b7b4-8899ea88d289" providerId="ADAL" clId="{48F68950-F8CC-4505-AD5A-E44C3FF4A9B2}" dt="2025-10-25T08:17:44.497" v="1576" actId="113"/>
          <ac:spMkLst>
            <pc:docMk/>
            <pc:sldMk cId="4208302676" sldId="2145706306"/>
            <ac:spMk id="2" creationId="{A9E077D2-7FD2-CAA6-BC26-8236770D9956}"/>
          </ac:spMkLst>
        </pc:spChg>
        <pc:spChg chg="mod">
          <ac:chgData name="Graf Thomas, SCS-INI-NET-VNC-E2E" userId="487bc3e3-9ce7-4cdd-b7b4-8899ea88d289" providerId="ADAL" clId="{48F68950-F8CC-4505-AD5A-E44C3FF4A9B2}" dt="2025-10-26T13:03:45.596" v="2106" actId="20577"/>
          <ac:spMkLst>
            <pc:docMk/>
            <pc:sldMk cId="4208302676" sldId="2145706306"/>
            <ac:spMk id="3" creationId="{07B878BF-4CE0-02B1-A1AF-E443CE11011B}"/>
          </ac:spMkLst>
        </pc:spChg>
        <pc:spChg chg="add mod">
          <ac:chgData name="Graf Thomas, SCS-INI-NET-VNC-E2E" userId="487bc3e3-9ce7-4cdd-b7b4-8899ea88d289" providerId="ADAL" clId="{48F68950-F8CC-4505-AD5A-E44C3FF4A9B2}" dt="2025-10-26T12:34:52.414" v="1608"/>
          <ac:spMkLst>
            <pc:docMk/>
            <pc:sldMk cId="4208302676" sldId="2145706306"/>
            <ac:spMk id="4" creationId="{17D9D613-D281-5E22-4AF5-5EF54C849750}"/>
          </ac:spMkLst>
        </pc:spChg>
      </pc:sldChg>
    </pc:docChg>
  </pc:docChgLst>
  <pc:docChgLst>
    <pc:chgData name="Graf Thomas, SCS-INI-NET-VNC-E2E" userId="487bc3e3-9ce7-4cdd-b7b4-8899ea88d289" providerId="ADAL" clId="{1BAAA70E-921F-47F1-8CE8-3DD05F71A227}"/>
    <pc:docChg chg="undo custSel addSld modSld">
      <pc:chgData name="Graf Thomas, SCS-INI-NET-VNC-E2E" userId="487bc3e3-9ce7-4cdd-b7b4-8899ea88d289" providerId="ADAL" clId="{1BAAA70E-921F-47F1-8CE8-3DD05F71A227}" dt="2025-10-25T07:17:10.622" v="1668" actId="948"/>
      <pc:docMkLst>
        <pc:docMk/>
      </pc:docMkLst>
      <pc:sldChg chg="modSp mod">
        <pc:chgData name="Graf Thomas, SCS-INI-NET-VNC-E2E" userId="487bc3e3-9ce7-4cdd-b7b4-8899ea88d289" providerId="ADAL" clId="{1BAAA70E-921F-47F1-8CE8-3DD05F71A227}" dt="2025-10-25T06:54:40.471" v="18" actId="20577"/>
        <pc:sldMkLst>
          <pc:docMk/>
          <pc:sldMk cId="3578665336" sldId="1041"/>
        </pc:sldMkLst>
        <pc:spChg chg="mod">
          <ac:chgData name="Graf Thomas, SCS-INI-NET-VNC-E2E" userId="487bc3e3-9ce7-4cdd-b7b4-8899ea88d289" providerId="ADAL" clId="{1BAAA70E-921F-47F1-8CE8-3DD05F71A227}" dt="2025-10-25T06:54:06.307" v="0" actId="20577"/>
          <ac:spMkLst>
            <pc:docMk/>
            <pc:sldMk cId="3578665336" sldId="1041"/>
            <ac:spMk id="5" creationId="{C26208B2-0D10-4C23-B2DE-372A62E98644}"/>
          </ac:spMkLst>
        </pc:spChg>
        <pc:spChg chg="mod">
          <ac:chgData name="Graf Thomas, SCS-INI-NET-VNC-E2E" userId="487bc3e3-9ce7-4cdd-b7b4-8899ea88d289" providerId="ADAL" clId="{1BAAA70E-921F-47F1-8CE8-3DD05F71A227}" dt="2025-10-25T06:54:40.471" v="18" actId="20577"/>
          <ac:spMkLst>
            <pc:docMk/>
            <pc:sldMk cId="3578665336" sldId="1041"/>
            <ac:spMk id="6" creationId="{6CAA0765-1318-4A03-8F91-D3ECC43D8FA7}"/>
          </ac:spMkLst>
        </pc:spChg>
      </pc:sldChg>
      <pc:sldChg chg="addSp delSp modSp mod">
        <pc:chgData name="Graf Thomas, SCS-INI-NET-VNC-E2E" userId="487bc3e3-9ce7-4cdd-b7b4-8899ea88d289" providerId="ADAL" clId="{1BAAA70E-921F-47F1-8CE8-3DD05F71A227}" dt="2025-10-25T07:17:10.622" v="1668" actId="948"/>
        <pc:sldMkLst>
          <pc:docMk/>
          <pc:sldMk cId="2617504443" sldId="2145706242"/>
        </pc:sldMkLst>
        <pc:spChg chg="mod">
          <ac:chgData name="Graf Thomas, SCS-INI-NET-VNC-E2E" userId="487bc3e3-9ce7-4cdd-b7b4-8899ea88d289" providerId="ADAL" clId="{1BAAA70E-921F-47F1-8CE8-3DD05F71A227}" dt="2025-10-25T07:15:33.329" v="1561" actId="20577"/>
          <ac:spMkLst>
            <pc:docMk/>
            <pc:sldMk cId="2617504443" sldId="2145706242"/>
            <ac:spMk id="2" creationId="{FF20F271-6F0D-4AC0-BB1D-F5C338165C13}"/>
          </ac:spMkLst>
        </pc:spChg>
        <pc:spChg chg="mod">
          <ac:chgData name="Graf Thomas, SCS-INI-NET-VNC-E2E" userId="487bc3e3-9ce7-4cdd-b7b4-8899ea88d289" providerId="ADAL" clId="{1BAAA70E-921F-47F1-8CE8-3DD05F71A227}" dt="2025-10-25T07:17:10.622" v="1668" actId="948"/>
          <ac:spMkLst>
            <pc:docMk/>
            <pc:sldMk cId="2617504443" sldId="2145706242"/>
            <ac:spMk id="3" creationId="{29C0DFD4-432D-4B0C-93DF-790441DCF5B9}"/>
          </ac:spMkLst>
        </pc:spChg>
        <pc:spChg chg="del mod">
          <ac:chgData name="Graf Thomas, SCS-INI-NET-VNC-E2E" userId="487bc3e3-9ce7-4cdd-b7b4-8899ea88d289" providerId="ADAL" clId="{1BAAA70E-921F-47F1-8CE8-3DD05F71A227}" dt="2025-10-25T07:10:33.919" v="1099" actId="478"/>
          <ac:spMkLst>
            <pc:docMk/>
            <pc:sldMk cId="2617504443" sldId="2145706242"/>
            <ac:spMk id="5" creationId="{A9CD1D68-6740-B60A-B5C6-3012DD46A668}"/>
          </ac:spMkLst>
        </pc:spChg>
        <pc:spChg chg="del">
          <ac:chgData name="Graf Thomas, SCS-INI-NET-VNC-E2E" userId="487bc3e3-9ce7-4cdd-b7b4-8899ea88d289" providerId="ADAL" clId="{1BAAA70E-921F-47F1-8CE8-3DD05F71A227}" dt="2025-10-25T06:56:14.863" v="39" actId="478"/>
          <ac:spMkLst>
            <pc:docMk/>
            <pc:sldMk cId="2617504443" sldId="2145706242"/>
            <ac:spMk id="7" creationId="{F1861884-AA79-8041-A708-D4652D546A08}"/>
          </ac:spMkLst>
        </pc:spChg>
        <pc:spChg chg="add">
          <ac:chgData name="Graf Thomas, SCS-INI-NET-VNC-E2E" userId="487bc3e3-9ce7-4cdd-b7b4-8899ea88d289" providerId="ADAL" clId="{1BAAA70E-921F-47F1-8CE8-3DD05F71A227}" dt="2025-10-25T07:07:48.024" v="872"/>
          <ac:spMkLst>
            <pc:docMk/>
            <pc:sldMk cId="2617504443" sldId="2145706242"/>
            <ac:spMk id="10" creationId="{875A66DF-028C-44F3-C460-C497120C6273}"/>
          </ac:spMkLst>
        </pc:spChg>
        <pc:picChg chg="del">
          <ac:chgData name="Graf Thomas, SCS-INI-NET-VNC-E2E" userId="487bc3e3-9ce7-4cdd-b7b4-8899ea88d289" providerId="ADAL" clId="{1BAAA70E-921F-47F1-8CE8-3DD05F71A227}" dt="2025-10-25T06:55:49.896" v="21" actId="478"/>
          <ac:picMkLst>
            <pc:docMk/>
            <pc:sldMk cId="2617504443" sldId="2145706242"/>
            <ac:picMk id="4" creationId="{3F6FE370-7B96-20ED-12F6-496CEBE7C7B7}"/>
          </ac:picMkLst>
        </pc:picChg>
        <pc:picChg chg="add del mod ord">
          <ac:chgData name="Graf Thomas, SCS-INI-NET-VNC-E2E" userId="487bc3e3-9ce7-4cdd-b7b4-8899ea88d289" providerId="ADAL" clId="{1BAAA70E-921F-47F1-8CE8-3DD05F71A227}" dt="2025-10-25T07:10:31.930" v="1098" actId="478"/>
          <ac:picMkLst>
            <pc:docMk/>
            <pc:sldMk cId="2617504443" sldId="2145706242"/>
            <ac:picMk id="9" creationId="{23919BF8-9445-867D-B069-6B33C31331C2}"/>
          </ac:picMkLst>
        </pc:picChg>
      </pc:sldChg>
      <pc:sldChg chg="modSp add mod">
        <pc:chgData name="Graf Thomas, SCS-INI-NET-VNC-E2E" userId="487bc3e3-9ce7-4cdd-b7b4-8899ea88d289" providerId="ADAL" clId="{1BAAA70E-921F-47F1-8CE8-3DD05F71A227}" dt="2025-10-25T07:16:56.924" v="1667" actId="948"/>
        <pc:sldMkLst>
          <pc:docMk/>
          <pc:sldMk cId="2750719351" sldId="2145706243"/>
        </pc:sldMkLst>
        <pc:spChg chg="mod">
          <ac:chgData name="Graf Thomas, SCS-INI-NET-VNC-E2E" userId="487bc3e3-9ce7-4cdd-b7b4-8899ea88d289" providerId="ADAL" clId="{1BAAA70E-921F-47F1-8CE8-3DD05F71A227}" dt="2025-10-25T07:15:36.716" v="1565" actId="20577"/>
          <ac:spMkLst>
            <pc:docMk/>
            <pc:sldMk cId="2750719351" sldId="2145706243"/>
            <ac:spMk id="2" creationId="{925D8FC1-6AD2-4FDB-0618-87CF7F39767C}"/>
          </ac:spMkLst>
        </pc:spChg>
        <pc:spChg chg="mod">
          <ac:chgData name="Graf Thomas, SCS-INI-NET-VNC-E2E" userId="487bc3e3-9ce7-4cdd-b7b4-8899ea88d289" providerId="ADAL" clId="{1BAAA70E-921F-47F1-8CE8-3DD05F71A227}" dt="2025-10-25T07:16:56.924" v="1667" actId="948"/>
          <ac:spMkLst>
            <pc:docMk/>
            <pc:sldMk cId="2750719351" sldId="2145706243"/>
            <ac:spMk id="3" creationId="{E1C8AC62-B5C5-ADE4-1957-88D3A14E96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26.10.2025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atatracker.ietf.org/doc/html/draft-ietf-opsawg-collected-data-manifes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ilarchive.ietf.org/arch/msg/nmop/Yi-WE5SgZ1hIxDfYtlgSQQfbC7U/" TargetMode="External"/><Relationship Id="rId7" Type="http://schemas.openxmlformats.org/officeDocument/2006/relationships/image" Target="../media/image1.png"/><Relationship Id="rId2" Type="http://schemas.openxmlformats.org/officeDocument/2006/relationships/hyperlink" Target="https://mailarchive.ietf.org/arch/msg/nmop/MfIthPyz61aJ9fX5WgJPuJud0us/" TargetMode="External"/><Relationship Id="rId1" Type="http://schemas.openxmlformats.org/officeDocument/2006/relationships/slideLayout" Target="../slideLayouts/slideLayout2.xml"/><Relationship Id="rId6" Type="http://schemas.openxmlformats.org/officeDocument/2006/relationships/hyperlink" Target="https://mailarchive.ietf.org/arch/msg/nmop/aefFROi7Pgm3m6xxfovqX_LIQ1c/" TargetMode="External"/><Relationship Id="rId5" Type="http://schemas.openxmlformats.org/officeDocument/2006/relationships/hyperlink" Target="https://datatracker.ietf.org/doc/html/draft-ietf-netmod-rfc8407bis-22#section-4.3.1" TargetMode="External"/><Relationship Id="rId4" Type="http://schemas.openxmlformats.org/officeDocument/2006/relationships/hyperlink" Target="https://datatracker.ietf.org/doc/html/draft-ietf-netmod-yang-semve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atatracker.ietf.org/doc/html/rfc8791" TargetMode="External"/><Relationship Id="rId2" Type="http://schemas.openxmlformats.org/officeDocument/2006/relationships/hyperlink" Target="https://mailarchive.ietf.org/arch/msg/nmop/cgOnUQDVc_8hb0YOkIMDyBXyCrU/"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netconf-notif-envelop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pmacct/pmacct" TargetMode="External"/><Relationship Id="rId2" Type="http://schemas.openxmlformats.org/officeDocument/2006/relationships/hyperlink" Target="github.com/NetGauze/NetGauze"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nmop-yang-message-broker-integ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Extensible YANG Model for Network Telemetry </a:t>
            </a:r>
            <a:r>
              <a:rPr lang="en-US" sz="3400" b="1" dirty="0">
                <a:solidFill>
                  <a:srgbClr val="FF0000"/>
                </a:solidFill>
              </a:rPr>
              <a:t>Messages</a:t>
            </a:r>
            <a:br>
              <a:rPr lang="en-US" sz="3600" b="1" dirty="0"/>
            </a:br>
            <a:r>
              <a:rPr lang="en-US" sz="2800" dirty="0"/>
              <a:t>draft-ietf-nmop-message-broker-telemetry-message-03</a:t>
            </a:r>
          </a:p>
          <a:p>
            <a:endParaRPr lang="en-US" sz="2800" dirty="0"/>
          </a:p>
          <a:p>
            <a:r>
              <a:rPr lang="en-US" sz="2800" dirty="0">
                <a:solidFill>
                  <a:schemeClr val="bg2">
                    <a:lumMod val="75000"/>
                  </a:schemeClr>
                </a:solidFill>
              </a:rPr>
              <a:t>Defines an extensible message schema in YANG</a:t>
            </a:r>
            <a:br>
              <a:rPr lang="en-US" sz="2800" dirty="0">
                <a:solidFill>
                  <a:schemeClr val="bg2">
                    <a:lumMod val="75000"/>
                  </a:schemeClr>
                </a:solidFill>
              </a:rPr>
            </a:br>
            <a:r>
              <a:rPr lang="en-US" sz="2800" dirty="0">
                <a:solidFill>
                  <a:schemeClr val="bg2">
                    <a:lumMod val="75000"/>
                  </a:schemeClr>
                </a:solidFill>
              </a:rPr>
              <a:t>	to be used at data collection to transform Network Telemetry messages 		into external systems such as Message Brokers</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1</a:t>
            </a:fld>
            <a:endParaRPr lang="de-CH"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26. </a:t>
            </a:r>
            <a:r>
              <a:rPr lang="de-CH" sz="1400" dirty="0" err="1">
                <a:latin typeface="+mj-lt"/>
              </a:rPr>
              <a:t>October</a:t>
            </a:r>
            <a:r>
              <a:rPr lang="de-CH" sz="1400" dirty="0">
                <a:latin typeface="+mj-lt"/>
              </a:rPr>
              <a:t>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Extensible YANG Model for Network Telemetry Messages</a:t>
            </a:r>
            <a:br>
              <a:rPr lang="en-GB" sz="3600" dirty="0"/>
            </a:br>
            <a:r>
              <a:rPr lang="de-CH" sz="2700" dirty="0">
                <a:solidFill>
                  <a:schemeClr val="bg2">
                    <a:lumMod val="75000"/>
                  </a:schemeClr>
                </a:solidFill>
              </a:rPr>
              <a:t>YANG Schema </a:t>
            </a:r>
            <a:r>
              <a:rPr lang="de-CH" sz="2700" dirty="0" err="1">
                <a:solidFill>
                  <a:schemeClr val="bg2">
                    <a:lumMod val="75000"/>
                  </a:schemeClr>
                </a:solidFill>
              </a:rPr>
              <a:t>Trees</a:t>
            </a:r>
            <a:endParaRPr lang="en-US" sz="2700" b="1" dirty="0">
              <a:solidFill>
                <a:srgbClr val="FF0000"/>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923954" y="1873299"/>
            <a:ext cx="2397368" cy="4730028"/>
          </a:xfrm>
        </p:spPr>
        <p:txBody>
          <a:bodyPr>
            <a:noAutofit/>
          </a:bodyPr>
          <a:lstStyle/>
          <a:p>
            <a:pPr marL="342900" indent="-342900">
              <a:buClr>
                <a:srgbClr val="FF0000"/>
              </a:buClr>
              <a:buFont typeface="+mj-lt"/>
              <a:buAutoNum type="arabicParenBoth"/>
            </a:pPr>
            <a:r>
              <a:rPr lang="en-US" sz="1700" dirty="0"/>
              <a:t>Optional network node and collector data manifest reused from </a:t>
            </a:r>
            <a:r>
              <a:rPr lang="en-US" sz="1700" dirty="0">
                <a:hlinkClick r:id="rId2"/>
              </a:rPr>
              <a:t>draft-</a:t>
            </a:r>
            <a:r>
              <a:rPr lang="en-US" sz="1700" dirty="0" err="1">
                <a:hlinkClick r:id="rId2"/>
              </a:rPr>
              <a:t>ietf</a:t>
            </a:r>
            <a:r>
              <a:rPr lang="en-US" sz="1700" dirty="0">
                <a:hlinkClick r:id="rId2"/>
              </a:rPr>
              <a:t>-opsawg-collected-data-manifest</a:t>
            </a:r>
            <a:r>
              <a:rPr lang="en-US" sz="1700" dirty="0"/>
              <a:t>.</a:t>
            </a:r>
          </a:p>
          <a:p>
            <a:pPr marL="342900" indent="-342900">
              <a:buClr>
                <a:srgbClr val="FF0000"/>
              </a:buClr>
              <a:buFont typeface="+mj-lt"/>
              <a:buAutoNum type="arabicParenBoth"/>
            </a:pPr>
            <a:r>
              <a:rPr lang="en-US" sz="1700" dirty="0"/>
              <a:t>Telemetry Protocol Metadata.</a:t>
            </a:r>
          </a:p>
          <a:p>
            <a:pPr marL="342900" indent="-342900">
              <a:buClr>
                <a:srgbClr val="FF0000"/>
              </a:buClr>
              <a:buFont typeface="+mj-lt"/>
              <a:buAutoNum type="arabicParenBoth"/>
            </a:pPr>
            <a:r>
              <a:rPr lang="en-US" sz="1700" dirty="0"/>
              <a:t>Optional network operator metadata.</a:t>
            </a:r>
          </a:p>
          <a:p>
            <a:pPr marL="342900" indent="-342900">
              <a:buClr>
                <a:srgbClr val="FF0000"/>
              </a:buClr>
              <a:buFont typeface="+mj-lt"/>
              <a:buAutoNum type="arabicParenBoth"/>
            </a:pPr>
            <a:r>
              <a:rPr lang="en-US" sz="1700" dirty="0"/>
              <a:t>YANG-Push push notification received from the network node.</a:t>
            </a:r>
          </a:p>
          <a:p>
            <a:pPr marL="342900" indent="-342900">
              <a:buClr>
                <a:srgbClr val="FF0000"/>
              </a:buClr>
              <a:buFont typeface="+mj-lt"/>
              <a:buAutoNum type="arabicParenBoth"/>
            </a:pPr>
            <a:r>
              <a:rPr lang="en-US" sz="1700" dirty="0"/>
              <a:t>YANG-Push subscription received from network node.</a:t>
            </a:r>
          </a:p>
        </p:txBody>
      </p:sp>
      <p:sp>
        <p:nvSpPr>
          <p:cNvPr id="8" name="Slide Number Placeholder 1">
            <a:extLst>
              <a:ext uri="{FF2B5EF4-FFF2-40B4-BE49-F238E27FC236}">
                <a16:creationId xmlns:a16="http://schemas.microsoft.com/office/drawing/2014/main" id="{F03D7BF8-F90A-4F8C-8FCE-B1DB1DEC687A}"/>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
        <p:nvSpPr>
          <p:cNvPr id="10" name="TextBox 9">
            <a:extLst>
              <a:ext uri="{FF2B5EF4-FFF2-40B4-BE49-F238E27FC236}">
                <a16:creationId xmlns:a16="http://schemas.microsoft.com/office/drawing/2014/main" id="{A73566BC-78F4-D0EF-6976-E60E3F76036D}"/>
              </a:ext>
            </a:extLst>
          </p:cNvPr>
          <p:cNvSpPr txBox="1"/>
          <p:nvPr/>
        </p:nvSpPr>
        <p:spPr>
          <a:xfrm>
            <a:off x="7558395" y="1140617"/>
            <a:ext cx="4633606" cy="5586145"/>
          </a:xfrm>
          <a:prstGeom prst="rect">
            <a:avLst/>
          </a:prstGeom>
          <a:noFill/>
        </p:spPr>
        <p:txBody>
          <a:bodyPr wrap="square">
            <a:spAutoFit/>
          </a:bodyPr>
          <a:lstStyle/>
          <a:p>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ietf</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p>
          <a:p>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structure</a:t>
            </a:r>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message</a:t>
            </a:r>
            <a:r>
              <a:rPr lang="de-CH" sz="850" b="1" dirty="0">
                <a:solidFill>
                  <a:srgbClr val="FF0000"/>
                </a:solidFill>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network-</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-manifest {network-</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-manifest}?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vendor-pen</a:t>
            </a:r>
            <a:r>
              <a:rPr lang="de-CH" sz="850" dirty="0">
                <a:latin typeface="Courier New" panose="02070309020205020404" pitchFamily="49" charset="0"/>
                <a:cs typeface="Courier New" panose="02070309020205020404" pitchFamily="49" charset="0"/>
              </a:rPr>
              <a:t>?         uint32</a:t>
            </a:r>
          </a:p>
          <a:p>
            <a:r>
              <a:rPr lang="de-CH" sz="850" dirty="0">
                <a:latin typeface="Courier New" panose="02070309020205020404" pitchFamily="49" charset="0"/>
                <a:cs typeface="Courier New" panose="02070309020205020404" pitchFamily="49" charset="0"/>
              </a:rPr>
              <a:t>    |  +-- software-version?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software-</a:t>
            </a:r>
            <a:r>
              <a:rPr lang="de-CH" sz="850" dirty="0" err="1">
                <a:latin typeface="Courier New" panose="02070309020205020404" pitchFamily="49" charset="0"/>
                <a:cs typeface="Courier New" panose="02070309020205020404" pitchFamily="49" charset="0"/>
              </a:rPr>
              <a:t>flavor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-type?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r>
              <a:rPr lang="de-CH" sz="850" dirty="0" err="1">
                <a:latin typeface="Courier New" panose="02070309020205020404" pitchFamily="49" charset="0"/>
                <a:cs typeface="Courier New" panose="02070309020205020404" pitchFamily="49" charset="0"/>
              </a:rPr>
              <a:t>metadata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-export-</a:t>
            </a:r>
            <a:r>
              <a:rPr lang="de-CH" sz="850" dirty="0" err="1">
                <a:latin typeface="Courier New" panose="02070309020205020404" pitchFamily="49" charset="0"/>
                <a:cs typeface="Courier New" panose="02070309020205020404" pitchFamily="49" charset="0"/>
              </a:rPr>
              <a:t>timestamp</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collection-timestamp</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  +-- </a:t>
            </a:r>
            <a:r>
              <a:rPr lang="de-CH" sz="850" b="1" dirty="0" err="1">
                <a:solidFill>
                  <a:srgbClr val="FF0000"/>
                </a:solidFill>
                <a:latin typeface="Courier New" panose="02070309020205020404" pitchFamily="49" charset="0"/>
                <a:cs typeface="Courier New" panose="02070309020205020404" pitchFamily="49" charset="0"/>
              </a:rPr>
              <a:t>notification</a:t>
            </a:r>
            <a:r>
              <a:rPr lang="de-CH" sz="850" b="1" dirty="0">
                <a:solidFill>
                  <a:srgbClr val="FF0000"/>
                </a:solidFill>
                <a:latin typeface="Courier New" panose="02070309020205020404" pitchFamily="49" charset="0"/>
                <a:cs typeface="Courier New" panose="02070309020205020404" pitchFamily="49" charset="0"/>
              </a:rPr>
              <a:t>-event</a:t>
            </a:r>
          </a:p>
          <a:p>
            <a:r>
              <a:rPr lang="de-CH" sz="850" b="1" dirty="0">
                <a:solidFill>
                  <a:srgbClr val="FF0000"/>
                </a:solidFill>
                <a:latin typeface="Courier New" panose="02070309020205020404" pitchFamily="49" charset="0"/>
                <a:cs typeface="Courier New" panose="02070309020205020404" pitchFamily="49" charset="0"/>
              </a:rPr>
              <a:t>    |  |     </a:t>
            </a:r>
            <a:r>
              <a:rPr lang="de-CH" sz="850" b="1" dirty="0" err="1">
                <a:solidFill>
                  <a:srgbClr val="FF0000"/>
                </a:solidFill>
                <a:latin typeface="Courier New" panose="02070309020205020404" pitchFamily="49" charset="0"/>
                <a:cs typeface="Courier New" panose="02070309020205020404" pitchFamily="49" charset="0"/>
              </a:rPr>
              <a:t>telemetry</a:t>
            </a:r>
            <a:r>
              <a:rPr lang="de-CH" sz="850" b="1" dirty="0">
                <a:solidFill>
                  <a:srgbClr val="FF0000"/>
                </a:solidFill>
                <a:latin typeface="Courier New" panose="02070309020205020404" pitchFamily="49" charset="0"/>
                <a:cs typeface="Courier New" panose="02070309020205020404" pitchFamily="49" charset="0"/>
              </a:rPr>
              <a:t>-</a:t>
            </a:r>
            <a:r>
              <a:rPr lang="de-CH" sz="850" b="1" dirty="0" err="1">
                <a:solidFill>
                  <a:srgbClr val="FF0000"/>
                </a:solidFill>
                <a:latin typeface="Courier New" panose="02070309020205020404" pitchFamily="49" charset="0"/>
                <a:cs typeface="Courier New" panose="02070309020205020404" pitchFamily="49" charset="0"/>
              </a:rPr>
              <a:t>notification</a:t>
            </a:r>
            <a:r>
              <a:rPr lang="de-CH" sz="850" b="1" dirty="0">
                <a:solidFill>
                  <a:srgbClr val="FF0000"/>
                </a:solidFill>
                <a:latin typeface="Courier New" panose="02070309020205020404" pitchFamily="49" charset="0"/>
                <a:cs typeface="Courier New" panose="02070309020205020404" pitchFamily="49" charset="0"/>
              </a:rPr>
              <a:t>-event-type</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session-protocol</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-session-</a:t>
            </a:r>
            <a:r>
              <a:rPr lang="de-CH" sz="850" dirty="0" err="1">
                <a:latin typeface="Courier New" panose="02070309020205020404" pitchFamily="49" charset="0"/>
                <a:cs typeface="Courier New" panose="02070309020205020404" pitchFamily="49" charset="0"/>
              </a:rPr>
              <a:t>protocol</a:t>
            </a:r>
            <a:r>
              <a:rPr lang="de-CH" sz="850" dirty="0">
                <a:latin typeface="Courier New" panose="02070309020205020404" pitchFamily="49" charset="0"/>
                <a:cs typeface="Courier New" panose="02070309020205020404" pitchFamily="49" charset="0"/>
              </a:rPr>
              <a:t>-type</a:t>
            </a:r>
          </a:p>
          <a:p>
            <a:r>
              <a:rPr lang="de-CH" sz="850" dirty="0">
                <a:latin typeface="Courier New" panose="02070309020205020404" pitchFamily="49" charset="0"/>
                <a:cs typeface="Courier New" panose="02070309020205020404" pitchFamily="49" charset="0"/>
              </a:rPr>
              <a:t>    |  +-- export-</a:t>
            </a:r>
            <a:r>
              <a:rPr lang="de-CH" sz="850" dirty="0" err="1">
                <a:latin typeface="Courier New" panose="02070309020205020404" pitchFamily="49" charset="0"/>
                <a:cs typeface="Courier New" panose="02070309020205020404" pitchFamily="49" charset="0"/>
              </a:rPr>
              <a:t>address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inet:host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export-</a:t>
            </a:r>
            <a:r>
              <a:rPr lang="de-CH" sz="850" dirty="0" err="1">
                <a:latin typeface="Courier New" panose="02070309020205020404" pitchFamily="49" charset="0"/>
                <a:cs typeface="Courier New" panose="02070309020205020404" pitchFamily="49" charset="0"/>
              </a:rPr>
              <a:t>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inet:port-number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collection-address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inet:host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inet:port-number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data</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collection</a:t>
            </a:r>
            <a:r>
              <a:rPr lang="de-CH" sz="850" dirty="0">
                <a:latin typeface="Courier New" panose="02070309020205020404" pitchFamily="49" charset="0"/>
                <a:cs typeface="Courier New" panose="02070309020205020404" pitchFamily="49" charset="0"/>
              </a:rPr>
              <a:t>-manifest {</a:t>
            </a:r>
            <a:r>
              <a:rPr lang="de-CH" sz="850" dirty="0" err="1">
                <a:latin typeface="Courier New" panose="02070309020205020404" pitchFamily="49" charset="0"/>
                <a:cs typeface="Courier New" panose="02070309020205020404" pitchFamily="49" charset="0"/>
              </a:rPr>
              <a:t>data</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collection</a:t>
            </a:r>
            <a:r>
              <a:rPr lang="de-CH" sz="850" dirty="0">
                <a:latin typeface="Courier New" panose="02070309020205020404" pitchFamily="49" charset="0"/>
                <a:cs typeface="Courier New" panose="02070309020205020404" pitchFamily="49" charset="0"/>
              </a:rPr>
              <a:t>-manifest}?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vendor-pen</a:t>
            </a:r>
            <a:r>
              <a:rPr lang="de-CH" sz="850" dirty="0">
                <a:latin typeface="Courier New" panose="02070309020205020404" pitchFamily="49" charset="0"/>
                <a:cs typeface="Courier New" panose="02070309020205020404" pitchFamily="49" charset="0"/>
              </a:rPr>
              <a:t>?         uint32</a:t>
            </a:r>
          </a:p>
          <a:p>
            <a:r>
              <a:rPr lang="de-CH" sz="850" dirty="0">
                <a:latin typeface="Courier New" panose="02070309020205020404" pitchFamily="49" charset="0"/>
                <a:cs typeface="Courier New" panose="02070309020205020404" pitchFamily="49" charset="0"/>
              </a:rPr>
              <a:t>    |  +-- software-version?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software-</a:t>
            </a:r>
            <a:r>
              <a:rPr lang="de-CH" sz="850" dirty="0" err="1">
                <a:latin typeface="Courier New" panose="02070309020205020404" pitchFamily="49" charset="0"/>
                <a:cs typeface="Courier New" panose="02070309020205020404" pitchFamily="49" charset="0"/>
              </a:rPr>
              <a:t>flavor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-type?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network-operator-</a:t>
            </a:r>
            <a:r>
              <a:rPr lang="de-CH" sz="850" dirty="0" err="1">
                <a:latin typeface="Courier New" panose="02070309020205020404" pitchFamily="49" charset="0"/>
                <a:cs typeface="Courier New" panose="02070309020205020404" pitchFamily="49" charset="0"/>
              </a:rPr>
              <a:t>metadata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labels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value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string-choice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string-choice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string-value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string-value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anydata-choice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anydata-choice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anydata-values</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anydata-values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payload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78A63645-5CD4-D847-644F-2DFC2A5D5D3D}"/>
              </a:ext>
            </a:extLst>
          </p:cNvPr>
          <p:cNvSpPr txBox="1"/>
          <p:nvPr/>
        </p:nvSpPr>
        <p:spPr>
          <a:xfrm>
            <a:off x="3416225" y="2214781"/>
            <a:ext cx="4339525" cy="4278094"/>
          </a:xfrm>
          <a:prstGeom prst="rect">
            <a:avLst/>
          </a:prstGeom>
          <a:noFill/>
        </p:spPr>
        <p:txBody>
          <a:bodyPr wrap="square">
            <a:spAutoFit/>
          </a:bodyPr>
          <a:lstStyle/>
          <a:p>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ietf</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-push-</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p>
          <a:p>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augment-structure</a:t>
            </a:r>
            <a:r>
              <a:rPr lang="de-CH" sz="850" b="1" dirty="0">
                <a:solidFill>
                  <a:srgbClr val="FF0000"/>
                </a:solidFill>
                <a:latin typeface="Courier New" panose="02070309020205020404" pitchFamily="49" charset="0"/>
                <a:cs typeface="Courier New" panose="02070309020205020404" pitchFamily="49" charset="0"/>
              </a:rPr>
              <a:t> </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tm:message</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tm:telemetry-message-metadata</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-push-</a:t>
            </a:r>
            <a:r>
              <a:rPr lang="de-CH" sz="850" dirty="0" err="1">
                <a:latin typeface="Courier New" panose="02070309020205020404" pitchFamily="49" charset="0"/>
                <a:cs typeface="Courier New" panose="02070309020205020404" pitchFamily="49" charset="0"/>
              </a:rPr>
              <a:t>subscription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id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sn:subscription-id</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(filter-</a:t>
            </a:r>
            <a:r>
              <a:rPr lang="de-CH" sz="850" dirty="0" err="1">
                <a:latin typeface="Courier New" panose="02070309020205020404" pitchFamily="49" charset="0"/>
                <a:cs typeface="Courier New" panose="02070309020205020404" pitchFamily="49" charset="0"/>
              </a:rPr>
              <a:t>spec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subtree</a:t>
            </a:r>
            <a:r>
              <a:rPr lang="de-CH" sz="850" dirty="0">
                <a:latin typeface="Courier New" panose="02070309020205020404" pitchFamily="49" charset="0"/>
                <a:cs typeface="Courier New" panose="02070309020205020404" pitchFamily="49" charset="0"/>
              </a:rPr>
              <a:t>-filter)?</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subtree</a:t>
            </a:r>
            <a:r>
              <a:rPr lang="de-CH" sz="850" dirty="0">
                <a:latin typeface="Courier New" panose="02070309020205020404" pitchFamily="49" charset="0"/>
                <a:cs typeface="Courier New" panose="02070309020205020404" pitchFamily="49" charset="0"/>
              </a:rPr>
              <a:t>-filter?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xpath</a:t>
            </a:r>
            <a:r>
              <a:rPr lang="de-CH" sz="850" dirty="0">
                <a:latin typeface="Courier New" panose="02070309020205020404" pitchFamily="49" charset="0"/>
                <a:cs typeface="Courier New" panose="02070309020205020404" pitchFamily="49" charset="0"/>
              </a:rPr>
              <a:t>-filter)?</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xpath</a:t>
            </a:r>
            <a:r>
              <a:rPr lang="de-CH" sz="850" dirty="0">
                <a:latin typeface="Courier New" panose="02070309020205020404" pitchFamily="49" charset="0"/>
                <a:cs typeface="Courier New" panose="02070309020205020404" pitchFamily="49" charset="0"/>
              </a:rPr>
              <a:t>-filter?     yang:xpath1.0</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target</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+--:(stream)</a:t>
            </a:r>
          </a:p>
          <a:p>
            <a:r>
              <a:rPr lang="de-CH" sz="850" dirty="0">
                <a:latin typeface="Courier New" panose="02070309020205020404" pitchFamily="49" charset="0"/>
                <a:cs typeface="Courier New" panose="02070309020205020404" pitchFamily="49" charset="0"/>
              </a:rPr>
              <a:t>       |  |  +-- stream?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datastore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datastore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identityref</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transport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sn:transport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encoding</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sn:encoding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purpose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(update-trigger)?</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periodic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periodic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period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yp:centiseconds</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anchor</a:t>
            </a:r>
            <a:r>
              <a:rPr lang="de-CH" sz="850" dirty="0">
                <a:latin typeface="Courier New" panose="02070309020205020404" pitchFamily="49" charset="0"/>
                <a:cs typeface="Courier New" panose="02070309020205020404" pitchFamily="49" charset="0"/>
              </a:rPr>
              <a:t>-time?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+--:(on-change)</a:t>
            </a:r>
          </a:p>
          <a:p>
            <a:r>
              <a:rPr lang="de-CH" sz="850" dirty="0">
                <a:latin typeface="Courier New" panose="02070309020205020404" pitchFamily="49" charset="0"/>
                <a:cs typeface="Courier New" panose="02070309020205020404" pitchFamily="49" charset="0"/>
              </a:rPr>
              <a:t>       |     +-- on-change!</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dampening-period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yp:centiseconds</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sync</a:t>
            </a:r>
            <a:r>
              <a:rPr lang="de-CH" sz="850" dirty="0">
                <a:latin typeface="Courier New" panose="02070309020205020404" pitchFamily="49" charset="0"/>
                <a:cs typeface="Courier New" panose="02070309020205020404" pitchFamily="49" charset="0"/>
              </a:rPr>
              <a:t>-on-start?      </a:t>
            </a:r>
            <a:r>
              <a:rPr lang="de-CH" sz="850" dirty="0" err="1">
                <a:latin typeface="Courier New" panose="02070309020205020404" pitchFamily="49" charset="0"/>
                <a:cs typeface="Courier New" panose="02070309020205020404" pitchFamily="49" charset="0"/>
              </a:rPr>
              <a:t>boolean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yang:yang-identifier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revision</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rev:revision-date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version</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ysver:version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library</a:t>
            </a:r>
            <a:r>
              <a:rPr lang="de-CH" sz="850" dirty="0">
                <a:latin typeface="Courier New" panose="02070309020205020404" pitchFamily="49" charset="0"/>
                <a:cs typeface="Courier New" panose="02070309020205020404" pitchFamily="49" charset="0"/>
              </a:rPr>
              <a:t>-content-</a:t>
            </a:r>
            <a:r>
              <a:rPr lang="de-CH" sz="850" dirty="0" err="1">
                <a:latin typeface="Courier New" panose="02070309020205020404" pitchFamily="49" charset="0"/>
                <a:cs typeface="Courier New" panose="02070309020205020404" pitchFamily="49" charset="0"/>
              </a:rPr>
              <a:t>id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p:txBody>
      </p:sp>
      <p:sp>
        <p:nvSpPr>
          <p:cNvPr id="13" name="Oval 12">
            <a:extLst>
              <a:ext uri="{FF2B5EF4-FFF2-40B4-BE49-F238E27FC236}">
                <a16:creationId xmlns:a16="http://schemas.microsoft.com/office/drawing/2014/main" id="{9EE5BAB2-AD56-F814-A128-39290E96651A}"/>
              </a:ext>
            </a:extLst>
          </p:cNvPr>
          <p:cNvSpPr/>
          <p:nvPr/>
        </p:nvSpPr>
        <p:spPr>
          <a:xfrm>
            <a:off x="3321322" y="2955011"/>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5</a:t>
            </a:r>
          </a:p>
        </p:txBody>
      </p:sp>
      <p:sp>
        <p:nvSpPr>
          <p:cNvPr id="14" name="Oval 13">
            <a:extLst>
              <a:ext uri="{FF2B5EF4-FFF2-40B4-BE49-F238E27FC236}">
                <a16:creationId xmlns:a16="http://schemas.microsoft.com/office/drawing/2014/main" id="{C65A4B26-CA66-E481-8A30-F04EF75B2F3E}"/>
              </a:ext>
            </a:extLst>
          </p:cNvPr>
          <p:cNvSpPr/>
          <p:nvPr/>
        </p:nvSpPr>
        <p:spPr>
          <a:xfrm>
            <a:off x="7407373" y="1873299"/>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1</a:t>
            </a:r>
          </a:p>
        </p:txBody>
      </p:sp>
      <p:sp>
        <p:nvSpPr>
          <p:cNvPr id="15" name="Oval 14">
            <a:extLst>
              <a:ext uri="{FF2B5EF4-FFF2-40B4-BE49-F238E27FC236}">
                <a16:creationId xmlns:a16="http://schemas.microsoft.com/office/drawing/2014/main" id="{6DB2FF59-6A37-7B3C-D87A-9523DC30E665}"/>
              </a:ext>
            </a:extLst>
          </p:cNvPr>
          <p:cNvSpPr/>
          <p:nvPr/>
        </p:nvSpPr>
        <p:spPr>
          <a:xfrm>
            <a:off x="7401282" y="4075373"/>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1</a:t>
            </a:r>
          </a:p>
        </p:txBody>
      </p:sp>
      <p:sp>
        <p:nvSpPr>
          <p:cNvPr id="16" name="Oval 15">
            <a:extLst>
              <a:ext uri="{FF2B5EF4-FFF2-40B4-BE49-F238E27FC236}">
                <a16:creationId xmlns:a16="http://schemas.microsoft.com/office/drawing/2014/main" id="{90A1D24B-C0A3-99AF-79F0-39C371307E52}"/>
              </a:ext>
            </a:extLst>
          </p:cNvPr>
          <p:cNvSpPr/>
          <p:nvPr/>
        </p:nvSpPr>
        <p:spPr>
          <a:xfrm>
            <a:off x="7401281" y="2852266"/>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2</a:t>
            </a:r>
          </a:p>
        </p:txBody>
      </p:sp>
      <p:sp>
        <p:nvSpPr>
          <p:cNvPr id="17" name="Oval 16">
            <a:extLst>
              <a:ext uri="{FF2B5EF4-FFF2-40B4-BE49-F238E27FC236}">
                <a16:creationId xmlns:a16="http://schemas.microsoft.com/office/drawing/2014/main" id="{93573FC5-D9A3-9EAB-DEE8-F9DAD7D202FC}"/>
              </a:ext>
            </a:extLst>
          </p:cNvPr>
          <p:cNvSpPr/>
          <p:nvPr/>
        </p:nvSpPr>
        <p:spPr>
          <a:xfrm>
            <a:off x="7410884" y="5197592"/>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3</a:t>
            </a:r>
          </a:p>
        </p:txBody>
      </p:sp>
      <p:sp>
        <p:nvSpPr>
          <p:cNvPr id="18" name="Oval 17">
            <a:extLst>
              <a:ext uri="{FF2B5EF4-FFF2-40B4-BE49-F238E27FC236}">
                <a16:creationId xmlns:a16="http://schemas.microsoft.com/office/drawing/2014/main" id="{EEFA89AB-995F-33E6-B5C2-0D30897EAEA6}"/>
              </a:ext>
            </a:extLst>
          </p:cNvPr>
          <p:cNvSpPr/>
          <p:nvPr/>
        </p:nvSpPr>
        <p:spPr>
          <a:xfrm>
            <a:off x="7401280" y="6380035"/>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4</a:t>
            </a:r>
          </a:p>
        </p:txBody>
      </p:sp>
    </p:spTree>
    <p:extLst>
      <p:ext uri="{BB962C8B-B14F-4D97-AF65-F5344CB8AC3E}">
        <p14:creationId xmlns:p14="http://schemas.microsoft.com/office/powerpoint/2010/main" val="261750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E83B-F691-36BC-C02A-8A6E6173A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307E7-7294-F676-0695-F5E8BCFB1114}"/>
              </a:ext>
            </a:extLst>
          </p:cNvPr>
          <p:cNvSpPr>
            <a:spLocks noGrp="1"/>
          </p:cNvSpPr>
          <p:nvPr>
            <p:ph type="title"/>
          </p:nvPr>
        </p:nvSpPr>
        <p:spPr/>
        <p:txBody>
          <a:bodyPr>
            <a:normAutofit/>
          </a:bodyPr>
          <a:lstStyle/>
          <a:p>
            <a:r>
              <a:rPr lang="en-US" sz="2800" b="1" dirty="0"/>
              <a:t>Extensible YANG Model for Network Telemetry Messages</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en-US" sz="2700" b="1" dirty="0">
                <a:solidFill>
                  <a:srgbClr val="FF0000"/>
                </a:solidFill>
              </a:rPr>
              <a:t>-02</a:t>
            </a:r>
          </a:p>
        </p:txBody>
      </p:sp>
      <p:sp>
        <p:nvSpPr>
          <p:cNvPr id="3" name="Content Placeholder 2">
            <a:extLst>
              <a:ext uri="{FF2B5EF4-FFF2-40B4-BE49-F238E27FC236}">
                <a16:creationId xmlns:a16="http://schemas.microsoft.com/office/drawing/2014/main" id="{DFFD1483-3E46-4ECB-FCD8-371365FD4D07}"/>
              </a:ext>
            </a:extLst>
          </p:cNvPr>
          <p:cNvSpPr>
            <a:spLocks noGrp="1"/>
          </p:cNvSpPr>
          <p:nvPr>
            <p:ph idx="1"/>
          </p:nvPr>
        </p:nvSpPr>
        <p:spPr>
          <a:xfrm>
            <a:off x="838200" y="1772816"/>
            <a:ext cx="6506183" cy="4404148"/>
          </a:xfrm>
        </p:spPr>
        <p:txBody>
          <a:bodyPr>
            <a:noAutofit/>
          </a:bodyPr>
          <a:lstStyle/>
          <a:p>
            <a:r>
              <a:rPr lang="en-US" sz="1800" dirty="0">
                <a:latin typeface="Calibri Body"/>
              </a:rPr>
              <a:t>Addressed comments from Reshad (</a:t>
            </a:r>
            <a:r>
              <a:rPr lang="en-US" sz="1800" dirty="0">
                <a:latin typeface="Calibri Body"/>
                <a:hlinkClick r:id="rId2"/>
              </a:rPr>
              <a:t>https://mailarchive.ietf.org/arch/msg/nmop/MfIthPyz61aJ9fX5WgJPuJud0us/</a:t>
            </a:r>
            <a:r>
              <a:rPr lang="en-US" sz="1800" dirty="0">
                <a:latin typeface="Calibri Body"/>
              </a:rPr>
              <a:t>) and Rob (</a:t>
            </a:r>
            <a:r>
              <a:rPr lang="en-US" sz="1800" dirty="0">
                <a:latin typeface="Calibri Body"/>
                <a:hlinkClick r:id="rId3"/>
              </a:rPr>
              <a:t>https://mailarchive.ietf.org/arch/msg/nmop/Yi-WE5SgZ1hIxDfYtlgSQQfbC7U/</a:t>
            </a:r>
            <a:r>
              <a:rPr lang="en-US" sz="1800" dirty="0">
                <a:latin typeface="Calibri Body"/>
              </a:rPr>
              <a:t>). Many thanks </a:t>
            </a:r>
            <a:r>
              <a:rPr lang="en-US" sz="1800">
                <a:latin typeface="Calibri Body"/>
              </a:rPr>
              <a:t>for the review!</a:t>
            </a:r>
            <a:endParaRPr lang="en-US" sz="1800" dirty="0">
              <a:latin typeface="Calibri Body"/>
            </a:endParaRPr>
          </a:p>
          <a:p>
            <a:r>
              <a:rPr lang="en-US" sz="1800" dirty="0">
                <a:latin typeface="Calibri Body"/>
              </a:rPr>
              <a:t>Reflected changes in </a:t>
            </a:r>
            <a:r>
              <a:rPr lang="en-US" sz="1800" dirty="0" err="1">
                <a:latin typeface="Calibri Body"/>
              </a:rPr>
              <a:t>ietf</a:t>
            </a:r>
            <a:r>
              <a:rPr lang="en-US" sz="1800" dirty="0">
                <a:latin typeface="Calibri Body"/>
              </a:rPr>
              <a:t>-yang-push-telemetry-message yang module node name changes from "</a:t>
            </a:r>
            <a:r>
              <a:rPr lang="en-US" sz="1800" dirty="0">
                <a:latin typeface="Calibri Body"/>
                <a:hlinkClick r:id="rId4"/>
              </a:rPr>
              <a:t>draft-</a:t>
            </a:r>
            <a:r>
              <a:rPr lang="en-US" sz="1800" dirty="0" err="1">
                <a:latin typeface="Calibri Body"/>
                <a:hlinkClick r:id="rId4"/>
              </a:rPr>
              <a:t>ietf</a:t>
            </a:r>
            <a:r>
              <a:rPr lang="en-US" sz="1800" dirty="0">
                <a:latin typeface="Calibri Body"/>
                <a:hlinkClick r:id="rId4"/>
              </a:rPr>
              <a:t>-</a:t>
            </a:r>
            <a:r>
              <a:rPr lang="en-US" sz="1800" dirty="0" err="1">
                <a:latin typeface="Calibri Body"/>
                <a:hlinkClick r:id="rId4"/>
              </a:rPr>
              <a:t>netmod</a:t>
            </a:r>
            <a:r>
              <a:rPr lang="en-US" sz="1800" dirty="0">
                <a:latin typeface="Calibri Body"/>
                <a:hlinkClick r:id="rId4"/>
              </a:rPr>
              <a:t>-yang-</a:t>
            </a:r>
            <a:r>
              <a:rPr lang="en-US" sz="1800" dirty="0" err="1">
                <a:latin typeface="Calibri Body"/>
                <a:hlinkClick r:id="rId4"/>
              </a:rPr>
              <a:t>semver</a:t>
            </a:r>
            <a:r>
              <a:rPr lang="en-US" sz="1800" dirty="0">
                <a:latin typeface="Calibri Body"/>
              </a:rPr>
              <a:t>" from "revision-label" to" version" and "module-name" to "name" to align with </a:t>
            </a:r>
            <a:r>
              <a:rPr lang="en-US" sz="1800" dirty="0">
                <a:latin typeface="Calibri Body"/>
                <a:hlinkClick r:id="rId5"/>
              </a:rPr>
              <a:t>https://datatracker.ietf.org/doc/html/draft-ietf-netmod-rfc8407bis-22#section-4.3.1</a:t>
            </a:r>
            <a:r>
              <a:rPr lang="en-US" sz="1800" dirty="0">
                <a:latin typeface="Calibri Body"/>
              </a:rPr>
              <a:t>.</a:t>
            </a:r>
          </a:p>
          <a:p>
            <a:pPr lvl="1">
              <a:spcBef>
                <a:spcPts val="1000"/>
              </a:spcBef>
            </a:pPr>
            <a:r>
              <a:rPr lang="en-US" sz="1800" dirty="0">
                <a:latin typeface="Calibri Body"/>
              </a:rPr>
              <a:t>Please note that the described changes also had implications on draft-ietf-netconf-yang-notifications-versioning-09 </a:t>
            </a:r>
            <a:r>
              <a:rPr lang="en-US" sz="1800" dirty="0">
                <a:latin typeface="Calibri Body"/>
                <a:hlinkClick r:id="rId6"/>
              </a:rPr>
              <a:t>https://mailarchive.ietf.org/arch/msg/nmop/aefFROi7Pgm3m6xxfovqX_LIQ1c/</a:t>
            </a:r>
            <a:r>
              <a:rPr lang="en-US" sz="1800" dirty="0">
                <a:latin typeface="Calibri Body"/>
              </a:rPr>
              <a:t>.</a:t>
            </a:r>
          </a:p>
        </p:txBody>
      </p:sp>
      <p:sp>
        <p:nvSpPr>
          <p:cNvPr id="8" name="Slide Number Placeholder 1">
            <a:extLst>
              <a:ext uri="{FF2B5EF4-FFF2-40B4-BE49-F238E27FC236}">
                <a16:creationId xmlns:a16="http://schemas.microsoft.com/office/drawing/2014/main" id="{F9740576-5CE1-1F72-1FA7-2F6F521B45BF}"/>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pic>
        <p:nvPicPr>
          <p:cNvPr id="6" name="Picture 5">
            <a:extLst>
              <a:ext uri="{FF2B5EF4-FFF2-40B4-BE49-F238E27FC236}">
                <a16:creationId xmlns:a16="http://schemas.microsoft.com/office/drawing/2014/main" id="{276D64D8-6EC6-121D-9AE4-BA5E220FA39C}"/>
              </a:ext>
            </a:extLst>
          </p:cNvPr>
          <p:cNvPicPr>
            <a:picLocks noChangeAspect="1"/>
          </p:cNvPicPr>
          <p:nvPr/>
        </p:nvPicPr>
        <p:blipFill>
          <a:blip r:embed="rId7"/>
          <a:stretch>
            <a:fillRect/>
          </a:stretch>
        </p:blipFill>
        <p:spPr>
          <a:xfrm>
            <a:off x="7498702" y="1287237"/>
            <a:ext cx="4089190" cy="5375306"/>
          </a:xfrm>
          <a:prstGeom prst="rect">
            <a:avLst/>
          </a:prstGeom>
        </p:spPr>
      </p:pic>
      <p:sp>
        <p:nvSpPr>
          <p:cNvPr id="7" name="Oval 6">
            <a:extLst>
              <a:ext uri="{FF2B5EF4-FFF2-40B4-BE49-F238E27FC236}">
                <a16:creationId xmlns:a16="http://schemas.microsoft.com/office/drawing/2014/main" id="{C1711D17-A3A3-369C-3704-52AF263AC327}"/>
              </a:ext>
            </a:extLst>
          </p:cNvPr>
          <p:cNvSpPr/>
          <p:nvPr/>
        </p:nvSpPr>
        <p:spPr>
          <a:xfrm>
            <a:off x="9999902" y="3742952"/>
            <a:ext cx="1498192" cy="838775"/>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695572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Extensible YANG Model for Network Telemetry Messages</a:t>
            </a:r>
            <a:br>
              <a:rPr lang="en-US"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en-US" sz="2700" b="1" dirty="0">
                <a:solidFill>
                  <a:srgbClr val="FF0000"/>
                </a:solidFill>
              </a:rPr>
              <a:t>-03</a:t>
            </a: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199" y="1772816"/>
            <a:ext cx="10749693" cy="4404148"/>
          </a:xfrm>
        </p:spPr>
        <p:txBody>
          <a:bodyPr>
            <a:noAutofit/>
          </a:bodyPr>
          <a:lstStyle/>
          <a:p>
            <a:r>
              <a:rPr lang="en-US" sz="1800" dirty="0">
                <a:latin typeface="Calibri Body"/>
              </a:rPr>
              <a:t>Many thanks to Martin Björklund for the early YANG doctors review. Comments were addressed as bellow. See also  </a:t>
            </a:r>
            <a:r>
              <a:rPr lang="en-US" sz="1800" dirty="0">
                <a:latin typeface="Calibri Body"/>
                <a:hlinkClick r:id="rId2"/>
              </a:rPr>
              <a:t>https://mailarchive.ietf.org/arch/msg/nmop/cgOnUQDVc_8hb0YOkIMDyBXyCrU/</a:t>
            </a:r>
            <a:endParaRPr lang="en-US" sz="1800" dirty="0">
              <a:latin typeface="Calibri Body"/>
            </a:endParaRPr>
          </a:p>
          <a:p>
            <a:r>
              <a:rPr lang="en-US" sz="1800" dirty="0">
                <a:latin typeface="Calibri Body"/>
              </a:rPr>
              <a:t>identity name change from "</a:t>
            </a:r>
            <a:r>
              <a:rPr lang="en-US" sz="1800" dirty="0" err="1">
                <a:latin typeface="Calibri Body"/>
              </a:rPr>
              <a:t>yp</a:t>
            </a:r>
            <a:r>
              <a:rPr lang="en-US" sz="1800" dirty="0">
                <a:latin typeface="Calibri Body"/>
              </a:rPr>
              <a:t>-push" to "yang-push".</a:t>
            </a:r>
          </a:p>
          <a:p>
            <a:r>
              <a:rPr lang="en-US" sz="1800" dirty="0">
                <a:latin typeface="Calibri Body"/>
              </a:rPr>
              <a:t>Introduced missing leaf "notification-event" referencing "telemetry-notification-event-type" </a:t>
            </a:r>
            <a:r>
              <a:rPr lang="en-US" sz="1800" dirty="0" err="1">
                <a:latin typeface="Calibri Body"/>
              </a:rPr>
              <a:t>identityref</a:t>
            </a:r>
            <a:r>
              <a:rPr lang="en-US" sz="1800" dirty="0">
                <a:latin typeface="Calibri Body"/>
              </a:rPr>
              <a:t> to declare notification type of telemetry message. Wherever real-time transformed from network node or generated or removed out of cache in data collector as state update.</a:t>
            </a:r>
          </a:p>
          <a:p>
            <a:r>
              <a:rPr lang="en-US" sz="1800" dirty="0">
                <a:latin typeface="Calibri Body"/>
              </a:rPr>
              <a:t>Martin suggested to change "message" container to </a:t>
            </a:r>
            <a:r>
              <a:rPr lang="en-US" sz="1800" dirty="0" err="1">
                <a:latin typeface="Calibri Body"/>
              </a:rPr>
              <a:t>sx:structure</a:t>
            </a:r>
            <a:r>
              <a:rPr lang="en-US" sz="1800" dirty="0">
                <a:latin typeface="Calibri Body"/>
              </a:rPr>
              <a:t> (</a:t>
            </a:r>
            <a:r>
              <a:rPr lang="en-US" sz="1800" dirty="0">
                <a:latin typeface="Calibri Body"/>
                <a:hlinkClick r:id="rId3"/>
              </a:rPr>
              <a:t>RFC 8791</a:t>
            </a:r>
            <a:r>
              <a:rPr lang="en-US" sz="1800" dirty="0">
                <a:latin typeface="Calibri Body"/>
              </a:rPr>
              <a:t>, data structure) or notification (). Considering that it envelops </a:t>
            </a:r>
            <a:r>
              <a:rPr lang="en-US" sz="1800" dirty="0">
                <a:latin typeface="Calibri Body"/>
                <a:hlinkClick r:id="rId4"/>
              </a:rPr>
              <a:t>draft-</a:t>
            </a:r>
            <a:r>
              <a:rPr lang="en-US" sz="1800" dirty="0" err="1">
                <a:latin typeface="Calibri Body"/>
                <a:hlinkClick r:id="rId4"/>
              </a:rPr>
              <a:t>ietf</a:t>
            </a:r>
            <a:r>
              <a:rPr lang="en-US" sz="1800" dirty="0">
                <a:latin typeface="Calibri Body"/>
                <a:hlinkClick r:id="rId4"/>
              </a:rPr>
              <a:t>-netconf-</a:t>
            </a:r>
            <a:r>
              <a:rPr lang="en-US" sz="1800" dirty="0" err="1">
                <a:latin typeface="Calibri Body"/>
                <a:hlinkClick r:id="rId4"/>
              </a:rPr>
              <a:t>notif</a:t>
            </a:r>
            <a:r>
              <a:rPr lang="en-US" sz="1800" dirty="0">
                <a:latin typeface="Calibri Body"/>
                <a:hlinkClick r:id="rId4"/>
              </a:rPr>
              <a:t>-envelope</a:t>
            </a:r>
            <a:r>
              <a:rPr lang="en-US" sz="1800" dirty="0">
                <a:latin typeface="Calibri Body"/>
              </a:rPr>
              <a:t>, authors opted for "</a:t>
            </a:r>
            <a:r>
              <a:rPr lang="en-US" sz="1800" dirty="0" err="1">
                <a:latin typeface="Calibri Body"/>
              </a:rPr>
              <a:t>sx:structure</a:t>
            </a:r>
            <a:r>
              <a:rPr lang="en-US" sz="1800" dirty="0">
                <a:latin typeface="Calibri Body"/>
              </a:rPr>
              <a:t>". </a:t>
            </a:r>
          </a:p>
          <a:p>
            <a:pPr lvl="1">
              <a:spcBef>
                <a:spcPts val="1000"/>
              </a:spcBef>
              <a:buFont typeface="Wingdings" panose="05000000000000000000" pitchFamily="2" charset="2"/>
              <a:buChar char="Ø"/>
            </a:pPr>
            <a:r>
              <a:rPr lang="en-US" sz="1800" b="1" dirty="0">
                <a:solidFill>
                  <a:srgbClr val="FF0000"/>
                </a:solidFill>
                <a:latin typeface="Calibri Body"/>
              </a:rPr>
              <a:t>We like to hear from the working group wherever the YANG doctors input and authors choice make sense. Other opinions?</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spTree>
    <p:extLst>
      <p:ext uri="{BB962C8B-B14F-4D97-AF65-F5344CB8AC3E}">
        <p14:creationId xmlns:p14="http://schemas.microsoft.com/office/powerpoint/2010/main" val="2750719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A5D84-7AFF-09C7-08E5-E3BE019B1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077D2-7FD2-CAA6-BC26-8236770D9956}"/>
              </a:ext>
            </a:extLst>
          </p:cNvPr>
          <p:cNvSpPr>
            <a:spLocks noGrp="1"/>
          </p:cNvSpPr>
          <p:nvPr>
            <p:ph type="title"/>
          </p:nvPr>
        </p:nvSpPr>
        <p:spPr/>
        <p:txBody>
          <a:bodyPr>
            <a:normAutofit/>
          </a:bodyPr>
          <a:lstStyle/>
          <a:p>
            <a:r>
              <a:rPr lang="en-US" sz="2800" b="1" dirty="0"/>
              <a:t>Extensible YANG Model for Network Telemetry Messages</a:t>
            </a:r>
            <a:br>
              <a:rPr lang="en-US" sz="3600" dirty="0"/>
            </a:br>
            <a:r>
              <a:rPr lang="en-US" sz="2700" dirty="0">
                <a:solidFill>
                  <a:schemeClr val="bg2">
                    <a:lumMod val="75000"/>
                  </a:schemeClr>
                </a:solidFill>
              </a:rPr>
              <a:t>Next steps at </a:t>
            </a:r>
            <a:r>
              <a:rPr lang="en-US" sz="2700" b="1" dirty="0">
                <a:solidFill>
                  <a:srgbClr val="FF0000"/>
                </a:solidFill>
              </a:rPr>
              <a:t>IETF 124 and 125</a:t>
            </a:r>
          </a:p>
        </p:txBody>
      </p:sp>
      <p:sp>
        <p:nvSpPr>
          <p:cNvPr id="3" name="Content Placeholder 2">
            <a:extLst>
              <a:ext uri="{FF2B5EF4-FFF2-40B4-BE49-F238E27FC236}">
                <a16:creationId xmlns:a16="http://schemas.microsoft.com/office/drawing/2014/main" id="{07B878BF-4CE0-02B1-A1AF-E443CE11011B}"/>
              </a:ext>
            </a:extLst>
          </p:cNvPr>
          <p:cNvSpPr>
            <a:spLocks noGrp="1"/>
          </p:cNvSpPr>
          <p:nvPr>
            <p:ph idx="1"/>
          </p:nvPr>
        </p:nvSpPr>
        <p:spPr>
          <a:xfrm>
            <a:off x="838199" y="1772816"/>
            <a:ext cx="10749693" cy="4404148"/>
          </a:xfrm>
        </p:spPr>
        <p:txBody>
          <a:bodyPr>
            <a:noAutofit/>
          </a:bodyPr>
          <a:lstStyle/>
          <a:p>
            <a:pPr marL="0" indent="0">
              <a:buNone/>
            </a:pPr>
            <a:r>
              <a:rPr lang="en-US" sz="1800" b="1" dirty="0">
                <a:latin typeface="Calibri Body"/>
              </a:rPr>
              <a:t>Next Steps</a:t>
            </a:r>
          </a:p>
          <a:p>
            <a:pPr>
              <a:spcBef>
                <a:spcPts val="600"/>
              </a:spcBef>
            </a:pPr>
            <a:r>
              <a:rPr lang="en-US" sz="1800" dirty="0">
                <a:latin typeface="Calibri Body"/>
              </a:rPr>
              <a:t>The document describes in the implementation status section the </a:t>
            </a:r>
            <a:r>
              <a:rPr lang="en-US" sz="1800" dirty="0">
                <a:latin typeface="Calibri Body"/>
                <a:hlinkClick r:id="rId2"/>
              </a:rPr>
              <a:t>NetGauze</a:t>
            </a:r>
            <a:r>
              <a:rPr lang="en-US" sz="1800" dirty="0">
                <a:latin typeface="Calibri Body"/>
              </a:rPr>
              <a:t> YANG Message Broker Producer implementation which was validated at IETF 123 hackathon. </a:t>
            </a:r>
          </a:p>
          <a:p>
            <a:pPr>
              <a:spcBef>
                <a:spcPts val="600"/>
              </a:spcBef>
            </a:pPr>
            <a:r>
              <a:rPr lang="en-US" sz="1800" dirty="0">
                <a:latin typeface="Calibri Body"/>
              </a:rPr>
              <a:t>We validated </a:t>
            </a:r>
            <a:r>
              <a:rPr lang="en-US" sz="1800" dirty="0">
                <a:latin typeface="Calibri Body"/>
                <a:hlinkClick r:id="rId3"/>
              </a:rPr>
              <a:t>Pmacct</a:t>
            </a:r>
            <a:r>
              <a:rPr lang="en-US" sz="1800" dirty="0">
                <a:latin typeface="Calibri Body"/>
              </a:rPr>
              <a:t> as second YANG Message Broker Producer implementation at IETF 124 hackathon.</a:t>
            </a:r>
          </a:p>
          <a:p>
            <a:pPr lvl="1">
              <a:spcBef>
                <a:spcPts val="600"/>
              </a:spcBef>
              <a:buFont typeface="Wingdings" panose="05000000000000000000" pitchFamily="2" charset="2"/>
              <a:buChar char="Ø"/>
            </a:pPr>
            <a:r>
              <a:rPr lang="en-US" sz="1800" b="1" dirty="0">
                <a:solidFill>
                  <a:srgbClr val="FF0000"/>
                </a:solidFill>
                <a:latin typeface="Calibri Body"/>
              </a:rPr>
              <a:t>See separate presentation for details.</a:t>
            </a:r>
          </a:p>
          <a:p>
            <a:pPr>
              <a:spcBef>
                <a:spcPts val="600"/>
              </a:spcBef>
            </a:pPr>
            <a:r>
              <a:rPr lang="en-US" sz="1800" dirty="0">
                <a:latin typeface="Calibri Body"/>
              </a:rPr>
              <a:t>Workflow Engine from Ciena Blue Planet UAA is a YANG Message Broker Consumer implementation which is currently under development and testing. </a:t>
            </a:r>
          </a:p>
          <a:p>
            <a:pPr>
              <a:spcBef>
                <a:spcPts val="600"/>
              </a:spcBef>
            </a:pPr>
            <a:r>
              <a:rPr lang="en-US" sz="1800" dirty="0">
                <a:latin typeface="Calibri Body"/>
              </a:rPr>
              <a:t>The last remaining normative referenced document which did not pass working group last call is </a:t>
            </a:r>
            <a:r>
              <a:rPr lang="en-US" sz="1800" dirty="0">
                <a:latin typeface="Calibri Body"/>
                <a:hlinkClick r:id="rId4"/>
              </a:rPr>
              <a:t>draft-</a:t>
            </a:r>
            <a:r>
              <a:rPr lang="en-US" sz="1800" dirty="0" err="1">
                <a:latin typeface="Calibri Body"/>
                <a:hlinkClick r:id="rId4"/>
              </a:rPr>
              <a:t>ietf</a:t>
            </a:r>
            <a:r>
              <a:rPr lang="en-US" sz="1800" dirty="0">
                <a:latin typeface="Calibri Body"/>
                <a:hlinkClick r:id="rId4"/>
              </a:rPr>
              <a:t>-</a:t>
            </a:r>
            <a:r>
              <a:rPr lang="en-US" sz="1800" dirty="0" err="1">
                <a:latin typeface="Calibri Body"/>
                <a:hlinkClick r:id="rId4"/>
              </a:rPr>
              <a:t>nmop</a:t>
            </a:r>
            <a:r>
              <a:rPr lang="en-US" sz="1800" dirty="0">
                <a:latin typeface="Calibri Body"/>
                <a:hlinkClick r:id="rId4"/>
              </a:rPr>
              <a:t>-yang-message-broker-integration</a:t>
            </a:r>
            <a:r>
              <a:rPr lang="en-US" sz="1800" dirty="0">
                <a:latin typeface="Calibri Body"/>
              </a:rPr>
              <a:t>.</a:t>
            </a:r>
          </a:p>
          <a:p>
            <a:pPr>
              <a:spcBef>
                <a:spcPts val="600"/>
              </a:spcBef>
              <a:buFont typeface="Wingdings" panose="05000000000000000000" pitchFamily="2" charset="2"/>
              <a:buChar char="Ø"/>
            </a:pPr>
            <a:r>
              <a:rPr lang="en-US" sz="1800" b="1" dirty="0">
                <a:solidFill>
                  <a:srgbClr val="FF0000"/>
                </a:solidFill>
                <a:latin typeface="Calibri Body"/>
              </a:rPr>
              <a:t>Clarify with NMOP and OPS AD wherever the document should be "informational" or "standards track".</a:t>
            </a:r>
          </a:p>
          <a:p>
            <a:pPr>
              <a:spcBef>
                <a:spcPts val="600"/>
              </a:spcBef>
              <a:buFont typeface="Wingdings" panose="05000000000000000000" pitchFamily="2" charset="2"/>
              <a:buChar char="Ø"/>
            </a:pPr>
            <a:r>
              <a:rPr lang="en-US" sz="1800" b="1" dirty="0">
                <a:solidFill>
                  <a:srgbClr val="FF0000"/>
                </a:solidFill>
                <a:latin typeface="Calibri Body"/>
              </a:rPr>
              <a:t>The authors believe that the document is stable and once YANG doctors review and input from second implementation has been merged, working group last call at IETF 125 and submitted together with </a:t>
            </a:r>
            <a:br>
              <a:rPr lang="en-US" sz="1800" b="1" dirty="0">
                <a:solidFill>
                  <a:srgbClr val="FF0000"/>
                </a:solidFill>
                <a:latin typeface="Calibri Body"/>
              </a:rPr>
            </a:br>
            <a:r>
              <a:rPr lang="en-US" sz="1800" b="1" dirty="0">
                <a:solidFill>
                  <a:srgbClr val="FF0000"/>
                </a:solidFill>
                <a:latin typeface="Calibri Body"/>
                <a:hlinkClick r:id="rId4"/>
              </a:rPr>
              <a:t>draft-</a:t>
            </a:r>
            <a:r>
              <a:rPr lang="en-US" sz="1800" b="1" dirty="0" err="1">
                <a:solidFill>
                  <a:srgbClr val="FF0000"/>
                </a:solidFill>
                <a:latin typeface="Calibri Body"/>
                <a:hlinkClick r:id="rId4"/>
              </a:rPr>
              <a:t>ietf</a:t>
            </a:r>
            <a:r>
              <a:rPr lang="en-US" sz="1800" b="1" dirty="0">
                <a:solidFill>
                  <a:srgbClr val="FF0000"/>
                </a:solidFill>
                <a:latin typeface="Calibri Body"/>
                <a:hlinkClick r:id="rId4"/>
              </a:rPr>
              <a:t>-</a:t>
            </a:r>
            <a:r>
              <a:rPr lang="en-US" sz="1800" b="1" dirty="0" err="1">
                <a:solidFill>
                  <a:srgbClr val="FF0000"/>
                </a:solidFill>
                <a:latin typeface="Calibri Body"/>
                <a:hlinkClick r:id="rId4"/>
              </a:rPr>
              <a:t>nmop</a:t>
            </a:r>
            <a:r>
              <a:rPr lang="en-US" sz="1800" b="1" dirty="0">
                <a:solidFill>
                  <a:srgbClr val="FF0000"/>
                </a:solidFill>
                <a:latin typeface="Calibri Body"/>
                <a:hlinkClick r:id="rId4"/>
              </a:rPr>
              <a:t>-yang-message-broker-integration</a:t>
            </a:r>
            <a:r>
              <a:rPr lang="en-US" sz="1800" b="1" dirty="0">
                <a:solidFill>
                  <a:srgbClr val="FF0000"/>
                </a:solidFill>
                <a:latin typeface="Calibri Body"/>
              </a:rPr>
              <a:t> to IESG can be considered.</a:t>
            </a:r>
          </a:p>
        </p:txBody>
      </p:sp>
      <p:sp>
        <p:nvSpPr>
          <p:cNvPr id="8" name="Slide Number Placeholder 1">
            <a:extLst>
              <a:ext uri="{FF2B5EF4-FFF2-40B4-BE49-F238E27FC236}">
                <a16:creationId xmlns:a16="http://schemas.microsoft.com/office/drawing/2014/main" id="{179FA453-EA73-9ADC-D734-E02FEE26395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5</a:t>
            </a:fld>
            <a:endParaRPr lang="en-US" sz="1400" dirty="0"/>
          </a:p>
        </p:txBody>
      </p:sp>
      <p:sp>
        <p:nvSpPr>
          <p:cNvPr id="4" name="Subtitle 4">
            <a:extLst>
              <a:ext uri="{FF2B5EF4-FFF2-40B4-BE49-F238E27FC236}">
                <a16:creationId xmlns:a16="http://schemas.microsoft.com/office/drawing/2014/main" id="{17D9D613-D281-5E22-4AF5-5EF54C849750}"/>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26. </a:t>
            </a:r>
            <a:r>
              <a:rPr lang="de-CH" sz="1400" dirty="0" err="1">
                <a:latin typeface="+mj-lt"/>
              </a:rPr>
              <a:t>October</a:t>
            </a:r>
            <a:r>
              <a:rPr lang="de-CH" sz="1400" dirty="0">
                <a:latin typeface="+mj-lt"/>
              </a:rPr>
              <a:t>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420830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1024</Words>
  <Application>Microsoft Office PowerPoint</Application>
  <PresentationFormat>Widescreen</PresentationFormat>
  <Paragraphs>119</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Calibri Body</vt:lpstr>
      <vt:lpstr>Arial</vt:lpstr>
      <vt:lpstr>Calibri</vt:lpstr>
      <vt:lpstr>Calibri Light</vt:lpstr>
      <vt:lpstr>Courier New</vt:lpstr>
      <vt:lpstr>Wingdings</vt:lpstr>
      <vt:lpstr>Office Theme</vt:lpstr>
      <vt:lpstr>PowerPoint Presentation</vt:lpstr>
      <vt:lpstr>Extensible YANG Model for Network Telemetry Messages YANG Schema Trees</vt:lpstr>
      <vt:lpstr>Extensible YANG Model for Network Telemetry Messages Status and Summary from -02</vt:lpstr>
      <vt:lpstr>Extensible YANG Model for Network Telemetry Messages Status and Summary from -03</vt:lpstr>
      <vt:lpstr>Extensible YANG Model for Network Telemetry Messages Next steps at IETF 124 and 125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262</cp:revision>
  <dcterms:created xsi:type="dcterms:W3CDTF">2019-11-29T14:22:02Z</dcterms:created>
  <dcterms:modified xsi:type="dcterms:W3CDTF">2025-10-26T13:03:50Z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