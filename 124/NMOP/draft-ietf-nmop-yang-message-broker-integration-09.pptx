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1041" r:id="rId2"/>
    <p:sldId id="2145706242" r:id="rId3"/>
    <p:sldId id="2145706243" r:id="rId4"/>
    <p:sldId id="2145706244" r:id="rId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2B30"/>
    <a:srgbClr val="ACAB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AAA70E-921F-47F1-8CE8-3DD05F71A227}" v="29" dt="2025-10-26T12:52:24.8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53" autoAdjust="0"/>
    <p:restoredTop sz="91695" autoAdjust="0"/>
  </p:normalViewPr>
  <p:slideViewPr>
    <p:cSldViewPr snapToGrid="0">
      <p:cViewPr varScale="1">
        <p:scale>
          <a:sx n="94" d="100"/>
          <a:sy n="94" d="100"/>
        </p:scale>
        <p:origin x="1032" y="84"/>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f Thomas, SCS-INI-NET-VNC-E2E" userId="487bc3e3-9ce7-4cdd-b7b4-8899ea88d289" providerId="ADAL" clId="{1BAAA70E-921F-47F1-8CE8-3DD05F71A227}"/>
    <pc:docChg chg="undo custSel addSld delSld modSld">
      <pc:chgData name="Graf Thomas, SCS-INI-NET-VNC-E2E" userId="487bc3e3-9ce7-4cdd-b7b4-8899ea88d289" providerId="ADAL" clId="{1BAAA70E-921F-47F1-8CE8-3DD05F71A227}" dt="2025-10-26T13:02:30.235" v="2959" actId="21"/>
      <pc:docMkLst>
        <pc:docMk/>
      </pc:docMkLst>
      <pc:sldChg chg="modSp mod">
        <pc:chgData name="Graf Thomas, SCS-INI-NET-VNC-E2E" userId="487bc3e3-9ce7-4cdd-b7b4-8899ea88d289" providerId="ADAL" clId="{1BAAA70E-921F-47F1-8CE8-3DD05F71A227}" dt="2025-10-26T12:53:11.272" v="2849" actId="20577"/>
        <pc:sldMkLst>
          <pc:docMk/>
          <pc:sldMk cId="3578665336" sldId="1041"/>
        </pc:sldMkLst>
        <pc:spChg chg="mod">
          <ac:chgData name="Graf Thomas, SCS-INI-NET-VNC-E2E" userId="487bc3e3-9ce7-4cdd-b7b4-8899ea88d289" providerId="ADAL" clId="{1BAAA70E-921F-47F1-8CE8-3DD05F71A227}" dt="2025-10-25T06:54:06.307" v="0" actId="20577"/>
          <ac:spMkLst>
            <pc:docMk/>
            <pc:sldMk cId="3578665336" sldId="1041"/>
            <ac:spMk id="5" creationId="{C26208B2-0D10-4C23-B2DE-372A62E98644}"/>
          </ac:spMkLst>
        </pc:spChg>
        <pc:spChg chg="mod">
          <ac:chgData name="Graf Thomas, SCS-INI-NET-VNC-E2E" userId="487bc3e3-9ce7-4cdd-b7b4-8899ea88d289" providerId="ADAL" clId="{1BAAA70E-921F-47F1-8CE8-3DD05F71A227}" dt="2025-10-26T12:53:11.272" v="2849" actId="20577"/>
          <ac:spMkLst>
            <pc:docMk/>
            <pc:sldMk cId="3578665336" sldId="1041"/>
            <ac:spMk id="6" creationId="{6CAA0765-1318-4A03-8F91-D3ECC43D8FA7}"/>
          </ac:spMkLst>
        </pc:spChg>
      </pc:sldChg>
      <pc:sldChg chg="addSp delSp modSp mod">
        <pc:chgData name="Graf Thomas, SCS-INI-NET-VNC-E2E" userId="487bc3e3-9ce7-4cdd-b7b4-8899ea88d289" providerId="ADAL" clId="{1BAAA70E-921F-47F1-8CE8-3DD05F71A227}" dt="2025-10-26T12:36:52.161" v="1823" actId="20577"/>
        <pc:sldMkLst>
          <pc:docMk/>
          <pc:sldMk cId="2617504443" sldId="2145706242"/>
        </pc:sldMkLst>
        <pc:spChg chg="mod">
          <ac:chgData name="Graf Thomas, SCS-INI-NET-VNC-E2E" userId="487bc3e3-9ce7-4cdd-b7b4-8899ea88d289" providerId="ADAL" clId="{1BAAA70E-921F-47F1-8CE8-3DD05F71A227}" dt="2025-10-25T08:13:07.288" v="1691" actId="113"/>
          <ac:spMkLst>
            <pc:docMk/>
            <pc:sldMk cId="2617504443" sldId="2145706242"/>
            <ac:spMk id="2" creationId="{FF20F271-6F0D-4AC0-BB1D-F5C338165C13}"/>
          </ac:spMkLst>
        </pc:spChg>
        <pc:spChg chg="mod">
          <ac:chgData name="Graf Thomas, SCS-INI-NET-VNC-E2E" userId="487bc3e3-9ce7-4cdd-b7b4-8899ea88d289" providerId="ADAL" clId="{1BAAA70E-921F-47F1-8CE8-3DD05F71A227}" dt="2025-10-26T12:36:52.161" v="1823" actId="20577"/>
          <ac:spMkLst>
            <pc:docMk/>
            <pc:sldMk cId="2617504443" sldId="2145706242"/>
            <ac:spMk id="3" creationId="{29C0DFD4-432D-4B0C-93DF-790441DCF5B9}"/>
          </ac:spMkLst>
        </pc:spChg>
        <pc:spChg chg="del mod">
          <ac:chgData name="Graf Thomas, SCS-INI-NET-VNC-E2E" userId="487bc3e3-9ce7-4cdd-b7b4-8899ea88d289" providerId="ADAL" clId="{1BAAA70E-921F-47F1-8CE8-3DD05F71A227}" dt="2025-10-25T07:10:33.919" v="1099" actId="478"/>
          <ac:spMkLst>
            <pc:docMk/>
            <pc:sldMk cId="2617504443" sldId="2145706242"/>
            <ac:spMk id="5" creationId="{A9CD1D68-6740-B60A-B5C6-3012DD46A668}"/>
          </ac:spMkLst>
        </pc:spChg>
        <pc:spChg chg="del">
          <ac:chgData name="Graf Thomas, SCS-INI-NET-VNC-E2E" userId="487bc3e3-9ce7-4cdd-b7b4-8899ea88d289" providerId="ADAL" clId="{1BAAA70E-921F-47F1-8CE8-3DD05F71A227}" dt="2025-10-25T06:56:14.863" v="39" actId="478"/>
          <ac:spMkLst>
            <pc:docMk/>
            <pc:sldMk cId="2617504443" sldId="2145706242"/>
            <ac:spMk id="7" creationId="{F1861884-AA79-8041-A708-D4652D546A08}"/>
          </ac:spMkLst>
        </pc:spChg>
        <pc:spChg chg="add">
          <ac:chgData name="Graf Thomas, SCS-INI-NET-VNC-E2E" userId="487bc3e3-9ce7-4cdd-b7b4-8899ea88d289" providerId="ADAL" clId="{1BAAA70E-921F-47F1-8CE8-3DD05F71A227}" dt="2025-10-25T07:07:48.024" v="872"/>
          <ac:spMkLst>
            <pc:docMk/>
            <pc:sldMk cId="2617504443" sldId="2145706242"/>
            <ac:spMk id="10" creationId="{875A66DF-028C-44F3-C460-C497120C6273}"/>
          </ac:spMkLst>
        </pc:spChg>
        <pc:picChg chg="del">
          <ac:chgData name="Graf Thomas, SCS-INI-NET-VNC-E2E" userId="487bc3e3-9ce7-4cdd-b7b4-8899ea88d289" providerId="ADAL" clId="{1BAAA70E-921F-47F1-8CE8-3DD05F71A227}" dt="2025-10-25T06:55:49.896" v="21" actId="478"/>
          <ac:picMkLst>
            <pc:docMk/>
            <pc:sldMk cId="2617504443" sldId="2145706242"/>
            <ac:picMk id="4" creationId="{3F6FE370-7B96-20ED-12F6-496CEBE7C7B7}"/>
          </ac:picMkLst>
        </pc:picChg>
        <pc:picChg chg="add del mod ord">
          <ac:chgData name="Graf Thomas, SCS-INI-NET-VNC-E2E" userId="487bc3e3-9ce7-4cdd-b7b4-8899ea88d289" providerId="ADAL" clId="{1BAAA70E-921F-47F1-8CE8-3DD05F71A227}" dt="2025-10-25T07:10:31.930" v="1098" actId="478"/>
          <ac:picMkLst>
            <pc:docMk/>
            <pc:sldMk cId="2617504443" sldId="2145706242"/>
            <ac:picMk id="9" creationId="{23919BF8-9445-867D-B069-6B33C31331C2}"/>
          </ac:picMkLst>
        </pc:picChg>
      </pc:sldChg>
      <pc:sldChg chg="modSp add mod">
        <pc:chgData name="Graf Thomas, SCS-INI-NET-VNC-E2E" userId="487bc3e3-9ce7-4cdd-b7b4-8899ea88d289" providerId="ADAL" clId="{1BAAA70E-921F-47F1-8CE8-3DD05F71A227}" dt="2025-10-26T12:38:22.344" v="1832" actId="20577"/>
        <pc:sldMkLst>
          <pc:docMk/>
          <pc:sldMk cId="2750719351" sldId="2145706243"/>
        </pc:sldMkLst>
        <pc:spChg chg="mod">
          <ac:chgData name="Graf Thomas, SCS-INI-NET-VNC-E2E" userId="487bc3e3-9ce7-4cdd-b7b4-8899ea88d289" providerId="ADAL" clId="{1BAAA70E-921F-47F1-8CE8-3DD05F71A227}" dt="2025-10-26T12:38:22.344" v="1832" actId="20577"/>
          <ac:spMkLst>
            <pc:docMk/>
            <pc:sldMk cId="2750719351" sldId="2145706243"/>
            <ac:spMk id="2" creationId="{925D8FC1-6AD2-4FDB-0618-87CF7F39767C}"/>
          </ac:spMkLst>
        </pc:spChg>
        <pc:spChg chg="mod">
          <ac:chgData name="Graf Thomas, SCS-INI-NET-VNC-E2E" userId="487bc3e3-9ce7-4cdd-b7b4-8899ea88d289" providerId="ADAL" clId="{1BAAA70E-921F-47F1-8CE8-3DD05F71A227}" dt="2025-10-26T12:37:59.458" v="1827" actId="20577"/>
          <ac:spMkLst>
            <pc:docMk/>
            <pc:sldMk cId="2750719351" sldId="2145706243"/>
            <ac:spMk id="3" creationId="{E1C8AC62-B5C5-ADE4-1957-88D3A14E964A}"/>
          </ac:spMkLst>
        </pc:spChg>
      </pc:sldChg>
      <pc:sldChg chg="delSp modSp add del mod">
        <pc:chgData name="Graf Thomas, SCS-INI-NET-VNC-E2E" userId="487bc3e3-9ce7-4cdd-b7b4-8899ea88d289" providerId="ADAL" clId="{1BAAA70E-921F-47F1-8CE8-3DD05F71A227}" dt="2025-10-25T08:15:30.036" v="1719" actId="2696"/>
        <pc:sldMkLst>
          <pc:docMk/>
          <pc:sldMk cId="100426460" sldId="2145706244"/>
        </pc:sldMkLst>
        <pc:spChg chg="mod">
          <ac:chgData name="Graf Thomas, SCS-INI-NET-VNC-E2E" userId="487bc3e3-9ce7-4cdd-b7b4-8899ea88d289" providerId="ADAL" clId="{1BAAA70E-921F-47F1-8CE8-3DD05F71A227}" dt="2025-10-25T08:14:28.924" v="1709" actId="20577"/>
          <ac:spMkLst>
            <pc:docMk/>
            <pc:sldMk cId="100426460" sldId="2145706244"/>
            <ac:spMk id="2" creationId="{4B5777FE-A602-29B6-1A75-2B1EF3837A75}"/>
          </ac:spMkLst>
        </pc:spChg>
        <pc:spChg chg="mod">
          <ac:chgData name="Graf Thomas, SCS-INI-NET-VNC-E2E" userId="487bc3e3-9ce7-4cdd-b7b4-8899ea88d289" providerId="ADAL" clId="{1BAAA70E-921F-47F1-8CE8-3DD05F71A227}" dt="2025-10-25T08:14:31.279" v="1710" actId="6549"/>
          <ac:spMkLst>
            <pc:docMk/>
            <pc:sldMk cId="100426460" sldId="2145706244"/>
            <ac:spMk id="3" creationId="{68AAC1F6-6416-EC54-0205-FD9AD03A977A}"/>
          </ac:spMkLst>
        </pc:spChg>
        <pc:spChg chg="del">
          <ac:chgData name="Graf Thomas, SCS-INI-NET-VNC-E2E" userId="487bc3e3-9ce7-4cdd-b7b4-8899ea88d289" providerId="ADAL" clId="{1BAAA70E-921F-47F1-8CE8-3DD05F71A227}" dt="2025-10-25T08:14:38.928" v="1712" actId="478"/>
          <ac:spMkLst>
            <pc:docMk/>
            <pc:sldMk cId="100426460" sldId="2145706244"/>
            <ac:spMk id="5" creationId="{D95DA030-7C97-F1F4-00B7-CECED024BF95}"/>
          </ac:spMkLst>
        </pc:spChg>
        <pc:picChg chg="del">
          <ac:chgData name="Graf Thomas, SCS-INI-NET-VNC-E2E" userId="487bc3e3-9ce7-4cdd-b7b4-8899ea88d289" providerId="ADAL" clId="{1BAAA70E-921F-47F1-8CE8-3DD05F71A227}" dt="2025-10-25T08:14:36.580" v="1711" actId="478"/>
          <ac:picMkLst>
            <pc:docMk/>
            <pc:sldMk cId="100426460" sldId="2145706244"/>
            <ac:picMk id="9" creationId="{A9AF9A3D-D474-8B9B-FB28-B8ED11B96B82}"/>
          </ac:picMkLst>
        </pc:picChg>
      </pc:sldChg>
      <pc:sldChg chg="addSp delSp modSp add mod">
        <pc:chgData name="Graf Thomas, SCS-INI-NET-VNC-E2E" userId="487bc3e3-9ce7-4cdd-b7b4-8899ea88d289" providerId="ADAL" clId="{1BAAA70E-921F-47F1-8CE8-3DD05F71A227}" dt="2025-10-26T13:02:30.235" v="2959" actId="21"/>
        <pc:sldMkLst>
          <pc:docMk/>
          <pc:sldMk cId="388497335" sldId="2145706244"/>
        </pc:sldMkLst>
        <pc:spChg chg="mod">
          <ac:chgData name="Graf Thomas, SCS-INI-NET-VNC-E2E" userId="487bc3e3-9ce7-4cdd-b7b4-8899ea88d289" providerId="ADAL" clId="{1BAAA70E-921F-47F1-8CE8-3DD05F71A227}" dt="2025-10-26T12:38:29.130" v="1836" actId="20577"/>
          <ac:spMkLst>
            <pc:docMk/>
            <pc:sldMk cId="388497335" sldId="2145706244"/>
            <ac:spMk id="2" creationId="{623503D3-1A0C-80A8-0BCF-4B81D8325DA7}"/>
          </ac:spMkLst>
        </pc:spChg>
        <pc:spChg chg="mod">
          <ac:chgData name="Graf Thomas, SCS-INI-NET-VNC-E2E" userId="487bc3e3-9ce7-4cdd-b7b4-8899ea88d289" providerId="ADAL" clId="{1BAAA70E-921F-47F1-8CE8-3DD05F71A227}" dt="2025-10-26T13:02:30.235" v="2959" actId="21"/>
          <ac:spMkLst>
            <pc:docMk/>
            <pc:sldMk cId="388497335" sldId="2145706244"/>
            <ac:spMk id="3" creationId="{9C0498A2-E3FA-3E2D-2B34-142A2DCB1578}"/>
          </ac:spMkLst>
        </pc:spChg>
        <pc:spChg chg="add mod">
          <ac:chgData name="Graf Thomas, SCS-INI-NET-VNC-E2E" userId="487bc3e3-9ce7-4cdd-b7b4-8899ea88d289" providerId="ADAL" clId="{1BAAA70E-921F-47F1-8CE8-3DD05F71A227}" dt="2025-10-26T12:51:47.348" v="2793" actId="20577"/>
          <ac:spMkLst>
            <pc:docMk/>
            <pc:sldMk cId="388497335" sldId="2145706244"/>
            <ac:spMk id="4" creationId="{0E301C0F-66CA-73F9-A0FD-EA9585884704}"/>
          </ac:spMkLst>
        </pc:spChg>
        <pc:spChg chg="del">
          <ac:chgData name="Graf Thomas, SCS-INI-NET-VNC-E2E" userId="487bc3e3-9ce7-4cdd-b7b4-8899ea88d289" providerId="ADAL" clId="{1BAAA70E-921F-47F1-8CE8-3DD05F71A227}" dt="2025-10-26T12:38:32.437" v="1838" actId="478"/>
          <ac:spMkLst>
            <pc:docMk/>
            <pc:sldMk cId="388497335" sldId="2145706244"/>
            <ac:spMk id="5" creationId="{439FD1FB-FB95-2881-C6B7-53A1D86734F3}"/>
          </ac:spMkLst>
        </pc:spChg>
        <pc:graphicFrameChg chg="add mod">
          <ac:chgData name="Graf Thomas, SCS-INI-NET-VNC-E2E" userId="487bc3e3-9ce7-4cdd-b7b4-8899ea88d289" providerId="ADAL" clId="{1BAAA70E-921F-47F1-8CE8-3DD05F71A227}" dt="2025-10-26T12:44:28.221" v="2389"/>
          <ac:graphicFrameMkLst>
            <pc:docMk/>
            <pc:sldMk cId="388497335" sldId="2145706244"/>
            <ac:graphicFrameMk id="6" creationId="{8057A107-F501-4C4F-B685-035ED0454FD6}"/>
          </ac:graphicFrameMkLst>
        </pc:graphicFrameChg>
        <pc:picChg chg="del">
          <ac:chgData name="Graf Thomas, SCS-INI-NET-VNC-E2E" userId="487bc3e3-9ce7-4cdd-b7b4-8899ea88d289" providerId="ADAL" clId="{1BAAA70E-921F-47F1-8CE8-3DD05F71A227}" dt="2025-10-26T12:38:31.115" v="1837" actId="478"/>
          <ac:picMkLst>
            <pc:docMk/>
            <pc:sldMk cId="388497335" sldId="2145706244"/>
            <ac:picMk id="9" creationId="{AD83A717-98D2-8F67-426B-541511A37C8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E705E9-673F-4AC4-B29E-A7B26F3B8523}" type="datetimeFigureOut">
              <a:rPr lang="de-CH" smtClean="0"/>
              <a:t>26.10.2025</a:t>
            </a:fld>
            <a:endParaRPr lang="de-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BC52A0-2F3F-497F-8536-39D60282E9C2}" type="slidenum">
              <a:rPr lang="de-CH" smtClean="0"/>
              <a:t>‹#›</a:t>
            </a:fld>
            <a:endParaRPr lang="de-CH"/>
          </a:p>
        </p:txBody>
      </p:sp>
    </p:spTree>
    <p:extLst>
      <p:ext uri="{BB962C8B-B14F-4D97-AF65-F5344CB8AC3E}">
        <p14:creationId xmlns:p14="http://schemas.microsoft.com/office/powerpoint/2010/main" val="231673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E4512-1D3B-4B73-B042-476E6184E8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CH"/>
          </a:p>
        </p:txBody>
      </p:sp>
      <p:sp>
        <p:nvSpPr>
          <p:cNvPr id="3" name="Subtitle 2">
            <a:extLst>
              <a:ext uri="{FF2B5EF4-FFF2-40B4-BE49-F238E27FC236}">
                <a16:creationId xmlns:a16="http://schemas.microsoft.com/office/drawing/2014/main" id="{14168D7F-8149-41A1-BACA-3AE93B5EBA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sp>
        <p:nvSpPr>
          <p:cNvPr id="4" name="Date Placeholder 3">
            <a:extLst>
              <a:ext uri="{FF2B5EF4-FFF2-40B4-BE49-F238E27FC236}">
                <a16:creationId xmlns:a16="http://schemas.microsoft.com/office/drawing/2014/main" id="{2F31F274-2081-4043-A760-EBE78731B51B}"/>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5" name="Footer Placeholder 4">
            <a:extLst>
              <a:ext uri="{FF2B5EF4-FFF2-40B4-BE49-F238E27FC236}">
                <a16:creationId xmlns:a16="http://schemas.microsoft.com/office/drawing/2014/main" id="{06F4A492-DE76-49D9-B2D6-119D939A6403}"/>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8F859CCC-4F98-451F-BD3B-E72AFDCA696C}"/>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785822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BBDF6-FBD2-40AF-9486-BB4A908B2A31}"/>
              </a:ext>
            </a:extLst>
          </p:cNvPr>
          <p:cNvSpPr>
            <a:spLocks noGrp="1"/>
          </p:cNvSpPr>
          <p:nvPr>
            <p:ph type="title"/>
          </p:nvPr>
        </p:nvSpPr>
        <p:spPr/>
        <p:txBody>
          <a:bodyPr/>
          <a:lstStyle/>
          <a:p>
            <a:r>
              <a:rPr lang="en-US"/>
              <a:t>Click to edit Master title style</a:t>
            </a:r>
            <a:endParaRPr lang="de-CH"/>
          </a:p>
        </p:txBody>
      </p:sp>
      <p:sp>
        <p:nvSpPr>
          <p:cNvPr id="3" name="Content Placeholder 2">
            <a:extLst>
              <a:ext uri="{FF2B5EF4-FFF2-40B4-BE49-F238E27FC236}">
                <a16:creationId xmlns:a16="http://schemas.microsoft.com/office/drawing/2014/main" id="{6FAC614F-9AF2-40AF-A811-367A6AFA5E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8E787B81-7873-4625-90C6-65B7D39F68FA}"/>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5" name="Footer Placeholder 4">
            <a:extLst>
              <a:ext uri="{FF2B5EF4-FFF2-40B4-BE49-F238E27FC236}">
                <a16:creationId xmlns:a16="http://schemas.microsoft.com/office/drawing/2014/main" id="{7D062558-7E3E-4F68-94CA-8F448DCC8E48}"/>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2A3E61FB-1357-46F5-903C-1994E98B264D}"/>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09938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FD0C7-725B-4BFF-9522-83239C8F81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CH"/>
          </a:p>
        </p:txBody>
      </p:sp>
      <p:sp>
        <p:nvSpPr>
          <p:cNvPr id="3" name="Text Placeholder 2">
            <a:extLst>
              <a:ext uri="{FF2B5EF4-FFF2-40B4-BE49-F238E27FC236}">
                <a16:creationId xmlns:a16="http://schemas.microsoft.com/office/drawing/2014/main" id="{C97E1048-3DC5-4B9C-899F-DED6314AE2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B5DBFD-FBBF-4914-87A2-F3A61F56DED9}"/>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5" name="Footer Placeholder 4">
            <a:extLst>
              <a:ext uri="{FF2B5EF4-FFF2-40B4-BE49-F238E27FC236}">
                <a16:creationId xmlns:a16="http://schemas.microsoft.com/office/drawing/2014/main" id="{EB7571A4-73D2-444B-9013-7EFE083B18DF}"/>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C7CCFB92-7142-4854-ACC6-4129F01E7055}"/>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390372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36279-2318-4AD6-A5F8-75FAC2F47DDA}"/>
              </a:ext>
            </a:extLst>
          </p:cNvPr>
          <p:cNvSpPr>
            <a:spLocks noGrp="1"/>
          </p:cNvSpPr>
          <p:nvPr>
            <p:ph type="title"/>
          </p:nvPr>
        </p:nvSpPr>
        <p:spPr/>
        <p:txBody>
          <a:bodyPr/>
          <a:lstStyle/>
          <a:p>
            <a:r>
              <a:rPr lang="en-US"/>
              <a:t>Click to edit Master title style</a:t>
            </a:r>
            <a:endParaRPr lang="de-CH"/>
          </a:p>
        </p:txBody>
      </p:sp>
      <p:sp>
        <p:nvSpPr>
          <p:cNvPr id="3" name="Content Placeholder 2">
            <a:extLst>
              <a:ext uri="{FF2B5EF4-FFF2-40B4-BE49-F238E27FC236}">
                <a16:creationId xmlns:a16="http://schemas.microsoft.com/office/drawing/2014/main" id="{7AD0583D-F808-46BC-A112-FEA6430F47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Content Placeholder 3">
            <a:extLst>
              <a:ext uri="{FF2B5EF4-FFF2-40B4-BE49-F238E27FC236}">
                <a16:creationId xmlns:a16="http://schemas.microsoft.com/office/drawing/2014/main" id="{4FE9A202-30E0-43D7-8764-65A6F84FDD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Date Placeholder 4">
            <a:extLst>
              <a:ext uri="{FF2B5EF4-FFF2-40B4-BE49-F238E27FC236}">
                <a16:creationId xmlns:a16="http://schemas.microsoft.com/office/drawing/2014/main" id="{32791E6B-307F-487A-ACE7-95C6B653CB57}"/>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6" name="Footer Placeholder 5">
            <a:extLst>
              <a:ext uri="{FF2B5EF4-FFF2-40B4-BE49-F238E27FC236}">
                <a16:creationId xmlns:a16="http://schemas.microsoft.com/office/drawing/2014/main" id="{2621F60B-CB79-4100-B5DF-1E9EA55C1EE4}"/>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8193C06A-1F3A-41DA-8ED0-F1B0534320A5}"/>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78735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837BF-12E0-4609-8885-BA3B61207024}"/>
              </a:ext>
            </a:extLst>
          </p:cNvPr>
          <p:cNvSpPr>
            <a:spLocks noGrp="1"/>
          </p:cNvSpPr>
          <p:nvPr>
            <p:ph type="title"/>
          </p:nvPr>
        </p:nvSpPr>
        <p:spPr>
          <a:xfrm>
            <a:off x="839788" y="365125"/>
            <a:ext cx="10515600" cy="1325563"/>
          </a:xfrm>
        </p:spPr>
        <p:txBody>
          <a:bodyPr/>
          <a:lstStyle/>
          <a:p>
            <a:r>
              <a:rPr lang="en-US"/>
              <a:t>Click to edit Master title style</a:t>
            </a:r>
            <a:endParaRPr lang="de-CH"/>
          </a:p>
        </p:txBody>
      </p:sp>
      <p:sp>
        <p:nvSpPr>
          <p:cNvPr id="3" name="Text Placeholder 2">
            <a:extLst>
              <a:ext uri="{FF2B5EF4-FFF2-40B4-BE49-F238E27FC236}">
                <a16:creationId xmlns:a16="http://schemas.microsoft.com/office/drawing/2014/main" id="{41D6F202-5F12-4652-B24C-DE18E1A337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BF7499-BB9D-474C-80E4-FBDD9AF94F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Text Placeholder 4">
            <a:extLst>
              <a:ext uri="{FF2B5EF4-FFF2-40B4-BE49-F238E27FC236}">
                <a16:creationId xmlns:a16="http://schemas.microsoft.com/office/drawing/2014/main" id="{1FE8ABCD-03D9-487D-A401-5C46542B96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90E7B8-775C-4651-8505-06EEF69C7C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7" name="Date Placeholder 6">
            <a:extLst>
              <a:ext uri="{FF2B5EF4-FFF2-40B4-BE49-F238E27FC236}">
                <a16:creationId xmlns:a16="http://schemas.microsoft.com/office/drawing/2014/main" id="{5EE55546-7C7E-4AE1-B224-70E058A04CB8}"/>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8" name="Footer Placeholder 7">
            <a:extLst>
              <a:ext uri="{FF2B5EF4-FFF2-40B4-BE49-F238E27FC236}">
                <a16:creationId xmlns:a16="http://schemas.microsoft.com/office/drawing/2014/main" id="{0A87DA8F-0A89-45FF-A3CC-8973287CFF46}"/>
              </a:ext>
            </a:extLst>
          </p:cNvPr>
          <p:cNvSpPr>
            <a:spLocks noGrp="1"/>
          </p:cNvSpPr>
          <p:nvPr>
            <p:ph type="ftr" sz="quarter" idx="11"/>
          </p:nvPr>
        </p:nvSpPr>
        <p:spPr/>
        <p:txBody>
          <a:bodyPr/>
          <a:lstStyle/>
          <a:p>
            <a:endParaRPr lang="de-CH"/>
          </a:p>
        </p:txBody>
      </p:sp>
      <p:sp>
        <p:nvSpPr>
          <p:cNvPr id="9" name="Slide Number Placeholder 8">
            <a:extLst>
              <a:ext uri="{FF2B5EF4-FFF2-40B4-BE49-F238E27FC236}">
                <a16:creationId xmlns:a16="http://schemas.microsoft.com/office/drawing/2014/main" id="{D52A632D-9625-4B76-A006-24C009E135AD}"/>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800053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2A4D9-592C-47DB-A38B-6773D38A3113}"/>
              </a:ext>
            </a:extLst>
          </p:cNvPr>
          <p:cNvSpPr>
            <a:spLocks noGrp="1"/>
          </p:cNvSpPr>
          <p:nvPr>
            <p:ph type="title"/>
          </p:nvPr>
        </p:nvSpPr>
        <p:spPr/>
        <p:txBody>
          <a:bodyPr/>
          <a:lstStyle/>
          <a:p>
            <a:r>
              <a:rPr lang="en-US"/>
              <a:t>Click to edit Master title style</a:t>
            </a:r>
            <a:endParaRPr lang="de-CH"/>
          </a:p>
        </p:txBody>
      </p:sp>
      <p:sp>
        <p:nvSpPr>
          <p:cNvPr id="3" name="Date Placeholder 2">
            <a:extLst>
              <a:ext uri="{FF2B5EF4-FFF2-40B4-BE49-F238E27FC236}">
                <a16:creationId xmlns:a16="http://schemas.microsoft.com/office/drawing/2014/main" id="{30F8F040-BDDF-4877-8526-169F2DA14C15}"/>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4" name="Footer Placeholder 3">
            <a:extLst>
              <a:ext uri="{FF2B5EF4-FFF2-40B4-BE49-F238E27FC236}">
                <a16:creationId xmlns:a16="http://schemas.microsoft.com/office/drawing/2014/main" id="{7E90B3BB-C496-4AF5-8EB6-7559F47A6841}"/>
              </a:ext>
            </a:extLst>
          </p:cNvPr>
          <p:cNvSpPr>
            <a:spLocks noGrp="1"/>
          </p:cNvSpPr>
          <p:nvPr>
            <p:ph type="ftr" sz="quarter" idx="11"/>
          </p:nvPr>
        </p:nvSpPr>
        <p:spPr/>
        <p:txBody>
          <a:bodyPr/>
          <a:lstStyle/>
          <a:p>
            <a:endParaRPr lang="de-CH"/>
          </a:p>
        </p:txBody>
      </p:sp>
      <p:sp>
        <p:nvSpPr>
          <p:cNvPr id="5" name="Slide Number Placeholder 4">
            <a:extLst>
              <a:ext uri="{FF2B5EF4-FFF2-40B4-BE49-F238E27FC236}">
                <a16:creationId xmlns:a16="http://schemas.microsoft.com/office/drawing/2014/main" id="{87FE77DB-3A65-40BB-95CE-131D701F68B3}"/>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2749343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86202C-9526-41D5-A80B-2DF289677874}"/>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3" name="Footer Placeholder 2">
            <a:extLst>
              <a:ext uri="{FF2B5EF4-FFF2-40B4-BE49-F238E27FC236}">
                <a16:creationId xmlns:a16="http://schemas.microsoft.com/office/drawing/2014/main" id="{1E3DB588-08C7-4A6C-AB92-AA66E93DA399}"/>
              </a:ext>
            </a:extLst>
          </p:cNvPr>
          <p:cNvSpPr>
            <a:spLocks noGrp="1"/>
          </p:cNvSpPr>
          <p:nvPr>
            <p:ph type="ftr" sz="quarter" idx="11"/>
          </p:nvPr>
        </p:nvSpPr>
        <p:spPr/>
        <p:txBody>
          <a:bodyPr/>
          <a:lstStyle/>
          <a:p>
            <a:endParaRPr lang="de-CH"/>
          </a:p>
        </p:txBody>
      </p:sp>
      <p:sp>
        <p:nvSpPr>
          <p:cNvPr id="4" name="Slide Number Placeholder 3">
            <a:extLst>
              <a:ext uri="{FF2B5EF4-FFF2-40B4-BE49-F238E27FC236}">
                <a16:creationId xmlns:a16="http://schemas.microsoft.com/office/drawing/2014/main" id="{726035E7-88C8-4D96-B785-776340A7BD1B}"/>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458112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C2E0B-BAAE-488E-8A9B-5E2F972818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Content Placeholder 2">
            <a:extLst>
              <a:ext uri="{FF2B5EF4-FFF2-40B4-BE49-F238E27FC236}">
                <a16:creationId xmlns:a16="http://schemas.microsoft.com/office/drawing/2014/main" id="{308C22BD-ADB1-4F08-B9D6-E993F811FC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Text Placeholder 3">
            <a:extLst>
              <a:ext uri="{FF2B5EF4-FFF2-40B4-BE49-F238E27FC236}">
                <a16:creationId xmlns:a16="http://schemas.microsoft.com/office/drawing/2014/main" id="{CB329BCF-9547-4664-BC89-023CF460CD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B46FE1-476B-4893-8CD9-264AC97F89A0}"/>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6" name="Footer Placeholder 5">
            <a:extLst>
              <a:ext uri="{FF2B5EF4-FFF2-40B4-BE49-F238E27FC236}">
                <a16:creationId xmlns:a16="http://schemas.microsoft.com/office/drawing/2014/main" id="{7235B88A-2D78-46C2-BBA5-A7E4B6C778E0}"/>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1CFBCD13-0D0A-4531-9C78-280B19232CD6}"/>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848955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82F91-0DE7-463A-B320-CFD88985B9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Picture Placeholder 2">
            <a:extLst>
              <a:ext uri="{FF2B5EF4-FFF2-40B4-BE49-F238E27FC236}">
                <a16:creationId xmlns:a16="http://schemas.microsoft.com/office/drawing/2014/main" id="{DA8FAE06-08B0-40A8-8F3E-C20E2667A7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 Placeholder 3">
            <a:extLst>
              <a:ext uri="{FF2B5EF4-FFF2-40B4-BE49-F238E27FC236}">
                <a16:creationId xmlns:a16="http://schemas.microsoft.com/office/drawing/2014/main" id="{F52DC7CF-A958-437D-97CD-D3E81DB923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C2DCF7-E5CF-40ED-9C23-5F54FB7C501D}"/>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6" name="Footer Placeholder 5">
            <a:extLst>
              <a:ext uri="{FF2B5EF4-FFF2-40B4-BE49-F238E27FC236}">
                <a16:creationId xmlns:a16="http://schemas.microsoft.com/office/drawing/2014/main" id="{46B598A1-F516-4BF3-A1DB-EFB3FD805F93}"/>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24DCE8FE-0171-448F-8772-43B1E4122EF1}"/>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540261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7D866-2D41-48BC-9DC3-7FEE77BA7CD7}"/>
              </a:ext>
            </a:extLst>
          </p:cNvPr>
          <p:cNvSpPr>
            <a:spLocks noGrp="1"/>
          </p:cNvSpPr>
          <p:nvPr>
            <p:ph type="title"/>
          </p:nvPr>
        </p:nvSpPr>
        <p:spPr/>
        <p:txBody>
          <a:bodyPr/>
          <a:lstStyle/>
          <a:p>
            <a:r>
              <a:rPr lang="en-US"/>
              <a:t>Click to edit Master title style</a:t>
            </a:r>
            <a:endParaRPr lang="de-CH"/>
          </a:p>
        </p:txBody>
      </p:sp>
      <p:sp>
        <p:nvSpPr>
          <p:cNvPr id="3" name="Vertical Text Placeholder 2">
            <a:extLst>
              <a:ext uri="{FF2B5EF4-FFF2-40B4-BE49-F238E27FC236}">
                <a16:creationId xmlns:a16="http://schemas.microsoft.com/office/drawing/2014/main" id="{07477519-4E02-40D8-8B6A-3A512977D4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56831AF6-5DD6-4C3B-B500-F46F75D54246}"/>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5" name="Footer Placeholder 4">
            <a:extLst>
              <a:ext uri="{FF2B5EF4-FFF2-40B4-BE49-F238E27FC236}">
                <a16:creationId xmlns:a16="http://schemas.microsoft.com/office/drawing/2014/main" id="{A75992F3-29F5-4955-B2D5-391EC52DB763}"/>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DBDB107A-54F3-441F-911A-3CD57FDE6E72}"/>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94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349AB2-2AB2-43A7-8656-1622691F72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CH"/>
          </a:p>
        </p:txBody>
      </p:sp>
      <p:sp>
        <p:nvSpPr>
          <p:cNvPr id="3" name="Vertical Text Placeholder 2">
            <a:extLst>
              <a:ext uri="{FF2B5EF4-FFF2-40B4-BE49-F238E27FC236}">
                <a16:creationId xmlns:a16="http://schemas.microsoft.com/office/drawing/2014/main" id="{0E3361E9-F971-441C-8CE6-36B5044224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18CF5765-AAA1-4EBA-9889-B58751F154F4}"/>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5" name="Footer Placeholder 4">
            <a:extLst>
              <a:ext uri="{FF2B5EF4-FFF2-40B4-BE49-F238E27FC236}">
                <a16:creationId xmlns:a16="http://schemas.microsoft.com/office/drawing/2014/main" id="{71F360DF-246C-4E18-B36B-0922733683DC}"/>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F8C95E4A-A865-4DAD-8AEC-EE7D584D640C}"/>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27559124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CDFDE9-18F4-48C4-A401-3E984B3925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CH"/>
          </a:p>
        </p:txBody>
      </p:sp>
      <p:sp>
        <p:nvSpPr>
          <p:cNvPr id="3" name="Text Placeholder 2">
            <a:extLst>
              <a:ext uri="{FF2B5EF4-FFF2-40B4-BE49-F238E27FC236}">
                <a16:creationId xmlns:a16="http://schemas.microsoft.com/office/drawing/2014/main" id="{E517C9F2-47EC-46EF-9DAA-721B9E5EF3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B3B2DCEB-FFB0-4E16-B62A-C5FBA3476A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9B238C-2335-4007-98C9-471C02CC43B6}" type="datetimeFigureOut">
              <a:rPr lang="de-CH" smtClean="0"/>
              <a:t>26.10.2025</a:t>
            </a:fld>
            <a:endParaRPr lang="de-CH"/>
          </a:p>
        </p:txBody>
      </p:sp>
      <p:sp>
        <p:nvSpPr>
          <p:cNvPr id="5" name="Footer Placeholder 4">
            <a:extLst>
              <a:ext uri="{FF2B5EF4-FFF2-40B4-BE49-F238E27FC236}">
                <a16:creationId xmlns:a16="http://schemas.microsoft.com/office/drawing/2014/main" id="{028C72CA-B967-43BF-81A8-8AE258386D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CH"/>
          </a:p>
        </p:txBody>
      </p:sp>
      <p:sp>
        <p:nvSpPr>
          <p:cNvPr id="6" name="Slide Number Placeholder 5">
            <a:extLst>
              <a:ext uri="{FF2B5EF4-FFF2-40B4-BE49-F238E27FC236}">
                <a16:creationId xmlns:a16="http://schemas.microsoft.com/office/drawing/2014/main" id="{EDD67793-ADCE-4178-B0C6-9992EC74B2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4AC485-25DE-431E-B345-9C0A15BB7F8A}" type="slidenum">
              <a:rPr lang="de-CH" smtClean="0"/>
              <a:t>‹#›</a:t>
            </a:fld>
            <a:endParaRPr lang="de-CH"/>
          </a:p>
        </p:txBody>
      </p:sp>
    </p:spTree>
    <p:extLst>
      <p:ext uri="{BB962C8B-B14F-4D97-AF65-F5344CB8AC3E}">
        <p14:creationId xmlns:p14="http://schemas.microsoft.com/office/powerpoint/2010/main" val="15759566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arxiv.org/html/2302.01713v4" TargetMode="External"/><Relationship Id="rId2" Type="http://schemas.openxmlformats.org/officeDocument/2006/relationships/hyperlink" Target="https://mailarchive.ietf.org/arch/msg/nmop/dc8w2524j2RoV3ZduR7t8T0Rt7o/" TargetMode="External"/><Relationship Id="rId1" Type="http://schemas.openxmlformats.org/officeDocument/2006/relationships/slideLayout" Target="../slideLayouts/slideLayout2.xml"/><Relationship Id="rId4" Type="http://schemas.openxmlformats.org/officeDocument/2006/relationships/hyperlink" Target="https://arxiv.org/html/2402.06511v1"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datatracker.ietf.org/doc/html/draft-ietf-netconf-notif-envelope"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datatracker.ietf.org/doc/html/draft-netana-nmop-yang-message-broker-message-key"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
            <a:extLst>
              <a:ext uri="{FF2B5EF4-FFF2-40B4-BE49-F238E27FC236}">
                <a16:creationId xmlns:a16="http://schemas.microsoft.com/office/drawing/2014/main" id="{C26208B2-0D10-4C23-B2DE-372A62E98644}"/>
              </a:ext>
            </a:extLst>
          </p:cNvPr>
          <p:cNvSpPr txBox="1">
            <a:spLocks/>
          </p:cNvSpPr>
          <p:nvPr/>
        </p:nvSpPr>
        <p:spPr>
          <a:xfrm>
            <a:off x="606830" y="1365772"/>
            <a:ext cx="11395314" cy="32390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t>An Architecture for YANG-Push to Message Broker </a:t>
            </a:r>
            <a:r>
              <a:rPr lang="en-US" sz="3400" b="1" dirty="0">
                <a:solidFill>
                  <a:srgbClr val="FF0000"/>
                </a:solidFill>
              </a:rPr>
              <a:t>Integration</a:t>
            </a:r>
            <a:br>
              <a:rPr lang="en-US" sz="3600" b="1" dirty="0"/>
            </a:br>
            <a:r>
              <a:rPr lang="en-US" sz="2800" dirty="0"/>
              <a:t>draft-ietf-nmop-yang-message-broker-integration-09</a:t>
            </a:r>
          </a:p>
          <a:p>
            <a:endParaRPr lang="en-US" sz="2800" dirty="0"/>
          </a:p>
          <a:p>
            <a:r>
              <a:rPr lang="en-US" sz="2800" dirty="0">
                <a:solidFill>
                  <a:schemeClr val="bg2">
                    <a:lumMod val="75000"/>
                  </a:schemeClr>
                </a:solidFill>
              </a:rPr>
              <a:t>Motivation and architecture of a native</a:t>
            </a:r>
          </a:p>
          <a:p>
            <a:r>
              <a:rPr lang="en-US" sz="2800" dirty="0">
                <a:solidFill>
                  <a:schemeClr val="bg2">
                    <a:lumMod val="75000"/>
                  </a:schemeClr>
                </a:solidFill>
              </a:rPr>
              <a:t>	YANG-Push notifications and YANG Schema integration</a:t>
            </a:r>
          </a:p>
          <a:p>
            <a:r>
              <a:rPr lang="en-US" sz="2800" dirty="0">
                <a:solidFill>
                  <a:schemeClr val="bg2">
                    <a:lumMod val="75000"/>
                  </a:schemeClr>
                </a:solidFill>
              </a:rPr>
              <a:t>		into Message Broker and YANG Schema Registry</a:t>
            </a:r>
          </a:p>
        </p:txBody>
      </p:sp>
      <p:sp>
        <p:nvSpPr>
          <p:cNvPr id="2" name="Slide Number Placeholder 1">
            <a:extLst>
              <a:ext uri="{FF2B5EF4-FFF2-40B4-BE49-F238E27FC236}">
                <a16:creationId xmlns:a16="http://schemas.microsoft.com/office/drawing/2014/main" id="{AD23057C-339A-4254-8994-8EB77B8B4163}"/>
              </a:ext>
            </a:extLst>
          </p:cNvPr>
          <p:cNvSpPr>
            <a:spLocks noGrp="1"/>
          </p:cNvSpPr>
          <p:nvPr>
            <p:ph type="sldNum" sz="quarter" idx="12"/>
          </p:nvPr>
        </p:nvSpPr>
        <p:spPr>
          <a:xfrm>
            <a:off x="11587892" y="6361637"/>
            <a:ext cx="414251" cy="365125"/>
          </a:xfrm>
        </p:spPr>
        <p:txBody>
          <a:bodyPr/>
          <a:lstStyle/>
          <a:p>
            <a:fld id="{FC4AC485-25DE-431E-B345-9C0A15BB7F8A}" type="slidenum">
              <a:rPr lang="de-CH" sz="2200" smtClean="0"/>
              <a:t>1</a:t>
            </a:fld>
            <a:endParaRPr lang="de-CH" sz="2200" dirty="0"/>
          </a:p>
        </p:txBody>
      </p:sp>
      <p:sp>
        <p:nvSpPr>
          <p:cNvPr id="6" name="Subtitle 4">
            <a:extLst>
              <a:ext uri="{FF2B5EF4-FFF2-40B4-BE49-F238E27FC236}">
                <a16:creationId xmlns:a16="http://schemas.microsoft.com/office/drawing/2014/main" id="{6CAA0765-1318-4A03-8F91-D3ECC43D8FA7}"/>
              </a:ext>
            </a:extLst>
          </p:cNvPr>
          <p:cNvSpPr txBox="1">
            <a:spLocks/>
          </p:cNvSpPr>
          <p:nvPr/>
        </p:nvSpPr>
        <p:spPr>
          <a:xfrm>
            <a:off x="838200" y="5658415"/>
            <a:ext cx="11163943" cy="70322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ts val="300"/>
              </a:spcBef>
              <a:buNone/>
              <a:defRPr sz="1782"/>
            </a:pPr>
            <a:r>
              <a:rPr lang="de-CH" sz="1400" b="1" dirty="0">
                <a:latin typeface="+mj-lt"/>
              </a:rPr>
              <a:t>thomas.graf@swisscom.com</a:t>
            </a:r>
            <a:br>
              <a:rPr lang="de-CH" sz="1400" b="1" dirty="0">
                <a:latin typeface="+mj-lt"/>
              </a:rPr>
            </a:br>
            <a:r>
              <a:rPr lang="de-CH" sz="1400" dirty="0">
                <a:latin typeface="+mj-lt"/>
              </a:rPr>
              <a:t>ahmed.elhassany@swisscom.com</a:t>
            </a:r>
          </a:p>
          <a:p>
            <a:pPr marL="0" indent="0" algn="r">
              <a:spcBef>
                <a:spcPts val="300"/>
              </a:spcBef>
              <a:buNone/>
              <a:defRPr sz="1782"/>
            </a:pPr>
            <a:endParaRPr lang="de-CH" sz="1400" dirty="0">
              <a:latin typeface="+mj-lt"/>
            </a:endParaRPr>
          </a:p>
          <a:p>
            <a:pPr marL="0" indent="0" algn="r">
              <a:spcBef>
                <a:spcPts val="300"/>
              </a:spcBef>
              <a:buNone/>
            </a:pPr>
            <a:r>
              <a:rPr lang="de-CH" sz="1400" dirty="0">
                <a:latin typeface="+mj-lt"/>
              </a:rPr>
              <a:t>26. </a:t>
            </a:r>
            <a:r>
              <a:rPr lang="de-CH" sz="1400" dirty="0" err="1">
                <a:latin typeface="+mj-lt"/>
              </a:rPr>
              <a:t>October</a:t>
            </a:r>
            <a:r>
              <a:rPr lang="de-CH" sz="1400" dirty="0">
                <a:latin typeface="+mj-lt"/>
              </a:rPr>
              <a:t> </a:t>
            </a:r>
            <a:r>
              <a:rPr lang="de-CH" sz="1400" dirty="0">
                <a:latin typeface="+mj-lt"/>
                <a:ea typeface="+mj-ea"/>
                <a:cs typeface="+mj-cs"/>
              </a:rPr>
              <a:t>2025</a:t>
            </a:r>
            <a:endParaRPr lang="de-CH" sz="1400" dirty="0">
              <a:latin typeface="+mj-lt"/>
            </a:endParaRPr>
          </a:p>
          <a:p>
            <a:pPr algn="r"/>
            <a:endParaRPr lang="de-CH" sz="2200" dirty="0"/>
          </a:p>
        </p:txBody>
      </p:sp>
    </p:spTree>
    <p:extLst>
      <p:ext uri="{BB962C8B-B14F-4D97-AF65-F5344CB8AC3E}">
        <p14:creationId xmlns:p14="http://schemas.microsoft.com/office/powerpoint/2010/main" val="3578665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0F271-6F0D-4AC0-BB1D-F5C338165C13}"/>
              </a:ext>
            </a:extLst>
          </p:cNvPr>
          <p:cNvSpPr>
            <a:spLocks noGrp="1"/>
          </p:cNvSpPr>
          <p:nvPr>
            <p:ph type="title"/>
          </p:nvPr>
        </p:nvSpPr>
        <p:spPr/>
        <p:txBody>
          <a:bodyPr>
            <a:normAutofit/>
          </a:bodyPr>
          <a:lstStyle/>
          <a:p>
            <a:r>
              <a:rPr lang="en-US" sz="2800" b="1" dirty="0"/>
              <a:t>An Architecture for YANG-Push to Message Broker Integration</a:t>
            </a:r>
            <a:br>
              <a:rPr lang="en-GB" sz="3600" dirty="0"/>
            </a:br>
            <a:r>
              <a:rPr lang="en-GB" sz="2700" dirty="0">
                <a:solidFill>
                  <a:schemeClr val="bg2">
                    <a:lumMod val="75000"/>
                  </a:schemeClr>
                </a:solidFill>
              </a:rPr>
              <a:t>Status and Summary </a:t>
            </a:r>
            <a:r>
              <a:rPr lang="de-CH" sz="2700" dirty="0" err="1">
                <a:solidFill>
                  <a:schemeClr val="bg2">
                    <a:lumMod val="75000"/>
                  </a:schemeClr>
                </a:solidFill>
              </a:rPr>
              <a:t>from</a:t>
            </a:r>
            <a:r>
              <a:rPr lang="de-CH" sz="2700" dirty="0">
                <a:solidFill>
                  <a:schemeClr val="bg2">
                    <a:lumMod val="75000"/>
                  </a:schemeClr>
                </a:solidFill>
              </a:rPr>
              <a:t> </a:t>
            </a:r>
            <a:r>
              <a:rPr lang="de-CH" sz="2700" b="1" dirty="0">
                <a:solidFill>
                  <a:srgbClr val="FF0000"/>
                </a:solidFill>
              </a:rPr>
              <a:t>-08</a:t>
            </a:r>
            <a:endParaRPr lang="en-US" sz="2700" b="1" dirty="0">
              <a:solidFill>
                <a:srgbClr val="FF0000"/>
              </a:solidFill>
            </a:endParaRPr>
          </a:p>
        </p:txBody>
      </p:sp>
      <p:sp>
        <p:nvSpPr>
          <p:cNvPr id="3" name="Content Placeholder 2">
            <a:extLst>
              <a:ext uri="{FF2B5EF4-FFF2-40B4-BE49-F238E27FC236}">
                <a16:creationId xmlns:a16="http://schemas.microsoft.com/office/drawing/2014/main" id="{29C0DFD4-432D-4B0C-93DF-790441DCF5B9}"/>
              </a:ext>
            </a:extLst>
          </p:cNvPr>
          <p:cNvSpPr>
            <a:spLocks noGrp="1"/>
          </p:cNvSpPr>
          <p:nvPr>
            <p:ph idx="1"/>
          </p:nvPr>
        </p:nvSpPr>
        <p:spPr>
          <a:xfrm>
            <a:off x="838200" y="1772816"/>
            <a:ext cx="10601528" cy="4404148"/>
          </a:xfrm>
        </p:spPr>
        <p:txBody>
          <a:bodyPr>
            <a:noAutofit/>
          </a:bodyPr>
          <a:lstStyle/>
          <a:p>
            <a:r>
              <a:rPr lang="en-US" sz="1800" dirty="0">
                <a:latin typeface="Calibri Body"/>
              </a:rPr>
              <a:t>Addressed comments from Paul </a:t>
            </a:r>
            <a:r>
              <a:rPr lang="en-US" sz="1800" dirty="0" err="1">
                <a:latin typeface="Calibri Body"/>
              </a:rPr>
              <a:t>Aitke</a:t>
            </a:r>
            <a:r>
              <a:rPr lang="en-US" sz="1800" dirty="0">
                <a:latin typeface="Calibri Body"/>
              </a:rPr>
              <a:t>. Many thanks for the review! (</a:t>
            </a:r>
            <a:r>
              <a:rPr lang="en-US" sz="1800" dirty="0">
                <a:latin typeface="Calibri Body"/>
                <a:hlinkClick r:id="rId2"/>
              </a:rPr>
              <a:t>https://mailarchive.ietf.org/arch/msg/nmop/dc8w2524j2RoV3ZduR7t8T0Rt7o/</a:t>
            </a:r>
            <a:r>
              <a:rPr lang="en-US" sz="1800" dirty="0">
                <a:latin typeface="Calibri Body"/>
              </a:rPr>
              <a:t>). </a:t>
            </a:r>
          </a:p>
          <a:p>
            <a:r>
              <a:rPr lang="en-US" sz="1800" dirty="0">
                <a:latin typeface="Calibri Body"/>
              </a:rPr>
              <a:t>Paul raised a valid point on YANG and Data Mesh industry adoption claims. </a:t>
            </a:r>
            <a:br>
              <a:rPr lang="en-US" sz="1800" dirty="0">
                <a:latin typeface="Calibri Body"/>
              </a:rPr>
            </a:br>
            <a:br>
              <a:rPr lang="en-US" sz="1800" dirty="0">
                <a:latin typeface="Calibri Body"/>
              </a:rPr>
            </a:br>
            <a:r>
              <a:rPr lang="en-US" sz="1800" dirty="0">
                <a:latin typeface="Calibri Body"/>
              </a:rPr>
              <a:t>That external references for this claims would help to undermine that this not just the authors opinion. </a:t>
            </a:r>
            <a:br>
              <a:rPr lang="en-US" sz="1800" dirty="0">
                <a:latin typeface="Calibri Body"/>
              </a:rPr>
            </a:br>
            <a:endParaRPr lang="en-US" sz="1800" dirty="0">
              <a:latin typeface="Calibri Body"/>
            </a:endParaRPr>
          </a:p>
          <a:p>
            <a:pPr lvl="1">
              <a:spcBef>
                <a:spcPts val="1000"/>
              </a:spcBef>
              <a:buFont typeface="Wingdings" panose="05000000000000000000" pitchFamily="2" charset="2"/>
              <a:buChar char="Ø"/>
            </a:pPr>
            <a:r>
              <a:rPr lang="en-US" sz="1800" b="1" dirty="0">
                <a:solidFill>
                  <a:srgbClr val="FF0000"/>
                </a:solidFill>
                <a:latin typeface="Calibri Body"/>
              </a:rPr>
              <a:t>We like to hear from the working group wherever references to the following documents would help or other if you have other proposals.</a:t>
            </a:r>
            <a:br>
              <a:rPr lang="en-US" sz="1800" dirty="0">
                <a:latin typeface="Calibri Body"/>
              </a:rPr>
            </a:br>
            <a:endParaRPr lang="en-US" sz="1800" dirty="0">
              <a:latin typeface="Calibri Body"/>
            </a:endParaRPr>
          </a:p>
          <a:p>
            <a:pPr lvl="1">
              <a:spcBef>
                <a:spcPts val="1000"/>
              </a:spcBef>
            </a:pPr>
            <a:r>
              <a:rPr lang="en-US" sz="1800" dirty="0">
                <a:latin typeface="Calibri Body"/>
              </a:rPr>
              <a:t>Towards Avoiding the Data Mess: Industry Insights from Data Mesh Implementations: </a:t>
            </a:r>
            <a:r>
              <a:rPr lang="en-US" sz="1800" dirty="0">
                <a:latin typeface="Calibri Body"/>
                <a:hlinkClick r:id="rId3"/>
              </a:rPr>
              <a:t>https://arxiv.org/html/2302.01713v4</a:t>
            </a:r>
            <a:endParaRPr lang="en-US" sz="1800" dirty="0">
              <a:latin typeface="Calibri Body"/>
            </a:endParaRPr>
          </a:p>
          <a:p>
            <a:pPr lvl="1">
              <a:spcBef>
                <a:spcPts val="1000"/>
              </a:spcBef>
            </a:pPr>
            <a:r>
              <a:rPr lang="en-US" sz="1800" dirty="0">
                <a:latin typeface="Calibri Body"/>
              </a:rPr>
              <a:t>Toward Building a Semantic Network Inventory for Model-Driven Telemetry: </a:t>
            </a:r>
            <a:r>
              <a:rPr lang="en-US" sz="1800" dirty="0">
                <a:latin typeface="Calibri Body"/>
                <a:hlinkClick r:id="rId4"/>
              </a:rPr>
              <a:t>https://arxiv.org/html/2402.06511v1</a:t>
            </a:r>
            <a:endParaRPr lang="en-US" sz="1800" dirty="0">
              <a:latin typeface="Calibri Body"/>
            </a:endParaRPr>
          </a:p>
        </p:txBody>
      </p:sp>
      <p:sp>
        <p:nvSpPr>
          <p:cNvPr id="8" name="Slide Number Placeholder 1">
            <a:extLst>
              <a:ext uri="{FF2B5EF4-FFF2-40B4-BE49-F238E27FC236}">
                <a16:creationId xmlns:a16="http://schemas.microsoft.com/office/drawing/2014/main" id="{F03D7BF8-F90A-4F8C-8FCE-B1DB1DEC687A}"/>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2</a:t>
            </a:fld>
            <a:endParaRPr lang="de-CH" sz="1400" dirty="0"/>
          </a:p>
        </p:txBody>
      </p:sp>
    </p:spTree>
    <p:extLst>
      <p:ext uri="{BB962C8B-B14F-4D97-AF65-F5344CB8AC3E}">
        <p14:creationId xmlns:p14="http://schemas.microsoft.com/office/powerpoint/2010/main" val="2617504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12E10-D23C-63C1-BF5E-2E15CFD128FF}"/>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F6D5FF2-E4CF-46B4-608A-82B9EF4D42C4}"/>
              </a:ext>
            </a:extLst>
          </p:cNvPr>
          <p:cNvPicPr>
            <a:picLocks noChangeAspect="1"/>
          </p:cNvPicPr>
          <p:nvPr/>
        </p:nvPicPr>
        <p:blipFill>
          <a:blip r:embed="rId2"/>
          <a:stretch>
            <a:fillRect/>
          </a:stretch>
        </p:blipFill>
        <p:spPr>
          <a:xfrm>
            <a:off x="7498702" y="1287237"/>
            <a:ext cx="4089190" cy="5375306"/>
          </a:xfrm>
          <a:prstGeom prst="rect">
            <a:avLst/>
          </a:prstGeom>
        </p:spPr>
      </p:pic>
      <p:sp>
        <p:nvSpPr>
          <p:cNvPr id="2" name="Title 1">
            <a:extLst>
              <a:ext uri="{FF2B5EF4-FFF2-40B4-BE49-F238E27FC236}">
                <a16:creationId xmlns:a16="http://schemas.microsoft.com/office/drawing/2014/main" id="{925D8FC1-6AD2-4FDB-0618-87CF7F39767C}"/>
              </a:ext>
            </a:extLst>
          </p:cNvPr>
          <p:cNvSpPr>
            <a:spLocks noGrp="1"/>
          </p:cNvSpPr>
          <p:nvPr>
            <p:ph type="title"/>
          </p:nvPr>
        </p:nvSpPr>
        <p:spPr/>
        <p:txBody>
          <a:bodyPr>
            <a:normAutofit/>
          </a:bodyPr>
          <a:lstStyle/>
          <a:p>
            <a:r>
              <a:rPr lang="en-US" sz="2800" b="1" dirty="0"/>
              <a:t>An Architecture for YANG-Push to Message Broker Integration</a:t>
            </a:r>
            <a:br>
              <a:rPr lang="en-GB" sz="3600" dirty="0"/>
            </a:br>
            <a:r>
              <a:rPr lang="en-GB" sz="2700" dirty="0">
                <a:solidFill>
                  <a:schemeClr val="bg2">
                    <a:lumMod val="75000"/>
                  </a:schemeClr>
                </a:solidFill>
              </a:rPr>
              <a:t>Status and Summary </a:t>
            </a:r>
            <a:r>
              <a:rPr lang="de-CH" sz="2700" dirty="0" err="1">
                <a:solidFill>
                  <a:schemeClr val="bg2">
                    <a:lumMod val="75000"/>
                  </a:schemeClr>
                </a:solidFill>
              </a:rPr>
              <a:t>from</a:t>
            </a:r>
            <a:r>
              <a:rPr lang="de-CH" sz="2700" dirty="0">
                <a:solidFill>
                  <a:schemeClr val="bg2">
                    <a:lumMod val="75000"/>
                  </a:schemeClr>
                </a:solidFill>
              </a:rPr>
              <a:t> </a:t>
            </a:r>
            <a:r>
              <a:rPr lang="de-CH" sz="2700" b="1" dirty="0">
                <a:solidFill>
                  <a:srgbClr val="FF0000"/>
                </a:solidFill>
              </a:rPr>
              <a:t>-09</a:t>
            </a:r>
            <a:endParaRPr lang="en-US" sz="2700" dirty="0">
              <a:solidFill>
                <a:schemeClr val="bg2">
                  <a:lumMod val="75000"/>
                </a:schemeClr>
              </a:solidFill>
            </a:endParaRPr>
          </a:p>
        </p:txBody>
      </p:sp>
      <p:sp>
        <p:nvSpPr>
          <p:cNvPr id="3" name="Content Placeholder 2">
            <a:extLst>
              <a:ext uri="{FF2B5EF4-FFF2-40B4-BE49-F238E27FC236}">
                <a16:creationId xmlns:a16="http://schemas.microsoft.com/office/drawing/2014/main" id="{E1C8AC62-B5C5-ADE4-1957-88D3A14E964A}"/>
              </a:ext>
            </a:extLst>
          </p:cNvPr>
          <p:cNvSpPr>
            <a:spLocks noGrp="1"/>
          </p:cNvSpPr>
          <p:nvPr>
            <p:ph idx="1"/>
          </p:nvPr>
        </p:nvSpPr>
        <p:spPr>
          <a:xfrm>
            <a:off x="838200" y="1772816"/>
            <a:ext cx="6889468" cy="4404148"/>
          </a:xfrm>
        </p:spPr>
        <p:txBody>
          <a:bodyPr>
            <a:noAutofit/>
          </a:bodyPr>
          <a:lstStyle/>
          <a:p>
            <a:r>
              <a:rPr lang="en-US" sz="1800" dirty="0">
                <a:latin typeface="Calibri Body"/>
              </a:rPr>
              <a:t>Section 4.5, "Stream Catalog" was added. The term "Stream Catalog" was previously already defined. That semantics are exported to "Stream Catalog" and that end users interact with the "Streaming Catalog" is now clearly defined in the document. All other functional aspects of a "Stream Catalog" is out of document scope.</a:t>
            </a:r>
          </a:p>
          <a:p>
            <a:r>
              <a:rPr lang="en-US" sz="1800" dirty="0">
                <a:latin typeface="Calibri Body"/>
              </a:rPr>
              <a:t>Nacho mentioned in during IETF 123 that "Data Catalog" would be a better term than "Stream Catalog". The authors believe that "Stream Catalog" is a more commonly used term in context of Message Brokers. </a:t>
            </a:r>
            <a:r>
              <a:rPr lang="en-US" sz="1800" b="1" dirty="0">
                <a:solidFill>
                  <a:srgbClr val="FF0000"/>
                </a:solidFill>
                <a:latin typeface="Calibri Body"/>
              </a:rPr>
              <a:t>What is the working group opinion?</a:t>
            </a:r>
          </a:p>
          <a:p>
            <a:r>
              <a:rPr lang="en-US" sz="1800" dirty="0">
                <a:latin typeface="Calibri Body"/>
                <a:ea typeface="Times New Roman" panose="02020603050405020304" pitchFamily="18" charset="0"/>
              </a:rPr>
              <a:t>Changed from "</a:t>
            </a:r>
            <a:r>
              <a:rPr lang="en-US" sz="1800" dirty="0" err="1">
                <a:latin typeface="Calibri Body"/>
                <a:ea typeface="Times New Roman" panose="02020603050405020304" pitchFamily="18" charset="0"/>
              </a:rPr>
              <a:t>sysName</a:t>
            </a:r>
            <a:r>
              <a:rPr lang="en-US" sz="1800" dirty="0">
                <a:latin typeface="Calibri Body"/>
                <a:ea typeface="Times New Roman" panose="02020603050405020304" pitchFamily="18" charset="0"/>
              </a:rPr>
              <a:t>" to "hostname" to adapt to changes in </a:t>
            </a:r>
            <a:r>
              <a:rPr lang="en-US" sz="1800" dirty="0">
                <a:latin typeface="Calibri Body"/>
                <a:ea typeface="Times New Roman" panose="02020603050405020304" pitchFamily="18" charset="0"/>
                <a:hlinkClick r:id="rId3"/>
              </a:rPr>
              <a:t>draft-</a:t>
            </a:r>
            <a:r>
              <a:rPr lang="en-US" sz="1800" dirty="0" err="1">
                <a:latin typeface="Calibri Body"/>
                <a:ea typeface="Times New Roman" panose="02020603050405020304" pitchFamily="18" charset="0"/>
                <a:hlinkClick r:id="rId3"/>
              </a:rPr>
              <a:t>ietf</a:t>
            </a:r>
            <a:r>
              <a:rPr lang="en-US" sz="1800" dirty="0">
                <a:latin typeface="Calibri Body"/>
                <a:ea typeface="Times New Roman" panose="02020603050405020304" pitchFamily="18" charset="0"/>
                <a:hlinkClick r:id="rId3"/>
              </a:rPr>
              <a:t>-netconf-</a:t>
            </a:r>
            <a:r>
              <a:rPr lang="en-US" sz="1800" dirty="0" err="1">
                <a:latin typeface="Calibri Body"/>
                <a:ea typeface="Times New Roman" panose="02020603050405020304" pitchFamily="18" charset="0"/>
                <a:hlinkClick r:id="rId3"/>
              </a:rPr>
              <a:t>notif</a:t>
            </a:r>
            <a:r>
              <a:rPr lang="en-US" sz="1800" dirty="0">
                <a:latin typeface="Calibri Body"/>
                <a:ea typeface="Times New Roman" panose="02020603050405020304" pitchFamily="18" charset="0"/>
                <a:hlinkClick r:id="rId3"/>
              </a:rPr>
              <a:t>-envelope</a:t>
            </a:r>
            <a:r>
              <a:rPr lang="en-US" sz="1800" dirty="0">
                <a:latin typeface="Calibri Body"/>
                <a:ea typeface="Times New Roman" panose="02020603050405020304" pitchFamily="18" charset="0"/>
              </a:rPr>
              <a:t>.</a:t>
            </a:r>
          </a:p>
          <a:p>
            <a:r>
              <a:rPr lang="en-US" sz="1800" dirty="0">
                <a:effectLst/>
                <a:latin typeface="Calibri Body"/>
                <a:ea typeface="Times New Roman" panose="02020603050405020304" pitchFamily="18" charset="0"/>
              </a:rPr>
              <a:t>Changed </a:t>
            </a:r>
            <a:r>
              <a:rPr lang="en-US" sz="1800" dirty="0">
                <a:latin typeface="Calibri Body"/>
                <a:ea typeface="Times New Roman" panose="02020603050405020304" pitchFamily="18" charset="0"/>
              </a:rPr>
              <a:t>message broker examples from RabbitMQ to Apache Pulsar since Apache Pulsar also supports </a:t>
            </a:r>
            <a:r>
              <a:rPr lang="en-US" sz="1800" dirty="0">
                <a:latin typeface="Calibri Body"/>
                <a:ea typeface="Times New Roman" panose="02020603050405020304" pitchFamily="18" charset="0"/>
                <a:hlinkClick r:id="rId4"/>
              </a:rPr>
              <a:t>draft-</a:t>
            </a:r>
            <a:r>
              <a:rPr lang="en-US" sz="1800" dirty="0" err="1">
                <a:latin typeface="Calibri Body"/>
                <a:ea typeface="Times New Roman" panose="02020603050405020304" pitchFamily="18" charset="0"/>
                <a:hlinkClick r:id="rId4"/>
              </a:rPr>
              <a:t>netana</a:t>
            </a:r>
            <a:r>
              <a:rPr lang="en-US" sz="1800" dirty="0">
                <a:latin typeface="Calibri Body"/>
                <a:ea typeface="Times New Roman" panose="02020603050405020304" pitchFamily="18" charset="0"/>
                <a:hlinkClick r:id="rId4"/>
              </a:rPr>
              <a:t>-</a:t>
            </a:r>
            <a:r>
              <a:rPr lang="en-US" sz="1800" dirty="0" err="1">
                <a:latin typeface="Calibri Body"/>
                <a:ea typeface="Times New Roman" panose="02020603050405020304" pitchFamily="18" charset="0"/>
                <a:hlinkClick r:id="rId4"/>
              </a:rPr>
              <a:t>nmop</a:t>
            </a:r>
            <a:r>
              <a:rPr lang="en-US" sz="1800" dirty="0">
                <a:latin typeface="Calibri Body"/>
                <a:ea typeface="Times New Roman" panose="02020603050405020304" pitchFamily="18" charset="0"/>
                <a:hlinkClick r:id="rId4"/>
              </a:rPr>
              <a:t>-yang-message-broker-message-key</a:t>
            </a:r>
            <a:r>
              <a:rPr lang="en-US" sz="1800" dirty="0">
                <a:latin typeface="Calibri Body"/>
                <a:ea typeface="Times New Roman" panose="02020603050405020304" pitchFamily="18" charset="0"/>
              </a:rPr>
              <a:t> aspects.</a:t>
            </a:r>
          </a:p>
          <a:p>
            <a:pPr marL="0" indent="0">
              <a:buNone/>
            </a:pPr>
            <a:r>
              <a:rPr lang="en-US" sz="1800" b="1" dirty="0">
                <a:latin typeface="Calibri Body"/>
              </a:rPr>
              <a:t>Next Steps</a:t>
            </a:r>
          </a:p>
          <a:p>
            <a:pPr>
              <a:buFont typeface="Wingdings" panose="05000000000000000000" pitchFamily="2" charset="2"/>
              <a:buChar char="Ø"/>
            </a:pPr>
            <a:r>
              <a:rPr lang="en-US" sz="1800" b="1" dirty="0">
                <a:solidFill>
                  <a:srgbClr val="FF0000"/>
                </a:solidFill>
                <a:latin typeface="Calibri Body"/>
              </a:rPr>
              <a:t>The authors believe that the document is stable and ready for working group last call.</a:t>
            </a:r>
          </a:p>
        </p:txBody>
      </p:sp>
      <p:sp>
        <p:nvSpPr>
          <p:cNvPr id="8" name="Slide Number Placeholder 1">
            <a:extLst>
              <a:ext uri="{FF2B5EF4-FFF2-40B4-BE49-F238E27FC236}">
                <a16:creationId xmlns:a16="http://schemas.microsoft.com/office/drawing/2014/main" id="{8BB66400-890A-2BF7-2334-5D3E2ED00552}"/>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3</a:t>
            </a:fld>
            <a:endParaRPr lang="de-CH" sz="1400" dirty="0"/>
          </a:p>
        </p:txBody>
      </p:sp>
      <p:sp>
        <p:nvSpPr>
          <p:cNvPr id="5" name="Oval 4">
            <a:extLst>
              <a:ext uri="{FF2B5EF4-FFF2-40B4-BE49-F238E27FC236}">
                <a16:creationId xmlns:a16="http://schemas.microsoft.com/office/drawing/2014/main" id="{8C23250E-A19C-6C6E-E1FC-F12B08950F9A}"/>
              </a:ext>
            </a:extLst>
          </p:cNvPr>
          <p:cNvSpPr/>
          <p:nvPr/>
        </p:nvSpPr>
        <p:spPr>
          <a:xfrm>
            <a:off x="8141919" y="5153464"/>
            <a:ext cx="678730" cy="650450"/>
          </a:xfrm>
          <a:prstGeom prst="ellipse">
            <a:avLst/>
          </a:prstGeom>
          <a:solidFill>
            <a:srgbClr val="FF0000">
              <a:alpha val="2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Tree>
    <p:extLst>
      <p:ext uri="{BB962C8B-B14F-4D97-AF65-F5344CB8AC3E}">
        <p14:creationId xmlns:p14="http://schemas.microsoft.com/office/powerpoint/2010/main" val="2750719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B5027-5F9C-B1E6-0B7E-B85D1FD639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3503D3-1A0C-80A8-0BCF-4B81D8325DA7}"/>
              </a:ext>
            </a:extLst>
          </p:cNvPr>
          <p:cNvSpPr>
            <a:spLocks noGrp="1"/>
          </p:cNvSpPr>
          <p:nvPr>
            <p:ph type="title"/>
          </p:nvPr>
        </p:nvSpPr>
        <p:spPr/>
        <p:txBody>
          <a:bodyPr>
            <a:normAutofit/>
          </a:bodyPr>
          <a:lstStyle/>
          <a:p>
            <a:r>
              <a:rPr lang="en-US" sz="2800" b="1" dirty="0"/>
              <a:t>An Architecture for YANG-Push to Message Broker Integration</a:t>
            </a:r>
            <a:br>
              <a:rPr lang="en-GB" sz="3600" dirty="0"/>
            </a:br>
            <a:r>
              <a:rPr lang="en-GB" sz="2700" dirty="0">
                <a:solidFill>
                  <a:schemeClr val="bg2">
                    <a:lumMod val="75000"/>
                  </a:schemeClr>
                </a:solidFill>
              </a:rPr>
              <a:t>Next Steps</a:t>
            </a:r>
            <a:endParaRPr lang="en-US" sz="2700" dirty="0">
              <a:solidFill>
                <a:schemeClr val="bg2">
                  <a:lumMod val="75000"/>
                </a:schemeClr>
              </a:solidFill>
            </a:endParaRPr>
          </a:p>
        </p:txBody>
      </p:sp>
      <p:sp>
        <p:nvSpPr>
          <p:cNvPr id="3" name="Content Placeholder 2">
            <a:extLst>
              <a:ext uri="{FF2B5EF4-FFF2-40B4-BE49-F238E27FC236}">
                <a16:creationId xmlns:a16="http://schemas.microsoft.com/office/drawing/2014/main" id="{9C0498A2-E3FA-3E2D-2B34-142A2DCB1578}"/>
              </a:ext>
            </a:extLst>
          </p:cNvPr>
          <p:cNvSpPr>
            <a:spLocks noGrp="1"/>
          </p:cNvSpPr>
          <p:nvPr>
            <p:ph idx="1"/>
          </p:nvPr>
        </p:nvSpPr>
        <p:spPr>
          <a:xfrm>
            <a:off x="838200" y="1772816"/>
            <a:ext cx="10886440" cy="4404148"/>
          </a:xfrm>
        </p:spPr>
        <p:txBody>
          <a:bodyPr>
            <a:noAutofit/>
          </a:bodyPr>
          <a:lstStyle/>
          <a:p>
            <a:pPr marL="0" indent="0">
              <a:buNone/>
            </a:pPr>
            <a:r>
              <a:rPr lang="en-US" sz="1800" b="1" dirty="0">
                <a:latin typeface="Calibri Body"/>
              </a:rPr>
              <a:t>Next Steps</a:t>
            </a:r>
          </a:p>
          <a:p>
            <a:pPr>
              <a:buFont typeface="Wingdings" panose="05000000000000000000" pitchFamily="2" charset="2"/>
              <a:buChar char="Ø"/>
            </a:pPr>
            <a:r>
              <a:rPr lang="en-US" sz="1800" dirty="0">
                <a:latin typeface="Calibri Body"/>
              </a:rPr>
              <a:t>The milestones in the NMOP charter aims September 2025 for "Submit Architecture for YANG-Push to Message Broker Integration to the IESG"</a:t>
            </a:r>
          </a:p>
          <a:p>
            <a:pPr>
              <a:buFont typeface="Wingdings" panose="05000000000000000000" pitchFamily="2" charset="2"/>
              <a:buChar char="Ø"/>
            </a:pPr>
            <a:r>
              <a:rPr lang="en-US" sz="1800" dirty="0">
                <a:latin typeface="Calibri Body"/>
              </a:rPr>
              <a:t>The document went through several iterations and has multiple implementations. The last remaining normative referenced documents which did not pass working group last call yet are:</a:t>
            </a:r>
          </a:p>
          <a:p>
            <a:pPr lvl="1">
              <a:buFont typeface="Wingdings" panose="05000000000000000000" pitchFamily="2" charset="2"/>
              <a:buChar char="Ø"/>
            </a:pPr>
            <a:r>
              <a:rPr lang="en-US" sz="1800" dirty="0">
                <a:latin typeface="Calibri Body"/>
              </a:rPr>
              <a:t>draft-</a:t>
            </a:r>
            <a:r>
              <a:rPr lang="en-US" sz="1800" dirty="0" err="1">
                <a:latin typeface="Calibri Body"/>
              </a:rPr>
              <a:t>ietf</a:t>
            </a:r>
            <a:r>
              <a:rPr lang="en-US" sz="1800" dirty="0">
                <a:latin typeface="Calibri Body"/>
              </a:rPr>
              <a:t>-netconf-yang-notifications-versioning (requested working group last call at IETF 124)</a:t>
            </a:r>
          </a:p>
          <a:p>
            <a:pPr lvl="1">
              <a:buFont typeface="Wingdings" panose="05000000000000000000" pitchFamily="2" charset="2"/>
              <a:buChar char="Ø"/>
            </a:pPr>
            <a:r>
              <a:rPr lang="en-US" sz="1800" dirty="0">
                <a:latin typeface="Calibri Body"/>
              </a:rPr>
              <a:t>draft-</a:t>
            </a:r>
            <a:r>
              <a:rPr lang="en-US" sz="1800" dirty="0" err="1">
                <a:latin typeface="Calibri Body"/>
              </a:rPr>
              <a:t>ietf</a:t>
            </a:r>
            <a:r>
              <a:rPr lang="en-US" sz="1800" dirty="0">
                <a:latin typeface="Calibri Body"/>
              </a:rPr>
              <a:t>-</a:t>
            </a:r>
            <a:r>
              <a:rPr lang="en-US" sz="1800" dirty="0" err="1">
                <a:latin typeface="Calibri Body"/>
              </a:rPr>
              <a:t>nmop</a:t>
            </a:r>
            <a:r>
              <a:rPr lang="en-US" sz="1800" dirty="0">
                <a:latin typeface="Calibri Body"/>
              </a:rPr>
              <a:t>-message-broker-telemetry-message (second implementation at IETF 124, intend to request working group at IETF 125)</a:t>
            </a:r>
          </a:p>
          <a:p>
            <a:pPr>
              <a:buFont typeface="Wingdings" panose="05000000000000000000" pitchFamily="2" charset="2"/>
              <a:buChar char="Ø"/>
            </a:pPr>
            <a:r>
              <a:rPr lang="en-US" sz="1800" b="1">
                <a:solidFill>
                  <a:srgbClr val="FF0000"/>
                </a:solidFill>
                <a:latin typeface="Calibri Body"/>
              </a:rPr>
              <a:t>The </a:t>
            </a:r>
            <a:r>
              <a:rPr lang="en-US" sz="1800" b="1" dirty="0">
                <a:solidFill>
                  <a:srgbClr val="FF0000"/>
                </a:solidFill>
                <a:latin typeface="Calibri Body"/>
              </a:rPr>
              <a:t>authors suggest to trigger an early OPS directorate review to gauge wherever we have missed anything from an operations or management perspective.</a:t>
            </a:r>
          </a:p>
          <a:p>
            <a:pPr>
              <a:buFont typeface="Wingdings" panose="05000000000000000000" pitchFamily="2" charset="2"/>
              <a:buChar char="Ø"/>
            </a:pPr>
            <a:r>
              <a:rPr lang="en-US" sz="1800" b="1" dirty="0">
                <a:solidFill>
                  <a:srgbClr val="FF0000"/>
                </a:solidFill>
                <a:latin typeface="Calibri Body"/>
              </a:rPr>
              <a:t>The authors believe that the document is stable and ready for working group last call and be submitted together with draft-</a:t>
            </a:r>
            <a:r>
              <a:rPr lang="en-US" sz="1800" b="1" dirty="0" err="1">
                <a:solidFill>
                  <a:srgbClr val="FF0000"/>
                </a:solidFill>
                <a:latin typeface="Calibri Body"/>
              </a:rPr>
              <a:t>ietf</a:t>
            </a:r>
            <a:r>
              <a:rPr lang="en-US" sz="1800" b="1" dirty="0">
                <a:solidFill>
                  <a:srgbClr val="FF0000"/>
                </a:solidFill>
                <a:latin typeface="Calibri Body"/>
              </a:rPr>
              <a:t>-</a:t>
            </a:r>
            <a:r>
              <a:rPr lang="en-US" sz="1800" b="1" dirty="0" err="1">
                <a:solidFill>
                  <a:srgbClr val="FF0000"/>
                </a:solidFill>
                <a:latin typeface="Calibri Body"/>
              </a:rPr>
              <a:t>nmop</a:t>
            </a:r>
            <a:r>
              <a:rPr lang="en-US" sz="1800" b="1" dirty="0">
                <a:solidFill>
                  <a:srgbClr val="FF0000"/>
                </a:solidFill>
                <a:latin typeface="Calibri Body"/>
              </a:rPr>
              <a:t>-message-broker-telemetry-message to IESG at IETF 125.</a:t>
            </a:r>
          </a:p>
        </p:txBody>
      </p:sp>
      <p:sp>
        <p:nvSpPr>
          <p:cNvPr id="8" name="Slide Number Placeholder 1">
            <a:extLst>
              <a:ext uri="{FF2B5EF4-FFF2-40B4-BE49-F238E27FC236}">
                <a16:creationId xmlns:a16="http://schemas.microsoft.com/office/drawing/2014/main" id="{01C66484-AF25-6578-8718-283434135732}"/>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4</a:t>
            </a:fld>
            <a:endParaRPr lang="de-CH" sz="1400" dirty="0"/>
          </a:p>
        </p:txBody>
      </p:sp>
      <p:sp>
        <p:nvSpPr>
          <p:cNvPr id="4" name="Subtitle 4">
            <a:extLst>
              <a:ext uri="{FF2B5EF4-FFF2-40B4-BE49-F238E27FC236}">
                <a16:creationId xmlns:a16="http://schemas.microsoft.com/office/drawing/2014/main" id="{0E301C0F-66CA-73F9-A0FD-EA9585884704}"/>
              </a:ext>
            </a:extLst>
          </p:cNvPr>
          <p:cNvSpPr txBox="1">
            <a:spLocks/>
          </p:cNvSpPr>
          <p:nvPr/>
        </p:nvSpPr>
        <p:spPr>
          <a:xfrm>
            <a:off x="838200" y="5658415"/>
            <a:ext cx="11163943" cy="70322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ts val="300"/>
              </a:spcBef>
              <a:buNone/>
              <a:defRPr sz="1782"/>
            </a:pPr>
            <a:r>
              <a:rPr lang="de-CH" sz="1400" b="1" dirty="0">
                <a:latin typeface="+mj-lt"/>
              </a:rPr>
              <a:t>thomas.graf@swisscom.com</a:t>
            </a:r>
            <a:br>
              <a:rPr lang="de-CH" sz="1400" b="1" dirty="0">
                <a:latin typeface="+mj-lt"/>
              </a:rPr>
            </a:br>
            <a:r>
              <a:rPr lang="de-CH" sz="1400" dirty="0">
                <a:latin typeface="+mj-lt"/>
              </a:rPr>
              <a:t>ahmed.elhassany@swisscom.com</a:t>
            </a:r>
          </a:p>
          <a:p>
            <a:pPr marL="0" indent="0" algn="r">
              <a:spcBef>
                <a:spcPts val="300"/>
              </a:spcBef>
              <a:buNone/>
              <a:defRPr sz="1782"/>
            </a:pPr>
            <a:endParaRPr lang="de-CH" sz="1400" dirty="0">
              <a:latin typeface="+mj-lt"/>
            </a:endParaRPr>
          </a:p>
          <a:p>
            <a:pPr marL="0" indent="0" algn="r">
              <a:spcBef>
                <a:spcPts val="300"/>
              </a:spcBef>
              <a:buNone/>
            </a:pPr>
            <a:r>
              <a:rPr lang="de-CH" sz="1400" dirty="0">
                <a:latin typeface="+mj-lt"/>
              </a:rPr>
              <a:t>26. </a:t>
            </a:r>
            <a:r>
              <a:rPr lang="de-CH" sz="1400" dirty="0" err="1">
                <a:latin typeface="+mj-lt"/>
              </a:rPr>
              <a:t>October</a:t>
            </a:r>
            <a:r>
              <a:rPr lang="de-CH" sz="1400" dirty="0">
                <a:latin typeface="+mj-lt"/>
              </a:rPr>
              <a:t> </a:t>
            </a:r>
            <a:r>
              <a:rPr lang="de-CH" sz="1400" dirty="0">
                <a:latin typeface="+mj-lt"/>
                <a:ea typeface="+mj-ea"/>
                <a:cs typeface="+mj-cs"/>
              </a:rPr>
              <a:t>2025</a:t>
            </a:r>
            <a:endParaRPr lang="de-CH" sz="1400" dirty="0">
              <a:latin typeface="+mj-lt"/>
            </a:endParaRPr>
          </a:p>
          <a:p>
            <a:pPr algn="r"/>
            <a:endParaRPr lang="de-CH" sz="2200" dirty="0"/>
          </a:p>
        </p:txBody>
      </p:sp>
    </p:spTree>
    <p:extLst>
      <p:ext uri="{BB962C8B-B14F-4D97-AF65-F5344CB8AC3E}">
        <p14:creationId xmlns:p14="http://schemas.microsoft.com/office/powerpoint/2010/main" val="3884973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2e1fccfb-80ca-4fe1-a574-1516544edb53}" enabled="1" method="Standard" siteId="{364e5b87-c1c7-420d-9bee-c35d19b557a1}" removed="0"/>
</clbl:labelList>
</file>

<file path=docProps/app.xml><?xml version="1.0" encoding="utf-8"?>
<Properties xmlns="http://schemas.openxmlformats.org/officeDocument/2006/extended-properties" xmlns:vt="http://schemas.openxmlformats.org/officeDocument/2006/docPropsVTypes">
  <Template/>
  <TotalTime>0</TotalTime>
  <Words>541</Words>
  <Application>Microsoft Office PowerPoint</Application>
  <PresentationFormat>Widescreen</PresentationFormat>
  <Paragraphs>36</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Calibri Body</vt:lpstr>
      <vt:lpstr>Arial</vt:lpstr>
      <vt:lpstr>Calibri</vt:lpstr>
      <vt:lpstr>Calibri Light</vt:lpstr>
      <vt:lpstr>Wingdings</vt:lpstr>
      <vt:lpstr>Office Theme</vt:lpstr>
      <vt:lpstr>PowerPoint Presentation</vt:lpstr>
      <vt:lpstr>An Architecture for YANG-Push to Message Broker Integration Status and Summary from -08</vt:lpstr>
      <vt:lpstr>An Architecture for YANG-Push to Message Broker Integration Status and Summary from -09</vt:lpstr>
      <vt:lpstr>An Architecture for YANG-Push to Message Broker Integration 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 der  Präsentation</dc:title>
  <dc:creator>Graf Thomas, INI-ONE-WSN-DCF</dc:creator>
  <cp:lastModifiedBy>Graf Thomas, SCS-INI-NET-VNC-E2E</cp:lastModifiedBy>
  <cp:revision>262</cp:revision>
  <dcterms:created xsi:type="dcterms:W3CDTF">2019-11-29T14:22:02Z</dcterms:created>
  <dcterms:modified xsi:type="dcterms:W3CDTF">2025-10-26T13:02:39Z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e1fccfb-80ca-4fe1-a574-1516544edb53_Enabled">
    <vt:lpwstr>true</vt:lpwstr>
  </property>
  <property fmtid="{D5CDD505-2E9C-101B-9397-08002B2CF9AE}" pid="3" name="MSIP_Label_2e1fccfb-80ca-4fe1-a574-1516544edb53_SetDate">
    <vt:lpwstr>2023-03-20T10:46:29Z</vt:lpwstr>
  </property>
  <property fmtid="{D5CDD505-2E9C-101B-9397-08002B2CF9AE}" pid="4" name="MSIP_Label_2e1fccfb-80ca-4fe1-a574-1516544edb53_Method">
    <vt:lpwstr>Standard</vt:lpwstr>
  </property>
  <property fmtid="{D5CDD505-2E9C-101B-9397-08002B2CF9AE}" pid="5" name="MSIP_Label_2e1fccfb-80ca-4fe1-a574-1516544edb53_Name">
    <vt:lpwstr>C2 Internal</vt:lpwstr>
  </property>
  <property fmtid="{D5CDD505-2E9C-101B-9397-08002B2CF9AE}" pid="6" name="MSIP_Label_2e1fccfb-80ca-4fe1-a574-1516544edb53_SiteId">
    <vt:lpwstr>364e5b87-c1c7-420d-9bee-c35d19b557a1</vt:lpwstr>
  </property>
  <property fmtid="{D5CDD505-2E9C-101B-9397-08002B2CF9AE}" pid="7" name="MSIP_Label_2e1fccfb-80ca-4fe1-a574-1516544edb53_ActionId">
    <vt:lpwstr>f20e7325-fc30-45a7-a02f-991797c0d813</vt:lpwstr>
  </property>
  <property fmtid="{D5CDD505-2E9C-101B-9397-08002B2CF9AE}" pid="8" name="MSIP_Label_2e1fccfb-80ca-4fe1-a574-1516544edb53_ContentBits">
    <vt:lpwstr>0</vt:lpwstr>
  </property>
  <property fmtid="{D5CDD505-2E9C-101B-9397-08002B2CF9AE}" pid="9" name="Sensitivity">
    <vt:lpwstr>C2 General</vt:lpwstr>
  </property>
</Properties>
</file>