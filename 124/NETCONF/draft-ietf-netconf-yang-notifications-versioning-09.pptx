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041" r:id="rId2"/>
    <p:sldId id="257" r:id="rId3"/>
    <p:sldId id="104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271B2-E9F2-47EE-BC3F-BE123BE463BB}" v="20" dt="2025-10-26T12:33:12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1695" autoAdjust="0"/>
  </p:normalViewPr>
  <p:slideViewPr>
    <p:cSldViewPr snapToGrid="0">
      <p:cViewPr varScale="1">
        <p:scale>
          <a:sx n="98" d="100"/>
          <a:sy n="98" d="100"/>
        </p:scale>
        <p:origin x="876" y="7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INI-NET-VNC-HCS" userId="487bc3e3-9ce7-4cdd-b7b4-8899ea88d289" providerId="ADAL" clId="{FEDABB83-7BC9-4092-9137-EDC9B22DAE2E}"/>
    <pc:docChg chg="undo custSel delSld modSld sldOrd">
      <pc:chgData name="Graf Thomas, INI-NET-VNC-HCS" userId="487bc3e3-9ce7-4cdd-b7b4-8899ea88d289" providerId="ADAL" clId="{FEDABB83-7BC9-4092-9137-EDC9B22DAE2E}" dt="2024-07-12T08:18:16.296" v="23" actId="47"/>
      <pc:docMkLst>
        <pc:docMk/>
      </pc:docMkLst>
      <pc:sldChg chg="addSp delSp modSp mod">
        <pc:chgData name="Graf Thomas, INI-NET-VNC-HCS" userId="487bc3e3-9ce7-4cdd-b7b4-8899ea88d289" providerId="ADAL" clId="{FEDABB83-7BC9-4092-9137-EDC9B22DAE2E}" dt="2024-07-12T08:16:44.304" v="16" actId="20577"/>
        <pc:sldMkLst>
          <pc:docMk/>
          <pc:sldMk cId="3578665336" sldId="1041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3264932988" sldId="26418"/>
        </pc:sldMkLst>
      </pc:sldChg>
      <pc:sldChg chg="del">
        <pc:chgData name="Graf Thomas, INI-NET-VNC-HCS" userId="487bc3e3-9ce7-4cdd-b7b4-8899ea88d289" providerId="ADAL" clId="{FEDABB83-7BC9-4092-9137-EDC9B22DAE2E}" dt="2024-07-12T08:18:16.296" v="23" actId="47"/>
        <pc:sldMkLst>
          <pc:docMk/>
          <pc:sldMk cId="1088069469" sldId="26422"/>
        </pc:sldMkLst>
      </pc:sldChg>
      <pc:sldChg chg="del">
        <pc:chgData name="Graf Thomas, INI-NET-VNC-HCS" userId="487bc3e3-9ce7-4cdd-b7b4-8899ea88d289" providerId="ADAL" clId="{FEDABB83-7BC9-4092-9137-EDC9B22DAE2E}" dt="2024-07-12T08:18:16.296" v="23" actId="47"/>
        <pc:sldMkLst>
          <pc:docMk/>
          <pc:sldMk cId="670772560" sldId="2145706220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1980732846" sldId="2145706229"/>
        </pc:sldMkLst>
      </pc:sldChg>
      <pc:sldChg chg="del">
        <pc:chgData name="Graf Thomas, INI-NET-VNC-HCS" userId="487bc3e3-9ce7-4cdd-b7b4-8899ea88d289" providerId="ADAL" clId="{FEDABB83-7BC9-4092-9137-EDC9B22DAE2E}" dt="2024-07-12T08:17:34.811" v="20" actId="47"/>
        <pc:sldMkLst>
          <pc:docMk/>
          <pc:sldMk cId="3864283889" sldId="2145706236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3678903494" sldId="2145706255"/>
        </pc:sldMkLst>
      </pc:sldChg>
      <pc:sldChg chg="del">
        <pc:chgData name="Graf Thomas, INI-NET-VNC-HCS" userId="487bc3e3-9ce7-4cdd-b7b4-8899ea88d289" providerId="ADAL" clId="{FEDABB83-7BC9-4092-9137-EDC9B22DAE2E}" dt="2024-07-12T08:18:16.296" v="23" actId="47"/>
        <pc:sldMkLst>
          <pc:docMk/>
          <pc:sldMk cId="2684272815" sldId="2145706258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2945280267" sldId="2145706259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1767383836" sldId="2145706260"/>
        </pc:sldMkLst>
      </pc:sldChg>
      <pc:sldChg chg="del">
        <pc:chgData name="Graf Thomas, INI-NET-VNC-HCS" userId="487bc3e3-9ce7-4cdd-b7b4-8899ea88d289" providerId="ADAL" clId="{FEDABB83-7BC9-4092-9137-EDC9B22DAE2E}" dt="2024-07-12T08:17:00.062" v="17" actId="47"/>
        <pc:sldMkLst>
          <pc:docMk/>
          <pc:sldMk cId="22946092" sldId="2145706261"/>
        </pc:sldMkLst>
      </pc:sldChg>
      <pc:sldChg chg="ord">
        <pc:chgData name="Graf Thomas, INI-NET-VNC-HCS" userId="487bc3e3-9ce7-4cdd-b7b4-8899ea88d289" providerId="ADAL" clId="{FEDABB83-7BC9-4092-9137-EDC9B22DAE2E}" dt="2024-07-12T08:18:04.248" v="22"/>
        <pc:sldMkLst>
          <pc:docMk/>
          <pc:sldMk cId="1336863920" sldId="2145706266"/>
        </pc:sldMkLst>
      </pc:sldChg>
      <pc:sldChg chg="del">
        <pc:chgData name="Graf Thomas, INI-NET-VNC-HCS" userId="487bc3e3-9ce7-4cdd-b7b4-8899ea88d289" providerId="ADAL" clId="{FEDABB83-7BC9-4092-9137-EDC9B22DAE2E}" dt="2024-07-12T08:18:16.296" v="23" actId="47"/>
        <pc:sldMkLst>
          <pc:docMk/>
          <pc:sldMk cId="2190777119" sldId="2145706267"/>
        </pc:sldMkLst>
      </pc:sldChg>
      <pc:sldMasterChg chg="delSldLayout">
        <pc:chgData name="Graf Thomas, INI-NET-VNC-HCS" userId="487bc3e3-9ce7-4cdd-b7b4-8899ea88d289" providerId="ADAL" clId="{FEDABB83-7BC9-4092-9137-EDC9B22DAE2E}" dt="2024-07-12T08:18:16.296" v="23" actId="47"/>
        <pc:sldMasterMkLst>
          <pc:docMk/>
          <pc:sldMasterMk cId="1575956613" sldId="2147483648"/>
        </pc:sldMasterMkLst>
        <pc:sldLayoutChg chg="del">
          <pc:chgData name="Graf Thomas, INI-NET-VNC-HCS" userId="487bc3e3-9ce7-4cdd-b7b4-8899ea88d289" providerId="ADAL" clId="{FEDABB83-7BC9-4092-9137-EDC9B22DAE2E}" dt="2024-07-12T08:18:16.296" v="23" actId="47"/>
          <pc:sldLayoutMkLst>
            <pc:docMk/>
            <pc:sldMasterMk cId="1575956613" sldId="2147483648"/>
            <pc:sldLayoutMk cId="2836146050" sldId="2147483661"/>
          </pc:sldLayoutMkLst>
        </pc:sldLayoutChg>
      </pc:sldMasterChg>
    </pc:docChg>
  </pc:docChgLst>
  <pc:docChgLst>
    <pc:chgData name="Graf Thomas, SCS-INI-NET-VNC-E2E" userId="487bc3e3-9ce7-4cdd-b7b4-8899ea88d289" providerId="ADAL" clId="{EFE271B2-E9F2-47EE-BC3F-BE123BE463BB}"/>
    <pc:docChg chg="undo custSel addSld delSld modSld">
      <pc:chgData name="Graf Thomas, SCS-INI-NET-VNC-E2E" userId="487bc3e3-9ce7-4cdd-b7b4-8899ea88d289" providerId="ADAL" clId="{EFE271B2-E9F2-47EE-BC3F-BE123BE463BB}" dt="2025-10-26T12:31:35.644" v="1075" actId="20577"/>
      <pc:docMkLst>
        <pc:docMk/>
      </pc:docMkLst>
      <pc:sldChg chg="modSp add mod">
        <pc:chgData name="Graf Thomas, SCS-INI-NET-VNC-E2E" userId="487bc3e3-9ce7-4cdd-b7b4-8899ea88d289" providerId="ADAL" clId="{EFE271B2-E9F2-47EE-BC3F-BE123BE463BB}" dt="2025-10-26T12:31:35.644" v="1075" actId="20577"/>
        <pc:sldMkLst>
          <pc:docMk/>
          <pc:sldMk cId="0" sldId="257"/>
        </pc:sldMkLst>
        <pc:spChg chg="mod">
          <ac:chgData name="Graf Thomas, SCS-INI-NET-VNC-E2E" userId="487bc3e3-9ce7-4cdd-b7b4-8899ea88d289" providerId="ADAL" clId="{EFE271B2-E9F2-47EE-BC3F-BE123BE463BB}" dt="2025-10-25T09:21:56.637" v="598" actId="207"/>
          <ac:spMkLst>
            <pc:docMk/>
            <pc:sldMk cId="0" sldId="257"/>
            <ac:spMk id="95" creationId="{00000000-0000-0000-0000-000000000000}"/>
          </ac:spMkLst>
        </pc:spChg>
        <pc:spChg chg="mod">
          <ac:chgData name="Graf Thomas, SCS-INI-NET-VNC-E2E" userId="487bc3e3-9ce7-4cdd-b7b4-8899ea88d289" providerId="ADAL" clId="{EFE271B2-E9F2-47EE-BC3F-BE123BE463BB}" dt="2025-10-26T12:31:35.644" v="1075" actId="20577"/>
          <ac:spMkLst>
            <pc:docMk/>
            <pc:sldMk cId="0" sldId="257"/>
            <ac:spMk id="96" creationId="{00000000-0000-0000-0000-000000000000}"/>
          </ac:spMkLst>
        </pc:spChg>
      </pc:sldChg>
      <pc:sldChg chg="modSp mod">
        <pc:chgData name="Graf Thomas, SCS-INI-NET-VNC-E2E" userId="487bc3e3-9ce7-4cdd-b7b4-8899ea88d289" providerId="ADAL" clId="{EFE271B2-E9F2-47EE-BC3F-BE123BE463BB}" dt="2025-10-26T12:30:25.089" v="1010" actId="113"/>
        <pc:sldMkLst>
          <pc:docMk/>
          <pc:sldMk cId="3578665336" sldId="1041"/>
        </pc:sldMkLst>
        <pc:spChg chg="mod">
          <ac:chgData name="Graf Thomas, SCS-INI-NET-VNC-E2E" userId="487bc3e3-9ce7-4cdd-b7b4-8899ea88d289" providerId="ADAL" clId="{EFE271B2-E9F2-47EE-BC3F-BE123BE463BB}" dt="2025-10-26T12:30:25.089" v="1010" actId="113"/>
          <ac:spMkLst>
            <pc:docMk/>
            <pc:sldMk cId="3578665336" sldId="1041"/>
            <ac:spMk id="3" creationId="{656DC9F1-232F-64A5-3F26-259ACFB76F12}"/>
          </ac:spMkLst>
        </pc:spChg>
        <pc:spChg chg="mod">
          <ac:chgData name="Graf Thomas, SCS-INI-NET-VNC-E2E" userId="487bc3e3-9ce7-4cdd-b7b4-8899ea88d289" providerId="ADAL" clId="{EFE271B2-E9F2-47EE-BC3F-BE123BE463BB}" dt="2025-10-25T09:05:44.831" v="49" actId="20577"/>
          <ac:spMkLst>
            <pc:docMk/>
            <pc:sldMk cId="3578665336" sldId="1041"/>
            <ac:spMk id="5" creationId="{C26208B2-0D10-4C23-B2DE-372A62E98644}"/>
          </ac:spMkLst>
        </pc:spChg>
      </pc:sldChg>
      <pc:sldChg chg="addSp modSp add mod">
        <pc:chgData name="Graf Thomas, SCS-INI-NET-VNC-E2E" userId="487bc3e3-9ce7-4cdd-b7b4-8899ea88d289" providerId="ADAL" clId="{EFE271B2-E9F2-47EE-BC3F-BE123BE463BB}" dt="2025-10-26T12:30:29.066" v="1011"/>
        <pc:sldMkLst>
          <pc:docMk/>
          <pc:sldMk cId="1426225457" sldId="1042"/>
        </pc:sldMkLst>
        <pc:spChg chg="add mod">
          <ac:chgData name="Graf Thomas, SCS-INI-NET-VNC-E2E" userId="487bc3e3-9ce7-4cdd-b7b4-8899ea88d289" providerId="ADAL" clId="{EFE271B2-E9F2-47EE-BC3F-BE123BE463BB}" dt="2025-10-26T12:30:29.066" v="1011"/>
          <ac:spMkLst>
            <pc:docMk/>
            <pc:sldMk cId="1426225457" sldId="1042"/>
            <ac:spMk id="2" creationId="{9397E8D5-37AC-AA74-2F68-BD573EFC402B}"/>
          </ac:spMkLst>
        </pc:spChg>
        <pc:spChg chg="mod">
          <ac:chgData name="Graf Thomas, SCS-INI-NET-VNC-E2E" userId="487bc3e3-9ce7-4cdd-b7b4-8899ea88d289" providerId="ADAL" clId="{EFE271B2-E9F2-47EE-BC3F-BE123BE463BB}" dt="2025-10-25T09:21:59.506" v="599" actId="207"/>
          <ac:spMkLst>
            <pc:docMk/>
            <pc:sldMk cId="1426225457" sldId="1042"/>
            <ac:spMk id="95" creationId="{E81ABABA-FF69-84E3-3B68-A52CFCC2FDFF}"/>
          </ac:spMkLst>
        </pc:spChg>
        <pc:spChg chg="mod">
          <ac:chgData name="Graf Thomas, SCS-INI-NET-VNC-E2E" userId="487bc3e3-9ce7-4cdd-b7b4-8899ea88d289" providerId="ADAL" clId="{EFE271B2-E9F2-47EE-BC3F-BE123BE463BB}" dt="2025-10-25T09:24:12.588" v="661" actId="20577"/>
          <ac:spMkLst>
            <pc:docMk/>
            <pc:sldMk cId="1426225457" sldId="1042"/>
            <ac:spMk id="96" creationId="{849F6367-320D-80B2-5EDC-8047F9B84AA7}"/>
          </ac:spMkLst>
        </pc:spChg>
      </pc:sldChg>
      <pc:sldChg chg="del">
        <pc:chgData name="Graf Thomas, SCS-INI-NET-VNC-E2E" userId="487bc3e3-9ce7-4cdd-b7b4-8899ea88d289" providerId="ADAL" clId="{EFE271B2-E9F2-47EE-BC3F-BE123BE463BB}" dt="2025-10-25T09:02:38.714" v="47" actId="47"/>
        <pc:sldMkLst>
          <pc:docMk/>
          <pc:sldMk cId="2701002203" sldId="2145706256"/>
        </pc:sldMkLst>
      </pc:sldChg>
      <pc:sldChg chg="del">
        <pc:chgData name="Graf Thomas, SCS-INI-NET-VNC-E2E" userId="487bc3e3-9ce7-4cdd-b7b4-8899ea88d289" providerId="ADAL" clId="{EFE271B2-E9F2-47EE-BC3F-BE123BE463BB}" dt="2025-10-25T09:02:36.640" v="46" actId="47"/>
        <pc:sldMkLst>
          <pc:docMk/>
          <pc:sldMk cId="241911226" sldId="2145706262"/>
        </pc:sldMkLst>
      </pc:sldChg>
      <pc:sldChg chg="del">
        <pc:chgData name="Graf Thomas, SCS-INI-NET-VNC-E2E" userId="487bc3e3-9ce7-4cdd-b7b4-8899ea88d289" providerId="ADAL" clId="{EFE271B2-E9F2-47EE-BC3F-BE123BE463BB}" dt="2025-10-25T09:02:36.640" v="46" actId="47"/>
        <pc:sldMkLst>
          <pc:docMk/>
          <pc:sldMk cId="1336863920" sldId="2145706266"/>
        </pc:sldMkLst>
      </pc:sldChg>
      <pc:sldChg chg="del">
        <pc:chgData name="Graf Thomas, SCS-INI-NET-VNC-E2E" userId="487bc3e3-9ce7-4cdd-b7b4-8899ea88d289" providerId="ADAL" clId="{EFE271B2-E9F2-47EE-BC3F-BE123BE463BB}" dt="2025-10-25T09:02:36.640" v="46" actId="47"/>
        <pc:sldMkLst>
          <pc:docMk/>
          <pc:sldMk cId="2990999461" sldId="2145706267"/>
        </pc:sldMkLst>
      </pc:sldChg>
      <pc:sldMasterChg chg="delSldLayout">
        <pc:chgData name="Graf Thomas, SCS-INI-NET-VNC-E2E" userId="487bc3e3-9ce7-4cdd-b7b4-8899ea88d289" providerId="ADAL" clId="{EFE271B2-E9F2-47EE-BC3F-BE123BE463BB}" dt="2025-10-25T09:02:36.640" v="46" actId="47"/>
        <pc:sldMasterMkLst>
          <pc:docMk/>
          <pc:sldMasterMk cId="1575956613" sldId="2147483648"/>
        </pc:sldMasterMkLst>
        <pc:sldLayoutChg chg="del">
          <pc:chgData name="Graf Thomas, SCS-INI-NET-VNC-E2E" userId="487bc3e3-9ce7-4cdd-b7b4-8899ea88d289" providerId="ADAL" clId="{EFE271B2-E9F2-47EE-BC3F-BE123BE463BB}" dt="2025-10-25T09:02:36.640" v="46" actId="47"/>
          <pc:sldLayoutMkLst>
            <pc:docMk/>
            <pc:sldMasterMk cId="1575956613" sldId="2147483648"/>
            <pc:sldLayoutMk cId="1005672142" sldId="2147483660"/>
          </pc:sldLayoutMkLst>
        </pc:sldLayoutChg>
      </pc:sldMasterChg>
    </pc:docChg>
  </pc:docChgLst>
  <pc:docChgLst>
    <pc:chgData name="Graf Thomas, INI-NET-VNC-HCS" userId="487bc3e3-9ce7-4cdd-b7b4-8899ea88d289" providerId="ADAL" clId="{EB110180-FE40-41A5-A7A7-BD63C96EDD0C}"/>
    <pc:docChg chg="undo custSel addSld delSld modSld sldOrd">
      <pc:chgData name="Graf Thomas, INI-NET-VNC-HCS" userId="487bc3e3-9ce7-4cdd-b7b4-8899ea88d289" providerId="ADAL" clId="{EB110180-FE40-41A5-A7A7-BD63C96EDD0C}" dt="2024-07-12T07:58:38.560" v="218" actId="20577"/>
      <pc:docMkLst>
        <pc:docMk/>
      </pc:docMkLst>
      <pc:sldChg chg="modSp mod">
        <pc:chgData name="Graf Thomas, INI-NET-VNC-HCS" userId="487bc3e3-9ce7-4cdd-b7b4-8899ea88d289" providerId="ADAL" clId="{EB110180-FE40-41A5-A7A7-BD63C96EDD0C}" dt="2024-07-12T07:58:38.560" v="218" actId="20577"/>
        <pc:sldMkLst>
          <pc:docMk/>
          <pc:sldMk cId="3578665336" sldId="1041"/>
        </pc:sldMkLst>
      </pc:sldChg>
      <pc:sldChg chg="ord">
        <pc:chgData name="Graf Thomas, INI-NET-VNC-HCS" userId="487bc3e3-9ce7-4cdd-b7b4-8899ea88d289" providerId="ADAL" clId="{EB110180-FE40-41A5-A7A7-BD63C96EDD0C}" dt="2024-07-12T07:42:51.259" v="132"/>
        <pc:sldMkLst>
          <pc:docMk/>
          <pc:sldMk cId="1088069469" sldId="26422"/>
        </pc:sldMkLst>
      </pc:sldChg>
      <pc:sldChg chg="ord">
        <pc:chgData name="Graf Thomas, INI-NET-VNC-HCS" userId="487bc3e3-9ce7-4cdd-b7b4-8899ea88d289" providerId="ADAL" clId="{EB110180-FE40-41A5-A7A7-BD63C96EDD0C}" dt="2024-07-12T07:42:51.259" v="132"/>
        <pc:sldMkLst>
          <pc:docMk/>
          <pc:sldMk cId="3864283889" sldId="2145706236"/>
        </pc:sldMkLst>
      </pc:sldChg>
      <pc:sldChg chg="del ord">
        <pc:chgData name="Graf Thomas, INI-NET-VNC-HCS" userId="487bc3e3-9ce7-4cdd-b7b4-8899ea88d289" providerId="ADAL" clId="{EB110180-FE40-41A5-A7A7-BD63C96EDD0C}" dt="2024-07-12T07:46:41.959" v="134" actId="47"/>
        <pc:sldMkLst>
          <pc:docMk/>
          <pc:sldMk cId="2617504443" sldId="2145706242"/>
        </pc:sldMkLst>
      </pc:sldChg>
      <pc:sldChg chg="del">
        <pc:chgData name="Graf Thomas, INI-NET-VNC-HCS" userId="487bc3e3-9ce7-4cdd-b7b4-8899ea88d289" providerId="ADAL" clId="{EB110180-FE40-41A5-A7A7-BD63C96EDD0C}" dt="2024-07-12T07:45:41.143" v="133" actId="47"/>
        <pc:sldMkLst>
          <pc:docMk/>
          <pc:sldMk cId="2325717052" sldId="2145706246"/>
        </pc:sldMkLst>
      </pc:sldChg>
      <pc:sldChg chg="delSp del mod ord">
        <pc:chgData name="Graf Thomas, INI-NET-VNC-HCS" userId="487bc3e3-9ce7-4cdd-b7b4-8899ea88d289" providerId="ADAL" clId="{EB110180-FE40-41A5-A7A7-BD63C96EDD0C}" dt="2024-07-12T07:53:05.778" v="196" actId="47"/>
        <pc:sldMkLst>
          <pc:docMk/>
          <pc:sldMk cId="1916646710" sldId="2145706248"/>
        </pc:sldMkLst>
      </pc:sldChg>
      <pc:sldChg chg="del">
        <pc:chgData name="Graf Thomas, INI-NET-VNC-HCS" userId="487bc3e3-9ce7-4cdd-b7b4-8899ea88d289" providerId="ADAL" clId="{EB110180-FE40-41A5-A7A7-BD63C96EDD0C}" dt="2024-07-12T07:45:41.143" v="133" actId="47"/>
        <pc:sldMkLst>
          <pc:docMk/>
          <pc:sldMk cId="3471801430" sldId="2145706249"/>
        </pc:sldMkLst>
      </pc:sldChg>
      <pc:sldChg chg="del">
        <pc:chgData name="Graf Thomas, INI-NET-VNC-HCS" userId="487bc3e3-9ce7-4cdd-b7b4-8899ea88d289" providerId="ADAL" clId="{EB110180-FE40-41A5-A7A7-BD63C96EDD0C}" dt="2024-07-12T07:45:41.143" v="133" actId="47"/>
        <pc:sldMkLst>
          <pc:docMk/>
          <pc:sldMk cId="2503304106" sldId="2145706250"/>
        </pc:sldMkLst>
      </pc:sldChg>
      <pc:sldChg chg="del ord">
        <pc:chgData name="Graf Thomas, INI-NET-VNC-HCS" userId="487bc3e3-9ce7-4cdd-b7b4-8899ea88d289" providerId="ADAL" clId="{EB110180-FE40-41A5-A7A7-BD63C96EDD0C}" dt="2024-07-12T07:47:07.687" v="137" actId="47"/>
        <pc:sldMkLst>
          <pc:docMk/>
          <pc:sldMk cId="651944872" sldId="2145706254"/>
        </pc:sldMkLst>
      </pc:sldChg>
      <pc:sldChg chg="del">
        <pc:chgData name="Graf Thomas, INI-NET-VNC-HCS" userId="487bc3e3-9ce7-4cdd-b7b4-8899ea88d289" providerId="ADAL" clId="{EB110180-FE40-41A5-A7A7-BD63C96EDD0C}" dt="2024-07-12T07:45:41.143" v="133" actId="47"/>
        <pc:sldMkLst>
          <pc:docMk/>
          <pc:sldMk cId="3965782337" sldId="2145706257"/>
        </pc:sldMkLst>
      </pc:sldChg>
      <pc:sldChg chg="ord">
        <pc:chgData name="Graf Thomas, INI-NET-VNC-HCS" userId="487bc3e3-9ce7-4cdd-b7b4-8899ea88d289" providerId="ADAL" clId="{EB110180-FE40-41A5-A7A7-BD63C96EDD0C}" dt="2024-07-12T07:42:51.259" v="132"/>
        <pc:sldMkLst>
          <pc:docMk/>
          <pc:sldMk cId="2684272815" sldId="2145706258"/>
        </pc:sldMkLst>
      </pc:sldChg>
      <pc:sldChg chg="modSp mod">
        <pc:chgData name="Graf Thomas, INI-NET-VNC-HCS" userId="487bc3e3-9ce7-4cdd-b7b4-8899ea88d289" providerId="ADAL" clId="{EB110180-FE40-41A5-A7A7-BD63C96EDD0C}" dt="2024-07-03T08:07:11.499" v="128" actId="20577"/>
        <pc:sldMkLst>
          <pc:docMk/>
          <pc:sldMk cId="22946092" sldId="2145706261"/>
        </pc:sldMkLst>
      </pc:sldChg>
      <pc:sldChg chg="modSp add mod">
        <pc:chgData name="Graf Thomas, INI-NET-VNC-HCS" userId="487bc3e3-9ce7-4cdd-b7b4-8899ea88d289" providerId="ADAL" clId="{EB110180-FE40-41A5-A7A7-BD63C96EDD0C}" dt="2024-07-12T07:52:18.827" v="195" actId="1076"/>
        <pc:sldMkLst>
          <pc:docMk/>
          <pc:sldMk cId="1336863920" sldId="2145706266"/>
        </pc:sldMkLst>
      </pc:sldChg>
      <pc:sldChg chg="delSp modSp add mod">
        <pc:chgData name="Graf Thomas, INI-NET-VNC-HCS" userId="487bc3e3-9ce7-4cdd-b7b4-8899ea88d289" providerId="ADAL" clId="{EB110180-FE40-41A5-A7A7-BD63C96EDD0C}" dt="2024-07-12T07:53:54.914" v="210" actId="1076"/>
        <pc:sldMkLst>
          <pc:docMk/>
          <pc:sldMk cId="2190777119" sldId="2145706267"/>
        </pc:sldMkLst>
      </pc:sldChg>
      <pc:sldChg chg="new del ord">
        <pc:chgData name="Graf Thomas, INI-NET-VNC-HCS" userId="487bc3e3-9ce7-4cdd-b7b4-8899ea88d289" providerId="ADAL" clId="{EB110180-FE40-41A5-A7A7-BD63C96EDD0C}" dt="2024-07-12T07:53:27.680" v="200" actId="47"/>
        <pc:sldMkLst>
          <pc:docMk/>
          <pc:sldMk cId="4037468324" sldId="2145706267"/>
        </pc:sldMkLst>
      </pc:sldChg>
      <pc:sldChg chg="add del ord">
        <pc:chgData name="Graf Thomas, INI-NET-VNC-HCS" userId="487bc3e3-9ce7-4cdd-b7b4-8899ea88d289" providerId="ADAL" clId="{EB110180-FE40-41A5-A7A7-BD63C96EDD0C}" dt="2024-07-12T07:56:51.576" v="216" actId="47"/>
        <pc:sldMkLst>
          <pc:docMk/>
          <pc:sldMk cId="2065481475" sldId="2145706268"/>
        </pc:sldMkLst>
      </pc:sldChg>
    </pc:docChg>
  </pc:docChgLst>
  <pc:docChgLst>
    <pc:chgData name="Graf Thomas, INI-NET-VNC-HCS" userId="487bc3e3-9ce7-4cdd-b7b4-8899ea88d289" providerId="ADAL" clId="{278F4D00-A84F-403D-B695-8FF15EEE87AE}"/>
    <pc:docChg chg="modSld">
      <pc:chgData name="Graf Thomas, INI-NET-VNC-HCS" userId="487bc3e3-9ce7-4cdd-b7b4-8899ea88d289" providerId="ADAL" clId="{278F4D00-A84F-403D-B695-8FF15EEE87AE}" dt="2024-03-15T22:52:30.548" v="19" actId="113"/>
      <pc:docMkLst>
        <pc:docMk/>
      </pc:docMkLst>
      <pc:sldChg chg="modSp mod">
        <pc:chgData name="Graf Thomas, INI-NET-VNC-HCS" userId="487bc3e3-9ce7-4cdd-b7b4-8899ea88d289" providerId="ADAL" clId="{278F4D00-A84F-403D-B695-8FF15EEE87AE}" dt="2024-03-15T22:51:49.859" v="13" actId="20577"/>
        <pc:sldMkLst>
          <pc:docMk/>
          <pc:sldMk cId="3578665336" sldId="1041"/>
        </pc:sldMkLst>
      </pc:sldChg>
      <pc:sldChg chg="modSp mod">
        <pc:chgData name="Graf Thomas, INI-NET-VNC-HCS" userId="487bc3e3-9ce7-4cdd-b7b4-8899ea88d289" providerId="ADAL" clId="{278F4D00-A84F-403D-B695-8FF15EEE87AE}" dt="2024-03-15T22:51:54.685" v="14" actId="20577"/>
        <pc:sldMkLst>
          <pc:docMk/>
          <pc:sldMk cId="2617504443" sldId="2145706242"/>
        </pc:sldMkLst>
      </pc:sldChg>
      <pc:sldChg chg="modSp mod">
        <pc:chgData name="Graf Thomas, INI-NET-VNC-HCS" userId="487bc3e3-9ce7-4cdd-b7b4-8899ea88d289" providerId="ADAL" clId="{278F4D00-A84F-403D-B695-8FF15EEE87AE}" dt="2024-03-15T22:52:30.548" v="19" actId="113"/>
        <pc:sldMkLst>
          <pc:docMk/>
          <pc:sldMk cId="3471801430" sldId="21457062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a17d588a0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3a17d588a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B569018-5C6E-F67A-50D9-457183C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a17d588a0_0_12:notes">
            <a:extLst>
              <a:ext uri="{FF2B5EF4-FFF2-40B4-BE49-F238E27FC236}">
                <a16:creationId xmlns:a16="http://schemas.microsoft.com/office/drawing/2014/main" id="{9A291327-9A74-ADB9-B7C9-3D0774653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3a17d588a0_0_12:notes">
            <a:extLst>
              <a:ext uri="{FF2B5EF4-FFF2-40B4-BE49-F238E27FC236}">
                <a16:creationId xmlns:a16="http://schemas.microsoft.com/office/drawing/2014/main" id="{CA0CF76B-90F9-30D2-AA25-A1EFBA9A7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698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26.10.2025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etconf-yang-notifications-versioning-09#section-5.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tracker.ietf.org/doc/html/draft-ietf-netmod-rfc8407bis-22#section-4.3.1." TargetMode="External"/><Relationship Id="rId4" Type="http://schemas.openxmlformats.org/officeDocument/2006/relationships/hyperlink" Target="https://datatracker.ietf.org/doc/html/draft-ietf-netmod-yang-semver-24#section-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etmod-yang-module-version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racker.ietf.org/doc/html/draft-ietf-netmod-yang-semv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606830" y="1365772"/>
            <a:ext cx="11395314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/>
              <a:t>Support of </a:t>
            </a:r>
            <a:r>
              <a:rPr lang="en-US" sz="3400" b="1" dirty="0">
                <a:solidFill>
                  <a:srgbClr val="FF0000"/>
                </a:solidFill>
              </a:rPr>
              <a:t>Versioning</a:t>
            </a:r>
            <a:r>
              <a:rPr lang="en-US" sz="3400" b="1" dirty="0"/>
              <a:t> in YANG Notifications Subscription</a:t>
            </a:r>
            <a:br>
              <a:rPr lang="en-US" sz="3600" b="1" dirty="0"/>
            </a:br>
            <a:r>
              <a:rPr lang="en-US" sz="2800" dirty="0"/>
              <a:t>draft-ietf-netconf-yang-notifications-versioning</a:t>
            </a:r>
            <a:r>
              <a:rPr lang="en-US" sz="2800" b="1" dirty="0">
                <a:solidFill>
                  <a:srgbClr val="FF0000"/>
                </a:solidFill>
              </a:rPr>
              <a:t>-07-09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Adds semantics to the subscription process and notification</a:t>
            </a:r>
            <a:br>
              <a:rPr lang="en-US" sz="28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 message to enable automated data mesh integration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2200" smtClean="0"/>
              <a:t>1</a:t>
            </a:fld>
            <a:endParaRPr lang="de-CH" sz="2200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656DC9F1-232F-64A5-3F26-259ACFB76F12}"/>
              </a:ext>
            </a:extLst>
          </p:cNvPr>
          <p:cNvSpPr txBox="1">
            <a:spLocks/>
          </p:cNvSpPr>
          <p:nvPr/>
        </p:nvSpPr>
        <p:spPr>
          <a:xfrm>
            <a:off x="838200" y="5204299"/>
            <a:ext cx="11163943" cy="1157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</a:pPr>
            <a:r>
              <a:rPr lang="de-CH" sz="3800" b="1" dirty="0">
                <a:latin typeface="+mj-lt"/>
              </a:rPr>
              <a:t>thomas.graf@swisscom.com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benoit.claise@huawei.com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alex.huang-feng@insa-lyon.fr</a:t>
            </a:r>
          </a:p>
          <a:p>
            <a:pPr marL="0" indent="0" algn="r">
              <a:spcBef>
                <a:spcPts val="300"/>
              </a:spcBef>
              <a:buNone/>
            </a:pPr>
            <a:endParaRPr lang="de-CH" sz="38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26. </a:t>
            </a:r>
            <a:r>
              <a:rPr lang="de-CH" sz="3800" dirty="0" err="1">
                <a:latin typeface="+mj-lt"/>
              </a:rPr>
              <a:t>October</a:t>
            </a:r>
            <a:r>
              <a:rPr lang="de-CH" sz="3800" dirty="0">
                <a:latin typeface="+mj-lt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US" sz="2800" b="1" dirty="0"/>
              <a:t>Support of </a:t>
            </a:r>
            <a:r>
              <a:rPr lang="en-US" sz="2800" b="1" dirty="0">
                <a:solidFill>
                  <a:srgbClr val="FF0000"/>
                </a:solidFill>
              </a:rPr>
              <a:t>Versioning</a:t>
            </a:r>
            <a:r>
              <a:rPr lang="en-US" sz="2800" b="1" dirty="0"/>
              <a:t> in YANG Notifications Subscription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  <a:latin typeface="Calibri Light (Headings)"/>
              </a:rPr>
              <a:t>Status and Summary from </a:t>
            </a:r>
            <a:r>
              <a:rPr lang="en-US" sz="2700" b="1" dirty="0">
                <a:solidFill>
                  <a:srgbClr val="FF0000"/>
                </a:solidFill>
              </a:rPr>
              <a:t>-07-09 </a:t>
            </a:r>
            <a:endParaRPr lang="en-US" dirty="0">
              <a:latin typeface="Calibri Light (Headings)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838200" y="1564850"/>
            <a:ext cx="10749692" cy="47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buSzPts val="1900"/>
              <a:buNone/>
            </a:pPr>
            <a:r>
              <a:rPr lang="en-US" sz="1600" b="1" dirty="0"/>
              <a:t>Summary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dirty="0"/>
              <a:t>Last presented at IETF 120. 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b="1" dirty="0">
                <a:solidFill>
                  <a:srgbClr val="FF0000"/>
                </a:solidFill>
              </a:rPr>
              <a:t>Worked on more implementations since -07 and updated implementation status section.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b="1" dirty="0">
                <a:solidFill>
                  <a:srgbClr val="FF0000"/>
                </a:solidFill>
              </a:rPr>
              <a:t>Reflected latest changes from normative downward references in -09.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buSzPts val="1900"/>
              <a:buNone/>
            </a:pPr>
            <a:r>
              <a:rPr lang="en-US" sz="1600" b="1" dirty="0"/>
              <a:t>Changes in -09</a:t>
            </a:r>
          </a:p>
          <a:p>
            <a:pPr lvl="0" indent="-234950"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dirty="0"/>
              <a:t>Thanks a lot Rob for the feedback. We updated the "</a:t>
            </a:r>
            <a:r>
              <a:rPr lang="en-US" sz="1600" dirty="0">
                <a:hlinkClick r:id="rId3"/>
              </a:rPr>
              <a:t>ietf-yang-push-revision</a:t>
            </a:r>
            <a:r>
              <a:rPr lang="en-US" sz="1600" dirty="0"/>
              <a:t>" yang module to reflect the name change from "</a:t>
            </a:r>
            <a:r>
              <a:rPr lang="en-US" sz="1600" dirty="0">
                <a:hlinkClick r:id="rId4"/>
              </a:rPr>
              <a:t>draft-ietf-</a:t>
            </a:r>
            <a:r>
              <a:rPr lang="en-US" sz="1600" dirty="0" err="1">
                <a:hlinkClick r:id="rId4"/>
              </a:rPr>
              <a:t>netmod</a:t>
            </a:r>
            <a:r>
              <a:rPr lang="en-US" sz="1600" dirty="0">
                <a:hlinkClick r:id="rId4"/>
              </a:rPr>
              <a:t>-yang-</a:t>
            </a:r>
            <a:r>
              <a:rPr lang="en-US" sz="1600" dirty="0" err="1">
                <a:hlinkClick r:id="rId4"/>
              </a:rPr>
              <a:t>semver</a:t>
            </a:r>
            <a:r>
              <a:rPr lang="en-US" sz="1600" dirty="0"/>
              <a:t>" from "revision-label" to "version" and "module-name" to "name" to align with </a:t>
            </a:r>
            <a:r>
              <a:rPr lang="en-US" sz="1600" dirty="0">
                <a:hlinkClick r:id="rId5"/>
              </a:rPr>
              <a:t>Section 4.31 of draft-ietf-netmod-rfc8470bis</a:t>
            </a:r>
            <a:r>
              <a:rPr lang="en-US" sz="1600" dirty="0"/>
              <a:t>. </a:t>
            </a:r>
          </a:p>
          <a:p>
            <a:pPr marL="0" lvl="0" indent="0">
              <a:lnSpc>
                <a:spcPct val="115000"/>
              </a:lnSpc>
              <a:spcBef>
                <a:spcPts val="300"/>
              </a:spcBef>
              <a:buSzPts val="1900"/>
              <a:buNone/>
            </a:pPr>
            <a:r>
              <a:rPr lang="en-US" sz="1600" b="1" dirty="0"/>
              <a:t>Changes in -08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dirty="0"/>
              <a:t>Thanks to Jiang Ping for the review and input. Editorial changes and updated example on yang-library-content-id. Updated implementation status section.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SzPts val="1900"/>
              <a:buNone/>
            </a:pPr>
            <a:r>
              <a:rPr lang="en-US" sz="1600" b="1" dirty="0"/>
              <a:t>Changes in -07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dirty="0"/>
              <a:t>Extends ietf-notification-capabilities with a "yang-push-module-revision-supported" leaf. This allows a Netconf/</a:t>
            </a:r>
            <a:r>
              <a:rPr lang="en-US" sz="1600" dirty="0" err="1"/>
              <a:t>Restconf</a:t>
            </a:r>
            <a:r>
              <a:rPr lang="en-US" sz="1600" dirty="0"/>
              <a:t> client to discover wherever the </a:t>
            </a:r>
            <a:r>
              <a:rPr lang="en-US" sz="1600" dirty="0" err="1"/>
              <a:t>ietf</a:t>
            </a:r>
            <a:r>
              <a:rPr lang="en-US" sz="1600" dirty="0"/>
              <a:t>-yang-push-revision notification capability is supported or not.</a:t>
            </a:r>
          </a:p>
          <a:p>
            <a:pPr>
              <a:lnSpc>
                <a:spcPct val="115000"/>
              </a:lnSpc>
              <a:spcBef>
                <a:spcPts val="300"/>
              </a:spcBef>
              <a:buSzPts val="1900"/>
            </a:pPr>
            <a:r>
              <a:rPr lang="en-US" sz="1600" dirty="0"/>
              <a:t>Extends "subscription-started" and "subscription-modified notifications" with "yang-library-content-id". Enables a YANG-Push receiver to detect that YANG module(s) on the network management server of the YANG-Push publisher has/have changed.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1587892" y="6361637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2</a:t>
            </a:fld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CF2E892B-6FBA-AD90-A171-33F6BEEC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E81ABABA-FF69-84E3-3B68-A52CFCC2F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800"/>
            </a:pPr>
            <a:r>
              <a:rPr lang="en-US" sz="2800" b="1" dirty="0"/>
              <a:t>Support of </a:t>
            </a:r>
            <a:r>
              <a:rPr lang="en-US" sz="2800" b="1" dirty="0">
                <a:solidFill>
                  <a:srgbClr val="FF0000"/>
                </a:solidFill>
              </a:rPr>
              <a:t>Versioning</a:t>
            </a:r>
            <a:r>
              <a:rPr lang="en-US" sz="2800" b="1" dirty="0"/>
              <a:t> in YANG Notifications Subscription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  <a:latin typeface="Calibri Light (Headings)"/>
              </a:rPr>
              <a:t>Next Steps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 Light (Headings)"/>
            </a:endParaRPr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49F6367-320D-80B2-5EDC-8047F9B84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84442"/>
            <a:ext cx="10837800" cy="43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36600" lvl="1" indent="-285750">
              <a:lnSpc>
                <a:spcPct val="115000"/>
              </a:lnSpc>
              <a:spcBef>
                <a:spcPts val="600"/>
              </a:spcBef>
              <a:buSzPts val="1900"/>
            </a:pPr>
            <a:r>
              <a:rPr lang="en-US" sz="1800" dirty="0"/>
              <a:t>The document is stable and has 3 implementations. </a:t>
            </a:r>
          </a:p>
          <a:p>
            <a:pPr marL="736600" lvl="1" indent="-285750">
              <a:lnSpc>
                <a:spcPct val="115000"/>
              </a:lnSpc>
              <a:spcBef>
                <a:spcPts val="600"/>
              </a:spcBef>
              <a:buSzPts val="1900"/>
            </a:pPr>
            <a:r>
              <a:rPr lang="en-US" sz="1800" dirty="0">
                <a:hlinkClick r:id="rId3"/>
              </a:rPr>
              <a:t>draft-</a:t>
            </a:r>
            <a:r>
              <a:rPr lang="en-US" sz="1800" dirty="0" err="1">
                <a:hlinkClick r:id="rId3"/>
              </a:rPr>
              <a:t>ietf</a:t>
            </a:r>
            <a:r>
              <a:rPr lang="en-US" sz="1800" dirty="0">
                <a:hlinkClick r:id="rId3"/>
              </a:rPr>
              <a:t>-</a:t>
            </a:r>
            <a:r>
              <a:rPr lang="en-US" sz="1800" dirty="0" err="1">
                <a:hlinkClick r:id="rId3"/>
              </a:rPr>
              <a:t>netmod</a:t>
            </a:r>
            <a:r>
              <a:rPr lang="en-US" sz="1800" dirty="0">
                <a:hlinkClick r:id="rId3"/>
              </a:rPr>
              <a:t>-yang-module-versioning </a:t>
            </a:r>
            <a:r>
              <a:rPr lang="en-US" sz="1800" dirty="0"/>
              <a:t>and </a:t>
            </a:r>
            <a:r>
              <a:rPr lang="en-US" sz="1800" dirty="0">
                <a:hlinkClick r:id="rId4"/>
              </a:rPr>
              <a:t>draft-</a:t>
            </a:r>
            <a:r>
              <a:rPr lang="en-US" sz="1800" dirty="0" err="1">
                <a:hlinkClick r:id="rId4"/>
              </a:rPr>
              <a:t>ietf</a:t>
            </a:r>
            <a:r>
              <a:rPr lang="en-US" sz="1800" dirty="0">
                <a:hlinkClick r:id="rId4"/>
              </a:rPr>
              <a:t>-</a:t>
            </a:r>
            <a:r>
              <a:rPr lang="en-US" sz="1800" dirty="0" err="1">
                <a:hlinkClick r:id="rId4"/>
              </a:rPr>
              <a:t>netmod</a:t>
            </a:r>
            <a:r>
              <a:rPr lang="en-US" sz="1800" dirty="0">
                <a:hlinkClick r:id="rId4"/>
              </a:rPr>
              <a:t>-yang-</a:t>
            </a:r>
            <a:r>
              <a:rPr lang="en-US" sz="1800" dirty="0" err="1">
                <a:hlinkClick r:id="rId4"/>
              </a:rPr>
              <a:t>semver</a:t>
            </a:r>
            <a:r>
              <a:rPr lang="en-US" sz="1800" dirty="0"/>
              <a:t> are normative referenced and both stable at IESG.</a:t>
            </a:r>
          </a:p>
          <a:p>
            <a:pPr marL="736600" lvl="1" indent="-285750">
              <a:lnSpc>
                <a:spcPct val="115000"/>
              </a:lnSpc>
              <a:spcBef>
                <a:spcPts val="600"/>
              </a:spcBef>
              <a:buSzPts val="1900"/>
            </a:pPr>
            <a:r>
              <a:rPr lang="en-US" sz="1800" dirty="0"/>
              <a:t>Requested YANG doctors early review to iron out any possible YANG related issues.</a:t>
            </a:r>
          </a:p>
          <a:p>
            <a:pPr marL="736600" lvl="1" indent="-285750">
              <a:lnSpc>
                <a:spcPct val="115000"/>
              </a:lnSpc>
              <a:spcBef>
                <a:spcPts val="600"/>
              </a:spcBef>
              <a:buSzPts val="19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The authors request working group last call.</a:t>
            </a: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87AB9148-6DF1-AC0C-3018-012BF0B458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7892" y="6361637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3</a:t>
            </a:fld>
            <a:endParaRPr lang="en-US" sz="1400" dirty="0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9397E8D5-37AC-AA74-2F68-BD573EFC402B}"/>
              </a:ext>
            </a:extLst>
          </p:cNvPr>
          <p:cNvSpPr txBox="1">
            <a:spLocks/>
          </p:cNvSpPr>
          <p:nvPr/>
        </p:nvSpPr>
        <p:spPr>
          <a:xfrm>
            <a:off x="838200" y="5204299"/>
            <a:ext cx="11163943" cy="1157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</a:pPr>
            <a:r>
              <a:rPr lang="de-CH" sz="3800" b="1" dirty="0">
                <a:latin typeface="+mj-lt"/>
              </a:rPr>
              <a:t>thomas.graf@swisscom.com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benoit.claise@huawei.com</a:t>
            </a: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alex.huang-feng@insa-lyon.fr</a:t>
            </a:r>
          </a:p>
          <a:p>
            <a:pPr marL="0" indent="0" algn="r">
              <a:spcBef>
                <a:spcPts val="300"/>
              </a:spcBef>
              <a:buNone/>
            </a:pPr>
            <a:endParaRPr lang="de-CH" sz="38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3800" dirty="0">
                <a:latin typeface="+mj-lt"/>
              </a:rPr>
              <a:t>26. </a:t>
            </a:r>
            <a:r>
              <a:rPr lang="de-CH" sz="3800" dirty="0" err="1">
                <a:latin typeface="+mj-lt"/>
              </a:rPr>
              <a:t>October</a:t>
            </a:r>
            <a:r>
              <a:rPr lang="de-CH" sz="3800" dirty="0">
                <a:latin typeface="+mj-lt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42622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329</Words>
  <Application>Microsoft Office PowerPoint</Application>
  <PresentationFormat>Widescreen</PresentationFormat>
  <Paragraphs>33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 Light (Headings)</vt:lpstr>
      <vt:lpstr>Arial</vt:lpstr>
      <vt:lpstr>Calibri</vt:lpstr>
      <vt:lpstr>Calibri Light</vt:lpstr>
      <vt:lpstr>Wingdings</vt:lpstr>
      <vt:lpstr>Office Theme</vt:lpstr>
      <vt:lpstr>PowerPoint Presentation</vt:lpstr>
      <vt:lpstr>Support of Versioning in YANG Notifications Subscription Status and Summary from -07-09 </vt:lpstr>
      <vt:lpstr>Support of Versioning in YANG Notifications Subscription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264</cp:revision>
  <dcterms:created xsi:type="dcterms:W3CDTF">2019-11-29T14:22:02Z</dcterms:created>
  <dcterms:modified xsi:type="dcterms:W3CDTF">2025-10-26T12:33:21Z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